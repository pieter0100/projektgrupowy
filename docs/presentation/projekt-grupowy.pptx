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7" r:id="rId2"/>
    <p:sldId id="274" r:id="rId3"/>
    <p:sldId id="268" r:id="rId4"/>
    <p:sldId id="269" r:id="rId5"/>
    <p:sldId id="272" r:id="rId6"/>
    <p:sldId id="273" r:id="rId7"/>
    <p:sldId id="257" r:id="rId8"/>
    <p:sldId id="258" r:id="rId9"/>
    <p:sldId id="262" r:id="rId10"/>
    <p:sldId id="260" r:id="rId11"/>
    <p:sldId id="264" r:id="rId12"/>
    <p:sldId id="265" r:id="rId13"/>
    <p:sldId id="266" r:id="rId14"/>
    <p:sldId id="276" r:id="rId15"/>
    <p:sldId id="277" r:id="rId16"/>
    <p:sldId id="280" r:id="rId17"/>
    <p:sldId id="279" r:id="rId18"/>
    <p:sldId id="270" r:id="rId19"/>
    <p:sldId id="278" r:id="rId20"/>
    <p:sldId id="271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EA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AE4FD84-57A0-2B39-6AB6-846BE5FCD699}" v="686" dt="2026-01-20T20:40:48.383"/>
    <p1510:client id="{55558BE9-4D2F-732F-9D69-AF7C914880EC}" v="709" dt="2026-01-20T12:57:28.151"/>
    <p1510:client id="{7F5BEBD9-1985-2538-F30C-69B82D6D9CDD}" v="883" dt="2026-01-20T00:34:58.6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FE64C24-4B16-4CC9-8F3C-ABFD0C3CDCD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EEA877C-D469-48A6-8CB7-C93063E1A90E}">
      <dgm:prSet/>
      <dgm:spPr/>
      <dgm:t>
        <a:bodyPr/>
        <a:lstStyle/>
        <a:p>
          <a:pPr rtl="0">
            <a:lnSpc>
              <a:spcPct val="100000"/>
            </a:lnSpc>
          </a:pPr>
          <a:r>
            <a:rPr lang="en-US" sz="2800" dirty="0" err="1">
              <a:latin typeface="Aptos"/>
            </a:rPr>
            <a:t>Archtektura</a:t>
          </a:r>
          <a:r>
            <a:rPr lang="en-US" sz="2800" dirty="0">
              <a:latin typeface="Aptos"/>
            </a:rPr>
            <a:t> </a:t>
          </a:r>
          <a:r>
            <a:rPr lang="en-US" sz="2800" dirty="0" err="1">
              <a:latin typeface="Aptos"/>
            </a:rPr>
            <a:t>zdarzeniowa</a:t>
          </a:r>
          <a:r>
            <a:rPr lang="en-US" sz="2800" dirty="0">
              <a:latin typeface="Aptos"/>
            </a:rPr>
            <a:t> (</a:t>
          </a:r>
          <a:r>
            <a:rPr lang="en-US" sz="2800" i="1" dirty="0">
              <a:latin typeface="Aptos"/>
            </a:rPr>
            <a:t>Event-driven</a:t>
          </a:r>
          <a:r>
            <a:rPr lang="en-US" sz="2800" dirty="0">
              <a:latin typeface="Aptos"/>
            </a:rPr>
            <a:t>)</a:t>
          </a:r>
          <a:endParaRPr lang="en-US" dirty="0"/>
        </a:p>
      </dgm:t>
    </dgm:pt>
    <dgm:pt modelId="{A86D2DE1-2110-4164-9967-26C0F5CCD2F1}" type="parTrans" cxnId="{095E30FF-547B-4F1D-B70C-2D697C50942D}">
      <dgm:prSet/>
      <dgm:spPr/>
      <dgm:t>
        <a:bodyPr/>
        <a:lstStyle/>
        <a:p>
          <a:endParaRPr lang="en-US"/>
        </a:p>
      </dgm:t>
    </dgm:pt>
    <dgm:pt modelId="{3C68BCFF-FE77-45AB-8BD8-55F46F6778A8}" type="sibTrans" cxnId="{095E30FF-547B-4F1D-B70C-2D697C50942D}">
      <dgm:prSet/>
      <dgm:spPr/>
      <dgm:t>
        <a:bodyPr/>
        <a:lstStyle/>
        <a:p>
          <a:endParaRPr lang="en-US"/>
        </a:p>
      </dgm:t>
    </dgm:pt>
    <dgm:pt modelId="{F9AEC72E-5984-4CC2-91E7-A194225C930F}">
      <dgm:prSet/>
      <dgm:spPr/>
      <dgm:t>
        <a:bodyPr/>
        <a:lstStyle/>
        <a:p>
          <a:pPr rtl="0">
            <a:lnSpc>
              <a:spcPct val="100000"/>
            </a:lnSpc>
          </a:pPr>
          <a:r>
            <a:rPr lang="en-US" sz="2800" dirty="0">
              <a:latin typeface="Aptos"/>
            </a:rPr>
            <a:t>BaaS (Backend as aService)</a:t>
          </a:r>
        </a:p>
      </dgm:t>
    </dgm:pt>
    <dgm:pt modelId="{BFD771E0-4DCC-4BBB-AD36-CEBBFD232816}" type="parTrans" cxnId="{AD871619-7C79-4BE8-BD12-470F16D60B4C}">
      <dgm:prSet/>
      <dgm:spPr/>
      <dgm:t>
        <a:bodyPr/>
        <a:lstStyle/>
        <a:p>
          <a:endParaRPr lang="en-US"/>
        </a:p>
      </dgm:t>
    </dgm:pt>
    <dgm:pt modelId="{C2D1645A-B1A8-4609-8789-068A5A5045FB}" type="sibTrans" cxnId="{AD871619-7C79-4BE8-BD12-470F16D60B4C}">
      <dgm:prSet/>
      <dgm:spPr/>
      <dgm:t>
        <a:bodyPr/>
        <a:lstStyle/>
        <a:p>
          <a:endParaRPr lang="en-US"/>
        </a:p>
      </dgm:t>
    </dgm:pt>
    <dgm:pt modelId="{60F373E3-C39D-45A0-A061-B6C28438833E}">
      <dgm:prSet/>
      <dgm:spPr/>
      <dgm:t>
        <a:bodyPr/>
        <a:lstStyle/>
        <a:p>
          <a:pPr rtl="0">
            <a:lnSpc>
              <a:spcPct val="100000"/>
            </a:lnSpc>
          </a:pPr>
          <a:r>
            <a:rPr lang="en-US" sz="2800" dirty="0">
              <a:latin typeface="Aptos"/>
            </a:rPr>
            <a:t>Real-time data flow</a:t>
          </a:r>
        </a:p>
      </dgm:t>
    </dgm:pt>
    <dgm:pt modelId="{6931C7CB-BCC4-4BA2-9AF9-EB21DAB531E7}" type="parTrans" cxnId="{3E7ACE0F-F33F-499E-9E96-E88B695BFE8C}">
      <dgm:prSet/>
      <dgm:spPr/>
      <dgm:t>
        <a:bodyPr/>
        <a:lstStyle/>
        <a:p>
          <a:endParaRPr lang="en-US"/>
        </a:p>
      </dgm:t>
    </dgm:pt>
    <dgm:pt modelId="{42DDA35D-E30D-4E2E-9675-AA8AB9EAAE38}" type="sibTrans" cxnId="{3E7ACE0F-F33F-499E-9E96-E88B695BFE8C}">
      <dgm:prSet/>
      <dgm:spPr/>
      <dgm:t>
        <a:bodyPr/>
        <a:lstStyle/>
        <a:p>
          <a:endParaRPr lang="en-US"/>
        </a:p>
      </dgm:t>
    </dgm:pt>
    <dgm:pt modelId="{3D51933E-3704-4169-852E-ABEBC4E52172}">
      <dgm:prSet/>
      <dgm:spPr/>
      <dgm:t>
        <a:bodyPr/>
        <a:lstStyle/>
        <a:p>
          <a:pPr rtl="0">
            <a:lnSpc>
              <a:spcPct val="100000"/>
            </a:lnSpc>
          </a:pPr>
          <a:r>
            <a:rPr lang="en-US" sz="2800" dirty="0">
              <a:latin typeface="Aptos"/>
            </a:rPr>
            <a:t>Warstwa bezpieczeństwa</a:t>
          </a:r>
          <a:endParaRPr lang="en-US" dirty="0"/>
        </a:p>
      </dgm:t>
    </dgm:pt>
    <dgm:pt modelId="{F4A73A7F-9595-4D98-9D88-FBDE75E03C63}" type="parTrans" cxnId="{638F7BA4-4988-4394-9D33-0934CE071FA6}">
      <dgm:prSet/>
      <dgm:spPr/>
      <dgm:t>
        <a:bodyPr/>
        <a:lstStyle/>
        <a:p>
          <a:endParaRPr lang="en-US"/>
        </a:p>
      </dgm:t>
    </dgm:pt>
    <dgm:pt modelId="{47675914-B615-482A-8A65-D5DC51DD78E3}" type="sibTrans" cxnId="{638F7BA4-4988-4394-9D33-0934CE071FA6}">
      <dgm:prSet/>
      <dgm:spPr/>
      <dgm:t>
        <a:bodyPr/>
        <a:lstStyle/>
        <a:p>
          <a:endParaRPr lang="en-US"/>
        </a:p>
      </dgm:t>
    </dgm:pt>
    <dgm:pt modelId="{36658ACD-C86D-47F1-9466-DFF6B32F2C27}" type="pres">
      <dgm:prSet presAssocID="{BFE64C24-4B16-4CC9-8F3C-ABFD0C3CDCD4}" presName="root" presStyleCnt="0">
        <dgm:presLayoutVars>
          <dgm:dir/>
          <dgm:resizeHandles val="exact"/>
        </dgm:presLayoutVars>
      </dgm:prSet>
      <dgm:spPr/>
    </dgm:pt>
    <dgm:pt modelId="{CA706696-C7B0-4BCC-891A-78472DC779C2}" type="pres">
      <dgm:prSet presAssocID="{AEEA877C-D469-48A6-8CB7-C93063E1A90E}" presName="compNode" presStyleCnt="0"/>
      <dgm:spPr/>
    </dgm:pt>
    <dgm:pt modelId="{6D6303DA-3A95-42CE-8A04-9F702E36D44B}" type="pres">
      <dgm:prSet presAssocID="{AEEA877C-D469-48A6-8CB7-C93063E1A90E}" presName="bgRect" presStyleLbl="bgShp" presStyleIdx="0" presStyleCnt="4"/>
      <dgm:spPr>
        <a:solidFill>
          <a:srgbClr val="D9EAD9"/>
        </a:solidFill>
      </dgm:spPr>
    </dgm:pt>
    <dgm:pt modelId="{9855B0E0-BFFD-4DD9-BC1D-B99E19B13D46}" type="pres">
      <dgm:prSet presAssocID="{AEEA877C-D469-48A6-8CB7-C93063E1A90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ning bolt with solid fill"/>
        </a:ext>
      </dgm:extLst>
    </dgm:pt>
    <dgm:pt modelId="{96947983-2A3E-4CCB-BD87-D1FA2DC251DE}" type="pres">
      <dgm:prSet presAssocID="{AEEA877C-D469-48A6-8CB7-C93063E1A90E}" presName="spaceRect" presStyleCnt="0"/>
      <dgm:spPr/>
    </dgm:pt>
    <dgm:pt modelId="{1ECAAFB8-6177-4D67-92DF-EAD0B1C97B18}" type="pres">
      <dgm:prSet presAssocID="{AEEA877C-D469-48A6-8CB7-C93063E1A90E}" presName="parTx" presStyleLbl="revTx" presStyleIdx="0" presStyleCnt="4">
        <dgm:presLayoutVars>
          <dgm:chMax val="0"/>
          <dgm:chPref val="0"/>
        </dgm:presLayoutVars>
      </dgm:prSet>
      <dgm:spPr/>
    </dgm:pt>
    <dgm:pt modelId="{3B840F55-BB51-4C63-AB25-793E27A4E208}" type="pres">
      <dgm:prSet presAssocID="{3C68BCFF-FE77-45AB-8BD8-55F46F6778A8}" presName="sibTrans" presStyleCnt="0"/>
      <dgm:spPr/>
    </dgm:pt>
    <dgm:pt modelId="{49818C64-9FDB-442B-9B19-7907BE34B65A}" type="pres">
      <dgm:prSet presAssocID="{F9AEC72E-5984-4CC2-91E7-A194225C930F}" presName="compNode" presStyleCnt="0"/>
      <dgm:spPr/>
    </dgm:pt>
    <dgm:pt modelId="{74D58958-1225-4980-A3A4-5FBA45259956}" type="pres">
      <dgm:prSet presAssocID="{F9AEC72E-5984-4CC2-91E7-A194225C930F}" presName="bgRect" presStyleLbl="bgShp" presStyleIdx="1" presStyleCnt="4"/>
      <dgm:spPr>
        <a:solidFill>
          <a:srgbClr val="D9EAD9"/>
        </a:solidFill>
      </dgm:spPr>
    </dgm:pt>
    <dgm:pt modelId="{E61A2D12-0D1C-4C48-80F8-CB2CDFFAFEEA}" type="pres">
      <dgm:prSet presAssocID="{F9AEC72E-5984-4CC2-91E7-A194225C930F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erver with solid fill"/>
        </a:ext>
      </dgm:extLst>
    </dgm:pt>
    <dgm:pt modelId="{C4711E14-7EF2-46BA-B72D-8F68ECA72B37}" type="pres">
      <dgm:prSet presAssocID="{F9AEC72E-5984-4CC2-91E7-A194225C930F}" presName="spaceRect" presStyleCnt="0"/>
      <dgm:spPr/>
    </dgm:pt>
    <dgm:pt modelId="{72DFBF04-DEC3-454C-878D-AF1EA4FA338E}" type="pres">
      <dgm:prSet presAssocID="{F9AEC72E-5984-4CC2-91E7-A194225C930F}" presName="parTx" presStyleLbl="revTx" presStyleIdx="1" presStyleCnt="4">
        <dgm:presLayoutVars>
          <dgm:chMax val="0"/>
          <dgm:chPref val="0"/>
        </dgm:presLayoutVars>
      </dgm:prSet>
      <dgm:spPr/>
    </dgm:pt>
    <dgm:pt modelId="{D703E9F2-4B1D-4745-9243-B32C8B0141A2}" type="pres">
      <dgm:prSet presAssocID="{C2D1645A-B1A8-4609-8789-068A5A5045FB}" presName="sibTrans" presStyleCnt="0"/>
      <dgm:spPr/>
    </dgm:pt>
    <dgm:pt modelId="{F479DED9-1BAA-4CBE-AB1F-B2722E683C01}" type="pres">
      <dgm:prSet presAssocID="{60F373E3-C39D-45A0-A061-B6C28438833E}" presName="compNode" presStyleCnt="0"/>
      <dgm:spPr/>
    </dgm:pt>
    <dgm:pt modelId="{13A405B0-9FB1-4319-A339-83D78BB97F7F}" type="pres">
      <dgm:prSet presAssocID="{60F373E3-C39D-45A0-A061-B6C28438833E}" presName="bgRect" presStyleLbl="bgShp" presStyleIdx="2" presStyleCnt="4"/>
      <dgm:spPr>
        <a:solidFill>
          <a:srgbClr val="D9EAD9"/>
        </a:solidFill>
      </dgm:spPr>
    </dgm:pt>
    <dgm:pt modelId="{65CA3F1F-A25C-4978-98C6-B19B3DCF8333}" type="pres">
      <dgm:prSet presAssocID="{60F373E3-C39D-45A0-A061-B6C28438833E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 with solid fill"/>
        </a:ext>
      </dgm:extLst>
    </dgm:pt>
    <dgm:pt modelId="{15C7BD39-8210-4C14-95D6-F268C4064E42}" type="pres">
      <dgm:prSet presAssocID="{60F373E3-C39D-45A0-A061-B6C28438833E}" presName="spaceRect" presStyleCnt="0"/>
      <dgm:spPr/>
    </dgm:pt>
    <dgm:pt modelId="{9123213B-FC96-42BD-89B3-620198CAE3C3}" type="pres">
      <dgm:prSet presAssocID="{60F373E3-C39D-45A0-A061-B6C28438833E}" presName="parTx" presStyleLbl="revTx" presStyleIdx="2" presStyleCnt="4">
        <dgm:presLayoutVars>
          <dgm:chMax val="0"/>
          <dgm:chPref val="0"/>
        </dgm:presLayoutVars>
      </dgm:prSet>
      <dgm:spPr/>
    </dgm:pt>
    <dgm:pt modelId="{FD4F9205-4E5C-4DC6-A433-33B27F5CFEB1}" type="pres">
      <dgm:prSet presAssocID="{42DDA35D-E30D-4E2E-9675-AA8AB9EAAE38}" presName="sibTrans" presStyleCnt="0"/>
      <dgm:spPr/>
    </dgm:pt>
    <dgm:pt modelId="{994FB94D-567D-47D8-8B39-9412B9CB3359}" type="pres">
      <dgm:prSet presAssocID="{3D51933E-3704-4169-852E-ABEBC4E52172}" presName="compNode" presStyleCnt="0"/>
      <dgm:spPr/>
    </dgm:pt>
    <dgm:pt modelId="{0F8F5B52-A840-4239-B6AE-E34E1DE7B2F4}" type="pres">
      <dgm:prSet presAssocID="{3D51933E-3704-4169-852E-ABEBC4E52172}" presName="bgRect" presStyleLbl="bgShp" presStyleIdx="3" presStyleCnt="4"/>
      <dgm:spPr>
        <a:solidFill>
          <a:srgbClr val="D9EAD9"/>
        </a:solidFill>
      </dgm:spPr>
    </dgm:pt>
    <dgm:pt modelId="{088220DA-4E12-4B75-A28D-D98DD26ACEBF}" type="pres">
      <dgm:prSet presAssocID="{3D51933E-3704-4169-852E-ABEBC4E5217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 with solid fill"/>
        </a:ext>
      </dgm:extLst>
    </dgm:pt>
    <dgm:pt modelId="{30973BFD-CDBC-4EF0-891B-85EAAE5FD341}" type="pres">
      <dgm:prSet presAssocID="{3D51933E-3704-4169-852E-ABEBC4E52172}" presName="spaceRect" presStyleCnt="0"/>
      <dgm:spPr/>
    </dgm:pt>
    <dgm:pt modelId="{14B4C540-E227-4758-867D-0F9AF0BC31A4}" type="pres">
      <dgm:prSet presAssocID="{3D51933E-3704-4169-852E-ABEBC4E52172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3E7ACE0F-F33F-499E-9E96-E88B695BFE8C}" srcId="{BFE64C24-4B16-4CC9-8F3C-ABFD0C3CDCD4}" destId="{60F373E3-C39D-45A0-A061-B6C28438833E}" srcOrd="2" destOrd="0" parTransId="{6931C7CB-BCC4-4BA2-9AF9-EB21DAB531E7}" sibTransId="{42DDA35D-E30D-4E2E-9675-AA8AB9EAAE38}"/>
    <dgm:cxn modelId="{AD871619-7C79-4BE8-BD12-470F16D60B4C}" srcId="{BFE64C24-4B16-4CC9-8F3C-ABFD0C3CDCD4}" destId="{F9AEC72E-5984-4CC2-91E7-A194225C930F}" srcOrd="1" destOrd="0" parTransId="{BFD771E0-4DCC-4BBB-AD36-CEBBFD232816}" sibTransId="{C2D1645A-B1A8-4609-8789-068A5A5045FB}"/>
    <dgm:cxn modelId="{AF065B2B-BE2F-4604-B958-C5F74F41B789}" type="presOf" srcId="{BFE64C24-4B16-4CC9-8F3C-ABFD0C3CDCD4}" destId="{36658ACD-C86D-47F1-9466-DFF6B32F2C27}" srcOrd="0" destOrd="0" presId="urn:microsoft.com/office/officeart/2018/2/layout/IconVerticalSolidList"/>
    <dgm:cxn modelId="{24D68045-EEF7-4727-B3F2-5DCEE32174C5}" type="presOf" srcId="{60F373E3-C39D-45A0-A061-B6C28438833E}" destId="{9123213B-FC96-42BD-89B3-620198CAE3C3}" srcOrd="0" destOrd="0" presId="urn:microsoft.com/office/officeart/2018/2/layout/IconVerticalSolidList"/>
    <dgm:cxn modelId="{E66A2684-A7D9-474D-B97A-FE2AF591527B}" type="presOf" srcId="{F9AEC72E-5984-4CC2-91E7-A194225C930F}" destId="{72DFBF04-DEC3-454C-878D-AF1EA4FA338E}" srcOrd="0" destOrd="0" presId="urn:microsoft.com/office/officeart/2018/2/layout/IconVerticalSolidList"/>
    <dgm:cxn modelId="{506B6C90-85D3-43D3-A63F-7184A4894BE7}" type="presOf" srcId="{AEEA877C-D469-48A6-8CB7-C93063E1A90E}" destId="{1ECAAFB8-6177-4D67-92DF-EAD0B1C97B18}" srcOrd="0" destOrd="0" presId="urn:microsoft.com/office/officeart/2018/2/layout/IconVerticalSolidList"/>
    <dgm:cxn modelId="{638F7BA4-4988-4394-9D33-0934CE071FA6}" srcId="{BFE64C24-4B16-4CC9-8F3C-ABFD0C3CDCD4}" destId="{3D51933E-3704-4169-852E-ABEBC4E52172}" srcOrd="3" destOrd="0" parTransId="{F4A73A7F-9595-4D98-9D88-FBDE75E03C63}" sibTransId="{47675914-B615-482A-8A65-D5DC51DD78E3}"/>
    <dgm:cxn modelId="{FE8F11FA-BA06-4C37-9C02-9BB31FA11E3E}" type="presOf" srcId="{3D51933E-3704-4169-852E-ABEBC4E52172}" destId="{14B4C540-E227-4758-867D-0F9AF0BC31A4}" srcOrd="0" destOrd="0" presId="urn:microsoft.com/office/officeart/2018/2/layout/IconVerticalSolidList"/>
    <dgm:cxn modelId="{095E30FF-547B-4F1D-B70C-2D697C50942D}" srcId="{BFE64C24-4B16-4CC9-8F3C-ABFD0C3CDCD4}" destId="{AEEA877C-D469-48A6-8CB7-C93063E1A90E}" srcOrd="0" destOrd="0" parTransId="{A86D2DE1-2110-4164-9967-26C0F5CCD2F1}" sibTransId="{3C68BCFF-FE77-45AB-8BD8-55F46F6778A8}"/>
    <dgm:cxn modelId="{05F333F2-B651-4267-9594-45E636DD5003}" type="presParOf" srcId="{36658ACD-C86D-47F1-9466-DFF6B32F2C27}" destId="{CA706696-C7B0-4BCC-891A-78472DC779C2}" srcOrd="0" destOrd="0" presId="urn:microsoft.com/office/officeart/2018/2/layout/IconVerticalSolidList"/>
    <dgm:cxn modelId="{A7F31EDF-F2E5-4ECF-AF81-75A5ACE3842C}" type="presParOf" srcId="{CA706696-C7B0-4BCC-891A-78472DC779C2}" destId="{6D6303DA-3A95-42CE-8A04-9F702E36D44B}" srcOrd="0" destOrd="0" presId="urn:microsoft.com/office/officeart/2018/2/layout/IconVerticalSolidList"/>
    <dgm:cxn modelId="{1237A711-FF41-4B2B-9623-6FC735AB69AA}" type="presParOf" srcId="{CA706696-C7B0-4BCC-891A-78472DC779C2}" destId="{9855B0E0-BFFD-4DD9-BC1D-B99E19B13D46}" srcOrd="1" destOrd="0" presId="urn:microsoft.com/office/officeart/2018/2/layout/IconVerticalSolidList"/>
    <dgm:cxn modelId="{278F39B2-4315-4CA1-9D27-AC708325263A}" type="presParOf" srcId="{CA706696-C7B0-4BCC-891A-78472DC779C2}" destId="{96947983-2A3E-4CCB-BD87-D1FA2DC251DE}" srcOrd="2" destOrd="0" presId="urn:microsoft.com/office/officeart/2018/2/layout/IconVerticalSolidList"/>
    <dgm:cxn modelId="{BBB18A96-7B45-4E61-96B9-9F75A38D9AA4}" type="presParOf" srcId="{CA706696-C7B0-4BCC-891A-78472DC779C2}" destId="{1ECAAFB8-6177-4D67-92DF-EAD0B1C97B18}" srcOrd="3" destOrd="0" presId="urn:microsoft.com/office/officeart/2018/2/layout/IconVerticalSolidList"/>
    <dgm:cxn modelId="{865E2820-1D5B-49F4-839F-18CBEB466D60}" type="presParOf" srcId="{36658ACD-C86D-47F1-9466-DFF6B32F2C27}" destId="{3B840F55-BB51-4C63-AB25-793E27A4E208}" srcOrd="1" destOrd="0" presId="urn:microsoft.com/office/officeart/2018/2/layout/IconVerticalSolidList"/>
    <dgm:cxn modelId="{C38B08D5-9EF1-43A4-933A-CF4CFB71364B}" type="presParOf" srcId="{36658ACD-C86D-47F1-9466-DFF6B32F2C27}" destId="{49818C64-9FDB-442B-9B19-7907BE34B65A}" srcOrd="2" destOrd="0" presId="urn:microsoft.com/office/officeart/2018/2/layout/IconVerticalSolidList"/>
    <dgm:cxn modelId="{BDB37122-492A-4A0B-9D84-46757CC4C55B}" type="presParOf" srcId="{49818C64-9FDB-442B-9B19-7907BE34B65A}" destId="{74D58958-1225-4980-A3A4-5FBA45259956}" srcOrd="0" destOrd="0" presId="urn:microsoft.com/office/officeart/2018/2/layout/IconVerticalSolidList"/>
    <dgm:cxn modelId="{735A44D0-26BE-428A-8A08-31CA49536CA1}" type="presParOf" srcId="{49818C64-9FDB-442B-9B19-7907BE34B65A}" destId="{E61A2D12-0D1C-4C48-80F8-CB2CDFFAFEEA}" srcOrd="1" destOrd="0" presId="urn:microsoft.com/office/officeart/2018/2/layout/IconVerticalSolidList"/>
    <dgm:cxn modelId="{17D116D2-5697-4481-A68E-5B79131B973F}" type="presParOf" srcId="{49818C64-9FDB-442B-9B19-7907BE34B65A}" destId="{C4711E14-7EF2-46BA-B72D-8F68ECA72B37}" srcOrd="2" destOrd="0" presId="urn:microsoft.com/office/officeart/2018/2/layout/IconVerticalSolidList"/>
    <dgm:cxn modelId="{7F62216C-5591-45C0-81A8-E8DBFAC123F6}" type="presParOf" srcId="{49818C64-9FDB-442B-9B19-7907BE34B65A}" destId="{72DFBF04-DEC3-454C-878D-AF1EA4FA338E}" srcOrd="3" destOrd="0" presId="urn:microsoft.com/office/officeart/2018/2/layout/IconVerticalSolidList"/>
    <dgm:cxn modelId="{B568BE50-6004-4CF5-B7FC-8F1D7546B71C}" type="presParOf" srcId="{36658ACD-C86D-47F1-9466-DFF6B32F2C27}" destId="{D703E9F2-4B1D-4745-9243-B32C8B0141A2}" srcOrd="3" destOrd="0" presId="urn:microsoft.com/office/officeart/2018/2/layout/IconVerticalSolidList"/>
    <dgm:cxn modelId="{430A2021-E249-4C70-B193-5508C96461DE}" type="presParOf" srcId="{36658ACD-C86D-47F1-9466-DFF6B32F2C27}" destId="{F479DED9-1BAA-4CBE-AB1F-B2722E683C01}" srcOrd="4" destOrd="0" presId="urn:microsoft.com/office/officeart/2018/2/layout/IconVerticalSolidList"/>
    <dgm:cxn modelId="{5BC767E1-D692-4CFE-8F35-D4C11A5CB8B7}" type="presParOf" srcId="{F479DED9-1BAA-4CBE-AB1F-B2722E683C01}" destId="{13A405B0-9FB1-4319-A339-83D78BB97F7F}" srcOrd="0" destOrd="0" presId="urn:microsoft.com/office/officeart/2018/2/layout/IconVerticalSolidList"/>
    <dgm:cxn modelId="{CB6425A3-69A2-4D40-9B85-E803D434C8B5}" type="presParOf" srcId="{F479DED9-1BAA-4CBE-AB1F-B2722E683C01}" destId="{65CA3F1F-A25C-4978-98C6-B19B3DCF8333}" srcOrd="1" destOrd="0" presId="urn:microsoft.com/office/officeart/2018/2/layout/IconVerticalSolidList"/>
    <dgm:cxn modelId="{16C5FE16-65B5-4B37-BCDB-46D601361687}" type="presParOf" srcId="{F479DED9-1BAA-4CBE-AB1F-B2722E683C01}" destId="{15C7BD39-8210-4C14-95D6-F268C4064E42}" srcOrd="2" destOrd="0" presId="urn:microsoft.com/office/officeart/2018/2/layout/IconVerticalSolidList"/>
    <dgm:cxn modelId="{97EFC207-471C-4613-B201-B65E2DFD2705}" type="presParOf" srcId="{F479DED9-1BAA-4CBE-AB1F-B2722E683C01}" destId="{9123213B-FC96-42BD-89B3-620198CAE3C3}" srcOrd="3" destOrd="0" presId="urn:microsoft.com/office/officeart/2018/2/layout/IconVerticalSolidList"/>
    <dgm:cxn modelId="{0EEBFCA9-9212-491B-A28A-189750785A2D}" type="presParOf" srcId="{36658ACD-C86D-47F1-9466-DFF6B32F2C27}" destId="{FD4F9205-4E5C-4DC6-A433-33B27F5CFEB1}" srcOrd="5" destOrd="0" presId="urn:microsoft.com/office/officeart/2018/2/layout/IconVerticalSolidList"/>
    <dgm:cxn modelId="{2ABFDED1-D20F-4FD1-9967-0D5164F91174}" type="presParOf" srcId="{36658ACD-C86D-47F1-9466-DFF6B32F2C27}" destId="{994FB94D-567D-47D8-8B39-9412B9CB3359}" srcOrd="6" destOrd="0" presId="urn:microsoft.com/office/officeart/2018/2/layout/IconVerticalSolidList"/>
    <dgm:cxn modelId="{5886C88C-A3B0-4144-B006-10B249C4D4E6}" type="presParOf" srcId="{994FB94D-567D-47D8-8B39-9412B9CB3359}" destId="{0F8F5B52-A840-4239-B6AE-E34E1DE7B2F4}" srcOrd="0" destOrd="0" presId="urn:microsoft.com/office/officeart/2018/2/layout/IconVerticalSolidList"/>
    <dgm:cxn modelId="{0CB1E997-E1AD-4809-BD7C-9095D745A834}" type="presParOf" srcId="{994FB94D-567D-47D8-8B39-9412B9CB3359}" destId="{088220DA-4E12-4B75-A28D-D98DD26ACEBF}" srcOrd="1" destOrd="0" presId="urn:microsoft.com/office/officeart/2018/2/layout/IconVerticalSolidList"/>
    <dgm:cxn modelId="{CC60FC7F-FFBB-4E53-9BF8-F0EA1DBD02A9}" type="presParOf" srcId="{994FB94D-567D-47D8-8B39-9412B9CB3359}" destId="{30973BFD-CDBC-4EF0-891B-85EAAE5FD341}" srcOrd="2" destOrd="0" presId="urn:microsoft.com/office/officeart/2018/2/layout/IconVerticalSolidList"/>
    <dgm:cxn modelId="{ECBCC582-F9AB-4D2C-8714-736F5F10C969}" type="presParOf" srcId="{994FB94D-567D-47D8-8B39-9412B9CB3359}" destId="{14B4C540-E227-4758-867D-0F9AF0BC31A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FE64C24-4B16-4CC9-8F3C-ABFD0C3CDCD4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EEA877C-D469-48A6-8CB7-C93063E1A90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Struktura Cloud Firestore</a:t>
          </a:r>
        </a:p>
      </dgm:t>
    </dgm:pt>
    <dgm:pt modelId="{A86D2DE1-2110-4164-9967-26C0F5CCD2F1}" type="parTrans" cxnId="{095E30FF-547B-4F1D-B70C-2D697C50942D}">
      <dgm:prSet/>
      <dgm:spPr/>
      <dgm:t>
        <a:bodyPr/>
        <a:lstStyle/>
        <a:p>
          <a:endParaRPr lang="en-US"/>
        </a:p>
      </dgm:t>
    </dgm:pt>
    <dgm:pt modelId="{3C68BCFF-FE77-45AB-8BD8-55F46F6778A8}" type="sibTrans" cxnId="{095E30FF-547B-4F1D-B70C-2D697C50942D}">
      <dgm:prSet/>
      <dgm:spPr/>
      <dgm:t>
        <a:bodyPr/>
        <a:lstStyle/>
        <a:p>
          <a:endParaRPr lang="en-US"/>
        </a:p>
      </dgm:t>
    </dgm:pt>
    <dgm:pt modelId="{F9AEC72E-5984-4CC2-91E7-A194225C930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Cloud Functions</a:t>
          </a:r>
        </a:p>
      </dgm:t>
    </dgm:pt>
    <dgm:pt modelId="{BFD771E0-4DCC-4BBB-AD36-CEBBFD232816}" type="parTrans" cxnId="{AD871619-7C79-4BE8-BD12-470F16D60B4C}">
      <dgm:prSet/>
      <dgm:spPr/>
      <dgm:t>
        <a:bodyPr/>
        <a:lstStyle/>
        <a:p>
          <a:endParaRPr lang="en-US"/>
        </a:p>
      </dgm:t>
    </dgm:pt>
    <dgm:pt modelId="{C2D1645A-B1A8-4609-8789-068A5A5045FB}" type="sibTrans" cxnId="{AD871619-7C79-4BE8-BD12-470F16D60B4C}">
      <dgm:prSet/>
      <dgm:spPr/>
      <dgm:t>
        <a:bodyPr/>
        <a:lstStyle/>
        <a:p>
          <a:endParaRPr lang="en-US"/>
        </a:p>
      </dgm:t>
    </dgm:pt>
    <dgm:pt modelId="{60F373E3-C39D-45A0-A061-B6C28438833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Firebase Authentication</a:t>
          </a:r>
        </a:p>
      </dgm:t>
    </dgm:pt>
    <dgm:pt modelId="{6931C7CB-BCC4-4BA2-9AF9-EB21DAB531E7}" type="parTrans" cxnId="{3E7ACE0F-F33F-499E-9E96-E88B695BFE8C}">
      <dgm:prSet/>
      <dgm:spPr/>
      <dgm:t>
        <a:bodyPr/>
        <a:lstStyle/>
        <a:p>
          <a:endParaRPr lang="en-US"/>
        </a:p>
      </dgm:t>
    </dgm:pt>
    <dgm:pt modelId="{42DDA35D-E30D-4E2E-9675-AA8AB9EAAE38}" type="sibTrans" cxnId="{3E7ACE0F-F33F-499E-9E96-E88B695BFE8C}">
      <dgm:prSet/>
      <dgm:spPr/>
      <dgm:t>
        <a:bodyPr/>
        <a:lstStyle/>
        <a:p>
          <a:endParaRPr lang="en-US"/>
        </a:p>
      </dgm:t>
    </dgm:pt>
    <dgm:pt modelId="{3D51933E-3704-4169-852E-ABEBC4E5217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Automatyzacja statystyk</a:t>
          </a:r>
        </a:p>
      </dgm:t>
    </dgm:pt>
    <dgm:pt modelId="{F4A73A7F-9595-4D98-9D88-FBDE75E03C63}" type="parTrans" cxnId="{638F7BA4-4988-4394-9D33-0934CE071FA6}">
      <dgm:prSet/>
      <dgm:spPr/>
      <dgm:t>
        <a:bodyPr/>
        <a:lstStyle/>
        <a:p>
          <a:endParaRPr lang="en-US"/>
        </a:p>
      </dgm:t>
    </dgm:pt>
    <dgm:pt modelId="{47675914-B615-482A-8A65-D5DC51DD78E3}" type="sibTrans" cxnId="{638F7BA4-4988-4394-9D33-0934CE071FA6}">
      <dgm:prSet/>
      <dgm:spPr/>
      <dgm:t>
        <a:bodyPr/>
        <a:lstStyle/>
        <a:p>
          <a:endParaRPr lang="en-US"/>
        </a:p>
      </dgm:t>
    </dgm:pt>
    <dgm:pt modelId="{36658ACD-C86D-47F1-9466-DFF6B32F2C27}" type="pres">
      <dgm:prSet presAssocID="{BFE64C24-4B16-4CC9-8F3C-ABFD0C3CDCD4}" presName="root" presStyleCnt="0">
        <dgm:presLayoutVars>
          <dgm:dir/>
          <dgm:resizeHandles val="exact"/>
        </dgm:presLayoutVars>
      </dgm:prSet>
      <dgm:spPr/>
    </dgm:pt>
    <dgm:pt modelId="{CA706696-C7B0-4BCC-891A-78472DC779C2}" type="pres">
      <dgm:prSet presAssocID="{AEEA877C-D469-48A6-8CB7-C93063E1A90E}" presName="compNode" presStyleCnt="0"/>
      <dgm:spPr/>
    </dgm:pt>
    <dgm:pt modelId="{6D6303DA-3A95-42CE-8A04-9F702E36D44B}" type="pres">
      <dgm:prSet presAssocID="{AEEA877C-D469-48A6-8CB7-C93063E1A90E}" presName="bgRect" presStyleLbl="bgShp" presStyleIdx="0" presStyleCnt="4"/>
      <dgm:spPr>
        <a:solidFill>
          <a:srgbClr val="D9EAD9"/>
        </a:solidFill>
      </dgm:spPr>
    </dgm:pt>
    <dgm:pt modelId="{9855B0E0-BFFD-4DD9-BC1D-B99E19B13D46}" type="pres">
      <dgm:prSet presAssocID="{AEEA877C-D469-48A6-8CB7-C93063E1A90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ud"/>
        </a:ext>
      </dgm:extLst>
    </dgm:pt>
    <dgm:pt modelId="{96947983-2A3E-4CCB-BD87-D1FA2DC251DE}" type="pres">
      <dgm:prSet presAssocID="{AEEA877C-D469-48A6-8CB7-C93063E1A90E}" presName="spaceRect" presStyleCnt="0"/>
      <dgm:spPr/>
    </dgm:pt>
    <dgm:pt modelId="{1ECAAFB8-6177-4D67-92DF-EAD0B1C97B18}" type="pres">
      <dgm:prSet presAssocID="{AEEA877C-D469-48A6-8CB7-C93063E1A90E}" presName="parTx" presStyleLbl="revTx" presStyleIdx="0" presStyleCnt="4">
        <dgm:presLayoutVars>
          <dgm:chMax val="0"/>
          <dgm:chPref val="0"/>
        </dgm:presLayoutVars>
      </dgm:prSet>
      <dgm:spPr/>
    </dgm:pt>
    <dgm:pt modelId="{3B840F55-BB51-4C63-AB25-793E27A4E208}" type="pres">
      <dgm:prSet presAssocID="{3C68BCFF-FE77-45AB-8BD8-55F46F6778A8}" presName="sibTrans" presStyleCnt="0"/>
      <dgm:spPr/>
    </dgm:pt>
    <dgm:pt modelId="{49818C64-9FDB-442B-9B19-7907BE34B65A}" type="pres">
      <dgm:prSet presAssocID="{F9AEC72E-5984-4CC2-91E7-A194225C930F}" presName="compNode" presStyleCnt="0"/>
      <dgm:spPr/>
    </dgm:pt>
    <dgm:pt modelId="{74D58958-1225-4980-A3A4-5FBA45259956}" type="pres">
      <dgm:prSet presAssocID="{F9AEC72E-5984-4CC2-91E7-A194225C930F}" presName="bgRect" presStyleLbl="bgShp" presStyleIdx="1" presStyleCnt="4"/>
      <dgm:spPr>
        <a:solidFill>
          <a:srgbClr val="D9EAD9"/>
        </a:solidFill>
      </dgm:spPr>
    </dgm:pt>
    <dgm:pt modelId="{E61A2D12-0D1C-4C48-80F8-CB2CDFFAFEEA}" type="pres">
      <dgm:prSet presAssocID="{F9AEC72E-5984-4CC2-91E7-A194225C930F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wnload from cloud"/>
        </a:ext>
      </dgm:extLst>
    </dgm:pt>
    <dgm:pt modelId="{C4711E14-7EF2-46BA-B72D-8F68ECA72B37}" type="pres">
      <dgm:prSet presAssocID="{F9AEC72E-5984-4CC2-91E7-A194225C930F}" presName="spaceRect" presStyleCnt="0"/>
      <dgm:spPr/>
    </dgm:pt>
    <dgm:pt modelId="{72DFBF04-DEC3-454C-878D-AF1EA4FA338E}" type="pres">
      <dgm:prSet presAssocID="{F9AEC72E-5984-4CC2-91E7-A194225C930F}" presName="parTx" presStyleLbl="revTx" presStyleIdx="1" presStyleCnt="4">
        <dgm:presLayoutVars>
          <dgm:chMax val="0"/>
          <dgm:chPref val="0"/>
        </dgm:presLayoutVars>
      </dgm:prSet>
      <dgm:spPr/>
    </dgm:pt>
    <dgm:pt modelId="{D703E9F2-4B1D-4745-9243-B32C8B0141A2}" type="pres">
      <dgm:prSet presAssocID="{C2D1645A-B1A8-4609-8789-068A5A5045FB}" presName="sibTrans" presStyleCnt="0"/>
      <dgm:spPr/>
    </dgm:pt>
    <dgm:pt modelId="{F479DED9-1BAA-4CBE-AB1F-B2722E683C01}" type="pres">
      <dgm:prSet presAssocID="{60F373E3-C39D-45A0-A061-B6C28438833E}" presName="compNode" presStyleCnt="0"/>
      <dgm:spPr/>
    </dgm:pt>
    <dgm:pt modelId="{13A405B0-9FB1-4319-A339-83D78BB97F7F}" type="pres">
      <dgm:prSet presAssocID="{60F373E3-C39D-45A0-A061-B6C28438833E}" presName="bgRect" presStyleLbl="bgShp" presStyleIdx="2" presStyleCnt="4"/>
      <dgm:spPr>
        <a:solidFill>
          <a:srgbClr val="D9EAD9"/>
        </a:solidFill>
      </dgm:spPr>
    </dgm:pt>
    <dgm:pt modelId="{65CA3F1F-A25C-4978-98C6-B19B3DCF8333}" type="pres">
      <dgm:prSet presAssocID="{60F373E3-C39D-45A0-A061-B6C28438833E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15C7BD39-8210-4C14-95D6-F268C4064E42}" type="pres">
      <dgm:prSet presAssocID="{60F373E3-C39D-45A0-A061-B6C28438833E}" presName="spaceRect" presStyleCnt="0"/>
      <dgm:spPr/>
    </dgm:pt>
    <dgm:pt modelId="{9123213B-FC96-42BD-89B3-620198CAE3C3}" type="pres">
      <dgm:prSet presAssocID="{60F373E3-C39D-45A0-A061-B6C28438833E}" presName="parTx" presStyleLbl="revTx" presStyleIdx="2" presStyleCnt="4">
        <dgm:presLayoutVars>
          <dgm:chMax val="0"/>
          <dgm:chPref val="0"/>
        </dgm:presLayoutVars>
      </dgm:prSet>
      <dgm:spPr/>
    </dgm:pt>
    <dgm:pt modelId="{FD4F9205-4E5C-4DC6-A433-33B27F5CFEB1}" type="pres">
      <dgm:prSet presAssocID="{42DDA35D-E30D-4E2E-9675-AA8AB9EAAE38}" presName="sibTrans" presStyleCnt="0"/>
      <dgm:spPr/>
    </dgm:pt>
    <dgm:pt modelId="{994FB94D-567D-47D8-8B39-9412B9CB3359}" type="pres">
      <dgm:prSet presAssocID="{3D51933E-3704-4169-852E-ABEBC4E52172}" presName="compNode" presStyleCnt="0"/>
      <dgm:spPr/>
    </dgm:pt>
    <dgm:pt modelId="{0F8F5B52-A840-4239-B6AE-E34E1DE7B2F4}" type="pres">
      <dgm:prSet presAssocID="{3D51933E-3704-4169-852E-ABEBC4E52172}" presName="bgRect" presStyleLbl="bgShp" presStyleIdx="3" presStyleCnt="4"/>
      <dgm:spPr>
        <a:solidFill>
          <a:srgbClr val="D9EAD9"/>
        </a:solidFill>
      </dgm:spPr>
    </dgm:pt>
    <dgm:pt modelId="{088220DA-4E12-4B75-A28D-D98DD26ACEBF}" type="pres">
      <dgm:prSet presAssocID="{3D51933E-3704-4169-852E-ABEBC4E5217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30973BFD-CDBC-4EF0-891B-85EAAE5FD341}" type="pres">
      <dgm:prSet presAssocID="{3D51933E-3704-4169-852E-ABEBC4E52172}" presName="spaceRect" presStyleCnt="0"/>
      <dgm:spPr/>
    </dgm:pt>
    <dgm:pt modelId="{14B4C540-E227-4758-867D-0F9AF0BC31A4}" type="pres">
      <dgm:prSet presAssocID="{3D51933E-3704-4169-852E-ABEBC4E52172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3E7ACE0F-F33F-499E-9E96-E88B695BFE8C}" srcId="{BFE64C24-4B16-4CC9-8F3C-ABFD0C3CDCD4}" destId="{60F373E3-C39D-45A0-A061-B6C28438833E}" srcOrd="2" destOrd="0" parTransId="{6931C7CB-BCC4-4BA2-9AF9-EB21DAB531E7}" sibTransId="{42DDA35D-E30D-4E2E-9675-AA8AB9EAAE38}"/>
    <dgm:cxn modelId="{AD871619-7C79-4BE8-BD12-470F16D60B4C}" srcId="{BFE64C24-4B16-4CC9-8F3C-ABFD0C3CDCD4}" destId="{F9AEC72E-5984-4CC2-91E7-A194225C930F}" srcOrd="1" destOrd="0" parTransId="{BFD771E0-4DCC-4BBB-AD36-CEBBFD232816}" sibTransId="{C2D1645A-B1A8-4609-8789-068A5A5045FB}"/>
    <dgm:cxn modelId="{AF065B2B-BE2F-4604-B958-C5F74F41B789}" type="presOf" srcId="{BFE64C24-4B16-4CC9-8F3C-ABFD0C3CDCD4}" destId="{36658ACD-C86D-47F1-9466-DFF6B32F2C27}" srcOrd="0" destOrd="0" presId="urn:microsoft.com/office/officeart/2018/2/layout/IconVerticalSolidList"/>
    <dgm:cxn modelId="{24D68045-EEF7-4727-B3F2-5DCEE32174C5}" type="presOf" srcId="{60F373E3-C39D-45A0-A061-B6C28438833E}" destId="{9123213B-FC96-42BD-89B3-620198CAE3C3}" srcOrd="0" destOrd="0" presId="urn:microsoft.com/office/officeart/2018/2/layout/IconVerticalSolidList"/>
    <dgm:cxn modelId="{E66A2684-A7D9-474D-B97A-FE2AF591527B}" type="presOf" srcId="{F9AEC72E-5984-4CC2-91E7-A194225C930F}" destId="{72DFBF04-DEC3-454C-878D-AF1EA4FA338E}" srcOrd="0" destOrd="0" presId="urn:microsoft.com/office/officeart/2018/2/layout/IconVerticalSolidList"/>
    <dgm:cxn modelId="{506B6C90-85D3-43D3-A63F-7184A4894BE7}" type="presOf" srcId="{AEEA877C-D469-48A6-8CB7-C93063E1A90E}" destId="{1ECAAFB8-6177-4D67-92DF-EAD0B1C97B18}" srcOrd="0" destOrd="0" presId="urn:microsoft.com/office/officeart/2018/2/layout/IconVerticalSolidList"/>
    <dgm:cxn modelId="{638F7BA4-4988-4394-9D33-0934CE071FA6}" srcId="{BFE64C24-4B16-4CC9-8F3C-ABFD0C3CDCD4}" destId="{3D51933E-3704-4169-852E-ABEBC4E52172}" srcOrd="3" destOrd="0" parTransId="{F4A73A7F-9595-4D98-9D88-FBDE75E03C63}" sibTransId="{47675914-B615-482A-8A65-D5DC51DD78E3}"/>
    <dgm:cxn modelId="{FE8F11FA-BA06-4C37-9C02-9BB31FA11E3E}" type="presOf" srcId="{3D51933E-3704-4169-852E-ABEBC4E52172}" destId="{14B4C540-E227-4758-867D-0F9AF0BC31A4}" srcOrd="0" destOrd="0" presId="urn:microsoft.com/office/officeart/2018/2/layout/IconVerticalSolidList"/>
    <dgm:cxn modelId="{095E30FF-547B-4F1D-B70C-2D697C50942D}" srcId="{BFE64C24-4B16-4CC9-8F3C-ABFD0C3CDCD4}" destId="{AEEA877C-D469-48A6-8CB7-C93063E1A90E}" srcOrd="0" destOrd="0" parTransId="{A86D2DE1-2110-4164-9967-26C0F5CCD2F1}" sibTransId="{3C68BCFF-FE77-45AB-8BD8-55F46F6778A8}"/>
    <dgm:cxn modelId="{05F333F2-B651-4267-9594-45E636DD5003}" type="presParOf" srcId="{36658ACD-C86D-47F1-9466-DFF6B32F2C27}" destId="{CA706696-C7B0-4BCC-891A-78472DC779C2}" srcOrd="0" destOrd="0" presId="urn:microsoft.com/office/officeart/2018/2/layout/IconVerticalSolidList"/>
    <dgm:cxn modelId="{A7F31EDF-F2E5-4ECF-AF81-75A5ACE3842C}" type="presParOf" srcId="{CA706696-C7B0-4BCC-891A-78472DC779C2}" destId="{6D6303DA-3A95-42CE-8A04-9F702E36D44B}" srcOrd="0" destOrd="0" presId="urn:microsoft.com/office/officeart/2018/2/layout/IconVerticalSolidList"/>
    <dgm:cxn modelId="{1237A711-FF41-4B2B-9623-6FC735AB69AA}" type="presParOf" srcId="{CA706696-C7B0-4BCC-891A-78472DC779C2}" destId="{9855B0E0-BFFD-4DD9-BC1D-B99E19B13D46}" srcOrd="1" destOrd="0" presId="urn:microsoft.com/office/officeart/2018/2/layout/IconVerticalSolidList"/>
    <dgm:cxn modelId="{278F39B2-4315-4CA1-9D27-AC708325263A}" type="presParOf" srcId="{CA706696-C7B0-4BCC-891A-78472DC779C2}" destId="{96947983-2A3E-4CCB-BD87-D1FA2DC251DE}" srcOrd="2" destOrd="0" presId="urn:microsoft.com/office/officeart/2018/2/layout/IconVerticalSolidList"/>
    <dgm:cxn modelId="{BBB18A96-7B45-4E61-96B9-9F75A38D9AA4}" type="presParOf" srcId="{CA706696-C7B0-4BCC-891A-78472DC779C2}" destId="{1ECAAFB8-6177-4D67-92DF-EAD0B1C97B18}" srcOrd="3" destOrd="0" presId="urn:microsoft.com/office/officeart/2018/2/layout/IconVerticalSolidList"/>
    <dgm:cxn modelId="{865E2820-1D5B-49F4-839F-18CBEB466D60}" type="presParOf" srcId="{36658ACD-C86D-47F1-9466-DFF6B32F2C27}" destId="{3B840F55-BB51-4C63-AB25-793E27A4E208}" srcOrd="1" destOrd="0" presId="urn:microsoft.com/office/officeart/2018/2/layout/IconVerticalSolidList"/>
    <dgm:cxn modelId="{C38B08D5-9EF1-43A4-933A-CF4CFB71364B}" type="presParOf" srcId="{36658ACD-C86D-47F1-9466-DFF6B32F2C27}" destId="{49818C64-9FDB-442B-9B19-7907BE34B65A}" srcOrd="2" destOrd="0" presId="urn:microsoft.com/office/officeart/2018/2/layout/IconVerticalSolidList"/>
    <dgm:cxn modelId="{BDB37122-492A-4A0B-9D84-46757CC4C55B}" type="presParOf" srcId="{49818C64-9FDB-442B-9B19-7907BE34B65A}" destId="{74D58958-1225-4980-A3A4-5FBA45259956}" srcOrd="0" destOrd="0" presId="urn:microsoft.com/office/officeart/2018/2/layout/IconVerticalSolidList"/>
    <dgm:cxn modelId="{735A44D0-26BE-428A-8A08-31CA49536CA1}" type="presParOf" srcId="{49818C64-9FDB-442B-9B19-7907BE34B65A}" destId="{E61A2D12-0D1C-4C48-80F8-CB2CDFFAFEEA}" srcOrd="1" destOrd="0" presId="urn:microsoft.com/office/officeart/2018/2/layout/IconVerticalSolidList"/>
    <dgm:cxn modelId="{17D116D2-5697-4481-A68E-5B79131B973F}" type="presParOf" srcId="{49818C64-9FDB-442B-9B19-7907BE34B65A}" destId="{C4711E14-7EF2-46BA-B72D-8F68ECA72B37}" srcOrd="2" destOrd="0" presId="urn:microsoft.com/office/officeart/2018/2/layout/IconVerticalSolidList"/>
    <dgm:cxn modelId="{7F62216C-5591-45C0-81A8-E8DBFAC123F6}" type="presParOf" srcId="{49818C64-9FDB-442B-9B19-7907BE34B65A}" destId="{72DFBF04-DEC3-454C-878D-AF1EA4FA338E}" srcOrd="3" destOrd="0" presId="urn:microsoft.com/office/officeart/2018/2/layout/IconVerticalSolidList"/>
    <dgm:cxn modelId="{B568BE50-6004-4CF5-B7FC-8F1D7546B71C}" type="presParOf" srcId="{36658ACD-C86D-47F1-9466-DFF6B32F2C27}" destId="{D703E9F2-4B1D-4745-9243-B32C8B0141A2}" srcOrd="3" destOrd="0" presId="urn:microsoft.com/office/officeart/2018/2/layout/IconVerticalSolidList"/>
    <dgm:cxn modelId="{430A2021-E249-4C70-B193-5508C96461DE}" type="presParOf" srcId="{36658ACD-C86D-47F1-9466-DFF6B32F2C27}" destId="{F479DED9-1BAA-4CBE-AB1F-B2722E683C01}" srcOrd="4" destOrd="0" presId="urn:microsoft.com/office/officeart/2018/2/layout/IconVerticalSolidList"/>
    <dgm:cxn modelId="{5BC767E1-D692-4CFE-8F35-D4C11A5CB8B7}" type="presParOf" srcId="{F479DED9-1BAA-4CBE-AB1F-B2722E683C01}" destId="{13A405B0-9FB1-4319-A339-83D78BB97F7F}" srcOrd="0" destOrd="0" presId="urn:microsoft.com/office/officeart/2018/2/layout/IconVerticalSolidList"/>
    <dgm:cxn modelId="{CB6425A3-69A2-4D40-9B85-E803D434C8B5}" type="presParOf" srcId="{F479DED9-1BAA-4CBE-AB1F-B2722E683C01}" destId="{65CA3F1F-A25C-4978-98C6-B19B3DCF8333}" srcOrd="1" destOrd="0" presId="urn:microsoft.com/office/officeart/2018/2/layout/IconVerticalSolidList"/>
    <dgm:cxn modelId="{16C5FE16-65B5-4B37-BCDB-46D601361687}" type="presParOf" srcId="{F479DED9-1BAA-4CBE-AB1F-B2722E683C01}" destId="{15C7BD39-8210-4C14-95D6-F268C4064E42}" srcOrd="2" destOrd="0" presId="urn:microsoft.com/office/officeart/2018/2/layout/IconVerticalSolidList"/>
    <dgm:cxn modelId="{97EFC207-471C-4613-B201-B65E2DFD2705}" type="presParOf" srcId="{F479DED9-1BAA-4CBE-AB1F-B2722E683C01}" destId="{9123213B-FC96-42BD-89B3-620198CAE3C3}" srcOrd="3" destOrd="0" presId="urn:microsoft.com/office/officeart/2018/2/layout/IconVerticalSolidList"/>
    <dgm:cxn modelId="{0EEBFCA9-9212-491B-A28A-189750785A2D}" type="presParOf" srcId="{36658ACD-C86D-47F1-9466-DFF6B32F2C27}" destId="{FD4F9205-4E5C-4DC6-A433-33B27F5CFEB1}" srcOrd="5" destOrd="0" presId="urn:microsoft.com/office/officeart/2018/2/layout/IconVerticalSolidList"/>
    <dgm:cxn modelId="{2ABFDED1-D20F-4FD1-9967-0D5164F91174}" type="presParOf" srcId="{36658ACD-C86D-47F1-9466-DFF6B32F2C27}" destId="{994FB94D-567D-47D8-8B39-9412B9CB3359}" srcOrd="6" destOrd="0" presId="urn:microsoft.com/office/officeart/2018/2/layout/IconVerticalSolidList"/>
    <dgm:cxn modelId="{5886C88C-A3B0-4144-B006-10B249C4D4E6}" type="presParOf" srcId="{994FB94D-567D-47D8-8B39-9412B9CB3359}" destId="{0F8F5B52-A840-4239-B6AE-E34E1DE7B2F4}" srcOrd="0" destOrd="0" presId="urn:microsoft.com/office/officeart/2018/2/layout/IconVerticalSolidList"/>
    <dgm:cxn modelId="{0CB1E997-E1AD-4809-BD7C-9095D745A834}" type="presParOf" srcId="{994FB94D-567D-47D8-8B39-9412B9CB3359}" destId="{088220DA-4E12-4B75-A28D-D98DD26ACEBF}" srcOrd="1" destOrd="0" presId="urn:microsoft.com/office/officeart/2018/2/layout/IconVerticalSolidList"/>
    <dgm:cxn modelId="{CC60FC7F-FFBB-4E53-9BF8-F0EA1DBD02A9}" type="presParOf" srcId="{994FB94D-567D-47D8-8B39-9412B9CB3359}" destId="{30973BFD-CDBC-4EF0-891B-85EAAE5FD341}" srcOrd="2" destOrd="0" presId="urn:microsoft.com/office/officeart/2018/2/layout/IconVerticalSolidList"/>
    <dgm:cxn modelId="{ECBCC582-F9AB-4D2C-8714-736F5F10C969}" type="presParOf" srcId="{994FB94D-567D-47D8-8B39-9412B9CB3359}" destId="{14B4C540-E227-4758-867D-0F9AF0BC31A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6303DA-3A95-42CE-8A04-9F702E36D44B}">
      <dsp:nvSpPr>
        <dsp:cNvPr id="0" name=""/>
        <dsp:cNvSpPr/>
      </dsp:nvSpPr>
      <dsp:spPr>
        <a:xfrm>
          <a:off x="0" y="2288"/>
          <a:ext cx="6364224" cy="1159843"/>
        </a:xfrm>
        <a:prstGeom prst="roundRect">
          <a:avLst>
            <a:gd name="adj" fmla="val 10000"/>
          </a:avLst>
        </a:prstGeom>
        <a:solidFill>
          <a:srgbClr val="D9EAD9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55B0E0-BFFD-4DD9-BC1D-B99E19B13D46}">
      <dsp:nvSpPr>
        <dsp:cNvPr id="0" name=""/>
        <dsp:cNvSpPr/>
      </dsp:nvSpPr>
      <dsp:spPr>
        <a:xfrm>
          <a:off x="350852" y="263253"/>
          <a:ext cx="637913" cy="63791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CAAFB8-6177-4D67-92DF-EAD0B1C97B18}">
      <dsp:nvSpPr>
        <dsp:cNvPr id="0" name=""/>
        <dsp:cNvSpPr/>
      </dsp:nvSpPr>
      <dsp:spPr>
        <a:xfrm>
          <a:off x="1339618" y="2288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 err="1">
              <a:latin typeface="Aptos"/>
            </a:rPr>
            <a:t>Archtektura</a:t>
          </a:r>
          <a:r>
            <a:rPr lang="en-US" sz="2200" kern="1200" dirty="0">
              <a:latin typeface="Aptos"/>
            </a:rPr>
            <a:t> </a:t>
          </a:r>
          <a:r>
            <a:rPr lang="en-US" sz="2200" kern="1200" dirty="0" err="1">
              <a:latin typeface="Aptos"/>
            </a:rPr>
            <a:t>zdarzeniowa</a:t>
          </a:r>
          <a:r>
            <a:rPr lang="en-US" sz="2200" kern="1200" dirty="0">
              <a:latin typeface="Aptos"/>
            </a:rPr>
            <a:t> (</a:t>
          </a:r>
          <a:r>
            <a:rPr lang="en-US" sz="2200" i="1" kern="1200" dirty="0">
              <a:latin typeface="Aptos"/>
            </a:rPr>
            <a:t>Event-driven</a:t>
          </a:r>
          <a:r>
            <a:rPr lang="en-US" sz="2200" kern="1200" dirty="0">
              <a:latin typeface="Aptos"/>
            </a:rPr>
            <a:t>)</a:t>
          </a:r>
          <a:endParaRPr lang="en-US" sz="2200" kern="1200" dirty="0"/>
        </a:p>
      </dsp:txBody>
      <dsp:txXfrm>
        <a:off x="1339618" y="2288"/>
        <a:ext cx="5024605" cy="1159843"/>
      </dsp:txXfrm>
    </dsp:sp>
    <dsp:sp modelId="{74D58958-1225-4980-A3A4-5FBA45259956}">
      <dsp:nvSpPr>
        <dsp:cNvPr id="0" name=""/>
        <dsp:cNvSpPr/>
      </dsp:nvSpPr>
      <dsp:spPr>
        <a:xfrm>
          <a:off x="0" y="1452092"/>
          <a:ext cx="6364224" cy="1159843"/>
        </a:xfrm>
        <a:prstGeom prst="roundRect">
          <a:avLst>
            <a:gd name="adj" fmla="val 10000"/>
          </a:avLst>
        </a:prstGeom>
        <a:solidFill>
          <a:srgbClr val="D9EAD9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1A2D12-0D1C-4C48-80F8-CB2CDFFAFEEA}">
      <dsp:nvSpPr>
        <dsp:cNvPr id="0" name=""/>
        <dsp:cNvSpPr/>
      </dsp:nvSpPr>
      <dsp:spPr>
        <a:xfrm>
          <a:off x="350852" y="1713057"/>
          <a:ext cx="637913" cy="63791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DFBF04-DEC3-454C-878D-AF1EA4FA338E}">
      <dsp:nvSpPr>
        <dsp:cNvPr id="0" name=""/>
        <dsp:cNvSpPr/>
      </dsp:nvSpPr>
      <dsp:spPr>
        <a:xfrm>
          <a:off x="1339618" y="1452092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Aptos"/>
            </a:rPr>
            <a:t>BaaS (Backend as aService)</a:t>
          </a:r>
        </a:p>
      </dsp:txBody>
      <dsp:txXfrm>
        <a:off x="1339618" y="1452092"/>
        <a:ext cx="5024605" cy="1159843"/>
      </dsp:txXfrm>
    </dsp:sp>
    <dsp:sp modelId="{13A405B0-9FB1-4319-A339-83D78BB97F7F}">
      <dsp:nvSpPr>
        <dsp:cNvPr id="0" name=""/>
        <dsp:cNvSpPr/>
      </dsp:nvSpPr>
      <dsp:spPr>
        <a:xfrm>
          <a:off x="0" y="2901896"/>
          <a:ext cx="6364224" cy="1159843"/>
        </a:xfrm>
        <a:prstGeom prst="roundRect">
          <a:avLst>
            <a:gd name="adj" fmla="val 10000"/>
          </a:avLst>
        </a:prstGeom>
        <a:solidFill>
          <a:srgbClr val="D9EAD9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CA3F1F-A25C-4978-98C6-B19B3DCF8333}">
      <dsp:nvSpPr>
        <dsp:cNvPr id="0" name=""/>
        <dsp:cNvSpPr/>
      </dsp:nvSpPr>
      <dsp:spPr>
        <a:xfrm>
          <a:off x="350852" y="3162861"/>
          <a:ext cx="637913" cy="63791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23213B-FC96-42BD-89B3-620198CAE3C3}">
      <dsp:nvSpPr>
        <dsp:cNvPr id="0" name=""/>
        <dsp:cNvSpPr/>
      </dsp:nvSpPr>
      <dsp:spPr>
        <a:xfrm>
          <a:off x="1339618" y="2901896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Aptos"/>
            </a:rPr>
            <a:t>Real-time data flow</a:t>
          </a:r>
        </a:p>
      </dsp:txBody>
      <dsp:txXfrm>
        <a:off x="1339618" y="2901896"/>
        <a:ext cx="5024605" cy="1159843"/>
      </dsp:txXfrm>
    </dsp:sp>
    <dsp:sp modelId="{0F8F5B52-A840-4239-B6AE-E34E1DE7B2F4}">
      <dsp:nvSpPr>
        <dsp:cNvPr id="0" name=""/>
        <dsp:cNvSpPr/>
      </dsp:nvSpPr>
      <dsp:spPr>
        <a:xfrm>
          <a:off x="0" y="4351700"/>
          <a:ext cx="6364224" cy="1159843"/>
        </a:xfrm>
        <a:prstGeom prst="roundRect">
          <a:avLst>
            <a:gd name="adj" fmla="val 10000"/>
          </a:avLst>
        </a:prstGeom>
        <a:solidFill>
          <a:srgbClr val="D9EAD9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8220DA-4E12-4B75-A28D-D98DD26ACEBF}">
      <dsp:nvSpPr>
        <dsp:cNvPr id="0" name=""/>
        <dsp:cNvSpPr/>
      </dsp:nvSpPr>
      <dsp:spPr>
        <a:xfrm>
          <a:off x="350852" y="4612665"/>
          <a:ext cx="637913" cy="63791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B4C540-E227-4758-867D-0F9AF0BC31A4}">
      <dsp:nvSpPr>
        <dsp:cNvPr id="0" name=""/>
        <dsp:cNvSpPr/>
      </dsp:nvSpPr>
      <dsp:spPr>
        <a:xfrm>
          <a:off x="1339618" y="4351700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>
              <a:latin typeface="Aptos"/>
            </a:rPr>
            <a:t>Warstwa bezpieczeństwa</a:t>
          </a:r>
          <a:endParaRPr lang="en-US" sz="2200" kern="1200" dirty="0"/>
        </a:p>
      </dsp:txBody>
      <dsp:txXfrm>
        <a:off x="1339618" y="4351700"/>
        <a:ext cx="5024605" cy="115984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6303DA-3A95-42CE-8A04-9F702E36D44B}">
      <dsp:nvSpPr>
        <dsp:cNvPr id="0" name=""/>
        <dsp:cNvSpPr/>
      </dsp:nvSpPr>
      <dsp:spPr>
        <a:xfrm>
          <a:off x="0" y="2288"/>
          <a:ext cx="6364224" cy="1159843"/>
        </a:xfrm>
        <a:prstGeom prst="roundRect">
          <a:avLst>
            <a:gd name="adj" fmla="val 10000"/>
          </a:avLst>
        </a:prstGeom>
        <a:solidFill>
          <a:srgbClr val="D9EAD9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55B0E0-BFFD-4DD9-BC1D-B99E19B13D46}">
      <dsp:nvSpPr>
        <dsp:cNvPr id="0" name=""/>
        <dsp:cNvSpPr/>
      </dsp:nvSpPr>
      <dsp:spPr>
        <a:xfrm>
          <a:off x="350852" y="263253"/>
          <a:ext cx="637913" cy="637913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CAAFB8-6177-4D67-92DF-EAD0B1C97B18}">
      <dsp:nvSpPr>
        <dsp:cNvPr id="0" name=""/>
        <dsp:cNvSpPr/>
      </dsp:nvSpPr>
      <dsp:spPr>
        <a:xfrm>
          <a:off x="1339618" y="2288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Struktura Cloud Firestore</a:t>
          </a:r>
        </a:p>
      </dsp:txBody>
      <dsp:txXfrm>
        <a:off x="1339618" y="2288"/>
        <a:ext cx="5024605" cy="1159843"/>
      </dsp:txXfrm>
    </dsp:sp>
    <dsp:sp modelId="{74D58958-1225-4980-A3A4-5FBA45259956}">
      <dsp:nvSpPr>
        <dsp:cNvPr id="0" name=""/>
        <dsp:cNvSpPr/>
      </dsp:nvSpPr>
      <dsp:spPr>
        <a:xfrm>
          <a:off x="0" y="1452092"/>
          <a:ext cx="6364224" cy="1159843"/>
        </a:xfrm>
        <a:prstGeom prst="roundRect">
          <a:avLst>
            <a:gd name="adj" fmla="val 10000"/>
          </a:avLst>
        </a:prstGeom>
        <a:solidFill>
          <a:srgbClr val="D9EAD9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61A2D12-0D1C-4C48-80F8-CB2CDFFAFEEA}">
      <dsp:nvSpPr>
        <dsp:cNvPr id="0" name=""/>
        <dsp:cNvSpPr/>
      </dsp:nvSpPr>
      <dsp:spPr>
        <a:xfrm>
          <a:off x="350852" y="1713057"/>
          <a:ext cx="637913" cy="637913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DFBF04-DEC3-454C-878D-AF1EA4FA338E}">
      <dsp:nvSpPr>
        <dsp:cNvPr id="0" name=""/>
        <dsp:cNvSpPr/>
      </dsp:nvSpPr>
      <dsp:spPr>
        <a:xfrm>
          <a:off x="1339618" y="1452092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Cloud Functions</a:t>
          </a:r>
        </a:p>
      </dsp:txBody>
      <dsp:txXfrm>
        <a:off x="1339618" y="1452092"/>
        <a:ext cx="5024605" cy="1159843"/>
      </dsp:txXfrm>
    </dsp:sp>
    <dsp:sp modelId="{13A405B0-9FB1-4319-A339-83D78BB97F7F}">
      <dsp:nvSpPr>
        <dsp:cNvPr id="0" name=""/>
        <dsp:cNvSpPr/>
      </dsp:nvSpPr>
      <dsp:spPr>
        <a:xfrm>
          <a:off x="0" y="2901896"/>
          <a:ext cx="6364224" cy="1159843"/>
        </a:xfrm>
        <a:prstGeom prst="roundRect">
          <a:avLst>
            <a:gd name="adj" fmla="val 10000"/>
          </a:avLst>
        </a:prstGeom>
        <a:solidFill>
          <a:srgbClr val="D9EAD9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CA3F1F-A25C-4978-98C6-B19B3DCF8333}">
      <dsp:nvSpPr>
        <dsp:cNvPr id="0" name=""/>
        <dsp:cNvSpPr/>
      </dsp:nvSpPr>
      <dsp:spPr>
        <a:xfrm>
          <a:off x="350852" y="3162861"/>
          <a:ext cx="637913" cy="637913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123213B-FC96-42BD-89B3-620198CAE3C3}">
      <dsp:nvSpPr>
        <dsp:cNvPr id="0" name=""/>
        <dsp:cNvSpPr/>
      </dsp:nvSpPr>
      <dsp:spPr>
        <a:xfrm>
          <a:off x="1339618" y="2901896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Firebase Authentication</a:t>
          </a:r>
        </a:p>
      </dsp:txBody>
      <dsp:txXfrm>
        <a:off x="1339618" y="2901896"/>
        <a:ext cx="5024605" cy="1159843"/>
      </dsp:txXfrm>
    </dsp:sp>
    <dsp:sp modelId="{0F8F5B52-A840-4239-B6AE-E34E1DE7B2F4}">
      <dsp:nvSpPr>
        <dsp:cNvPr id="0" name=""/>
        <dsp:cNvSpPr/>
      </dsp:nvSpPr>
      <dsp:spPr>
        <a:xfrm>
          <a:off x="0" y="4351700"/>
          <a:ext cx="6364224" cy="1159843"/>
        </a:xfrm>
        <a:prstGeom prst="roundRect">
          <a:avLst>
            <a:gd name="adj" fmla="val 10000"/>
          </a:avLst>
        </a:prstGeom>
        <a:solidFill>
          <a:srgbClr val="D9EAD9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88220DA-4E12-4B75-A28D-D98DD26ACEBF}">
      <dsp:nvSpPr>
        <dsp:cNvPr id="0" name=""/>
        <dsp:cNvSpPr/>
      </dsp:nvSpPr>
      <dsp:spPr>
        <a:xfrm>
          <a:off x="350852" y="4612665"/>
          <a:ext cx="637913" cy="637913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B4C540-E227-4758-867D-0F9AF0BC31A4}">
      <dsp:nvSpPr>
        <dsp:cNvPr id="0" name=""/>
        <dsp:cNvSpPr/>
      </dsp:nvSpPr>
      <dsp:spPr>
        <a:xfrm>
          <a:off x="1339618" y="4351700"/>
          <a:ext cx="5024605" cy="115984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750" tIns="122750" rIns="122750" bIns="122750" numCol="1" spcCol="1270" anchor="ctr" anchorCtr="0">
          <a:noAutofit/>
        </a:bodyPr>
        <a:lstStyle/>
        <a:p>
          <a:pPr marL="0" lvl="0" indent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Automatyzacja statystyk</a:t>
          </a:r>
        </a:p>
      </dsp:txBody>
      <dsp:txXfrm>
        <a:off x="1339618" y="4351700"/>
        <a:ext cx="5024605" cy="115984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ieter0100/projektGrupowy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8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8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EB76A3-92EB-F6CB-3DE4-7EB517D68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1EBC541-6F80-B88F-B7FC-5AA29B6E53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3423851-3EA2-D15C-3DBC-F1DF095B8C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DF4DE9F0-ACC2-4F69-ACE5-CEDA79BB75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193D756-A0DE-19D0-7C16-824FC3ED8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43DB020-3984-56C4-5251-CA43BA7900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72189E9-A7BD-A396-C1E7-7E48CEDDC8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7AB1273-47C3-73C2-BA4E-4A58F541D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2605" y="652463"/>
            <a:ext cx="6227445" cy="212407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800" b="1" err="1">
                <a:solidFill>
                  <a:schemeClr val="tx2"/>
                </a:solidFill>
                <a:ea typeface="+mj-lt"/>
                <a:cs typeface="+mj-lt"/>
              </a:rPr>
              <a:t>Aplikacja</a:t>
            </a:r>
            <a:r>
              <a:rPr lang="en-US" sz="4800" b="1" dirty="0">
                <a:solidFill>
                  <a:schemeClr val="tx2"/>
                </a:solidFill>
                <a:ea typeface="+mj-lt"/>
                <a:cs typeface="+mj-lt"/>
              </a:rPr>
              <a:t> </a:t>
            </a:r>
            <a:r>
              <a:rPr lang="en-US" sz="4800" b="1" err="1">
                <a:solidFill>
                  <a:schemeClr val="tx2"/>
                </a:solidFill>
                <a:ea typeface="+mj-lt"/>
                <a:cs typeface="+mj-lt"/>
              </a:rPr>
              <a:t>dla</a:t>
            </a:r>
            <a:r>
              <a:rPr lang="en-US" sz="4800" b="1" dirty="0">
                <a:solidFill>
                  <a:schemeClr val="tx2"/>
                </a:solidFill>
                <a:ea typeface="+mj-lt"/>
                <a:cs typeface="+mj-lt"/>
              </a:rPr>
              <a:t> </a:t>
            </a:r>
            <a:r>
              <a:rPr lang="en-US" sz="4800" b="1" err="1">
                <a:solidFill>
                  <a:schemeClr val="tx2"/>
                </a:solidFill>
                <a:ea typeface="+mj-lt"/>
                <a:cs typeface="+mj-lt"/>
              </a:rPr>
              <a:t>dzieci</a:t>
            </a:r>
            <a:r>
              <a:rPr lang="en-US" sz="4800" b="1" dirty="0">
                <a:solidFill>
                  <a:schemeClr val="tx2"/>
                </a:solidFill>
                <a:ea typeface="+mj-lt"/>
                <a:cs typeface="+mj-lt"/>
              </a:rPr>
              <a:t> do </a:t>
            </a:r>
            <a:r>
              <a:rPr lang="en-US" sz="4800" b="1" err="1">
                <a:solidFill>
                  <a:schemeClr val="tx2"/>
                </a:solidFill>
                <a:ea typeface="+mj-lt"/>
                <a:cs typeface="+mj-lt"/>
              </a:rPr>
              <a:t>nauki</a:t>
            </a:r>
            <a:r>
              <a:rPr lang="en-US" sz="4800" b="1" dirty="0">
                <a:solidFill>
                  <a:schemeClr val="tx2"/>
                </a:solidFill>
                <a:ea typeface="+mj-lt"/>
                <a:cs typeface="+mj-lt"/>
              </a:rPr>
              <a:t> </a:t>
            </a:r>
            <a:r>
              <a:rPr lang="en-US" sz="4800" b="1" err="1">
                <a:solidFill>
                  <a:schemeClr val="tx2"/>
                </a:solidFill>
                <a:ea typeface="+mj-lt"/>
                <a:cs typeface="+mj-lt"/>
              </a:rPr>
              <a:t>tabliczki</a:t>
            </a:r>
            <a:r>
              <a:rPr lang="en-US" sz="4800" b="1" dirty="0">
                <a:solidFill>
                  <a:schemeClr val="tx2"/>
                </a:solidFill>
                <a:ea typeface="+mj-lt"/>
                <a:cs typeface="+mj-lt"/>
              </a:rPr>
              <a:t> </a:t>
            </a:r>
            <a:r>
              <a:rPr lang="en-US" sz="4800" b="1" err="1">
                <a:solidFill>
                  <a:schemeClr val="tx2"/>
                </a:solidFill>
                <a:ea typeface="+mj-lt"/>
                <a:cs typeface="+mj-lt"/>
              </a:rPr>
              <a:t>mnożenia</a:t>
            </a:r>
            <a:endParaRPr lang="en-US" b="1" err="1">
              <a:solidFill>
                <a:schemeClr val="tx2"/>
              </a:solidFill>
              <a:ea typeface="+mj-lt"/>
              <a:cs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B3B611-0778-720A-8BFF-3435ABAF6760}"/>
              </a:ext>
            </a:extLst>
          </p:cNvPr>
          <p:cNvSpPr txBox="1"/>
          <p:nvPr/>
        </p:nvSpPr>
        <p:spPr>
          <a:xfrm>
            <a:off x="6171228" y="3430488"/>
            <a:ext cx="5099723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 dirty="0"/>
              <a:t>Grupa </a:t>
            </a:r>
            <a:r>
              <a:rPr lang="en-US" b="1" dirty="0" err="1"/>
              <a:t>projektowa</a:t>
            </a:r>
            <a:r>
              <a:rPr lang="en-US" b="1" dirty="0"/>
              <a:t>:</a:t>
            </a:r>
          </a:p>
          <a:p>
            <a:r>
              <a:rPr lang="en-US" dirty="0"/>
              <a:t>Marta </a:t>
            </a:r>
            <a:r>
              <a:rPr lang="en-US" dirty="0" err="1"/>
              <a:t>Kociszewska</a:t>
            </a:r>
            <a:endParaRPr lang="en-US"/>
          </a:p>
          <a:p>
            <a:r>
              <a:rPr lang="en-US" dirty="0"/>
              <a:t>Lidia </a:t>
            </a:r>
            <a:r>
              <a:rPr lang="en-US" dirty="0" err="1"/>
              <a:t>Zawrzykraj</a:t>
            </a:r>
            <a:endParaRPr lang="en-US"/>
          </a:p>
          <a:p>
            <a:r>
              <a:rPr lang="en-US" dirty="0"/>
              <a:t>Piotr Kierznowski</a:t>
            </a:r>
          </a:p>
          <a:p>
            <a:r>
              <a:rPr lang="en-US" dirty="0"/>
              <a:t>Weronika </a:t>
            </a:r>
            <a:r>
              <a:rPr lang="en-US" dirty="0" err="1"/>
              <a:t>Kankowska</a:t>
            </a:r>
            <a:endParaRPr lang="en-US"/>
          </a:p>
          <a:p>
            <a:endParaRPr lang="en-US" dirty="0"/>
          </a:p>
          <a:p>
            <a:endParaRPr lang="en-US" dirty="0"/>
          </a:p>
          <a:p>
            <a:r>
              <a:rPr lang="en-US" b="1" dirty="0" err="1"/>
              <a:t>Opiekun</a:t>
            </a:r>
            <a:r>
              <a:rPr lang="en-US" b="1" dirty="0"/>
              <a:t> </a:t>
            </a:r>
            <a:r>
              <a:rPr lang="en-US" b="1" dirty="0" err="1"/>
              <a:t>projektu</a:t>
            </a:r>
            <a:r>
              <a:rPr lang="en-US" b="1" dirty="0"/>
              <a:t>:</a:t>
            </a:r>
          </a:p>
          <a:p>
            <a:r>
              <a:rPr lang="en-US" dirty="0">
                <a:ea typeface="+mn-lt"/>
                <a:cs typeface="+mn-lt"/>
              </a:rPr>
              <a:t>Dr </a:t>
            </a:r>
            <a:r>
              <a:rPr lang="en-US" dirty="0" err="1">
                <a:ea typeface="+mn-lt"/>
                <a:cs typeface="+mn-lt"/>
              </a:rPr>
              <a:t>inż</a:t>
            </a:r>
            <a:r>
              <a:rPr lang="en-US" dirty="0">
                <a:ea typeface="+mn-lt"/>
                <a:cs typeface="+mn-lt"/>
              </a:rPr>
              <a:t>. Barbara Stawarz-Graczyk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92097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1A3D38-86EF-B4D5-6BCA-140D5BB96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0B93794-4242-4B41-C4CD-946758BE5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ADB34D-50BB-36B0-2E34-60F6D5C599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9B0BE8C-E013-5C3F-FA35-7D7153FE4B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4C21905-FBBB-596D-F4A8-4CB2D6A064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FC0B9EB-86F1-F3CF-F241-AC4173BFE0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C28C4B0-BC57-938C-C0D7-A40020C09D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43703FC-C273-2174-66FE-B05107BC25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5857589-0B54-7C58-4916-920D87CEF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 b="1" dirty="0" err="1">
                <a:solidFill>
                  <a:schemeClr val="tx2"/>
                </a:solidFill>
              </a:rPr>
              <a:t>Zespół</a:t>
            </a:r>
            <a:r>
              <a:rPr lang="en-US" sz="4000" b="1" dirty="0">
                <a:solidFill>
                  <a:schemeClr val="tx2"/>
                </a:solidFill>
              </a:rPr>
              <a:t> </a:t>
            </a:r>
            <a:r>
              <a:rPr lang="en-US" sz="4000" b="1" dirty="0" err="1">
                <a:solidFill>
                  <a:schemeClr val="tx2"/>
                </a:solidFill>
              </a:rPr>
              <a:t>projektowy</a:t>
            </a:r>
            <a:endParaRPr lang="en-US" sz="3600">
              <a:solidFill>
                <a:schemeClr val="tx2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DAE6D7-1B76-573E-2AC9-354143DDAD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7075" y="1341291"/>
            <a:ext cx="5296349" cy="417175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800" b="1" dirty="0">
                <a:solidFill>
                  <a:schemeClr val="tx2"/>
                </a:solidFill>
              </a:rPr>
              <a:t>Lidia </a:t>
            </a:r>
            <a:r>
              <a:rPr lang="en-US" sz="2800" b="1" err="1">
                <a:solidFill>
                  <a:schemeClr val="tx2"/>
                </a:solidFill>
              </a:rPr>
              <a:t>Zawrzykraj</a:t>
            </a:r>
            <a:r>
              <a:rPr lang="en-US" sz="2800" b="1" dirty="0">
                <a:solidFill>
                  <a:schemeClr val="tx2"/>
                </a:solidFill>
              </a:rPr>
              <a:t> </a:t>
            </a:r>
            <a:r>
              <a:rPr lang="en-US" sz="2800" dirty="0">
                <a:solidFill>
                  <a:schemeClr val="tx2"/>
                </a:solidFill>
              </a:rPr>
              <a:t>– project manager</a:t>
            </a:r>
            <a:endParaRPr lang="en-US">
              <a:solidFill>
                <a:schemeClr val="tx2"/>
              </a:solidFill>
            </a:endParaRPr>
          </a:p>
          <a:p>
            <a:r>
              <a:rPr lang="en-US" sz="2800" b="1" dirty="0">
                <a:solidFill>
                  <a:schemeClr val="tx2"/>
                </a:solidFill>
              </a:rPr>
              <a:t>Marta </a:t>
            </a:r>
            <a:r>
              <a:rPr lang="en-US" sz="2800" b="1" err="1">
                <a:solidFill>
                  <a:schemeClr val="tx2"/>
                </a:solidFill>
              </a:rPr>
              <a:t>Kociszewska</a:t>
            </a:r>
            <a:r>
              <a:rPr lang="en-US" sz="2800" b="1" dirty="0">
                <a:solidFill>
                  <a:schemeClr val="tx2"/>
                </a:solidFill>
              </a:rPr>
              <a:t> </a:t>
            </a:r>
            <a:r>
              <a:rPr lang="en-US" sz="2800" dirty="0">
                <a:solidFill>
                  <a:schemeClr val="tx2"/>
                </a:solidFill>
              </a:rPr>
              <a:t>- backend</a:t>
            </a:r>
          </a:p>
          <a:p>
            <a:r>
              <a:rPr lang="en-US" sz="2800" b="1" dirty="0">
                <a:solidFill>
                  <a:schemeClr val="tx2"/>
                </a:solidFill>
              </a:rPr>
              <a:t>Weronika </a:t>
            </a:r>
            <a:r>
              <a:rPr lang="en-US" sz="2800" b="1" err="1">
                <a:solidFill>
                  <a:schemeClr val="tx2"/>
                </a:solidFill>
              </a:rPr>
              <a:t>Kankowska</a:t>
            </a:r>
            <a:r>
              <a:rPr lang="en-US" sz="2800" b="1" dirty="0">
                <a:solidFill>
                  <a:schemeClr val="tx2"/>
                </a:solidFill>
              </a:rPr>
              <a:t> </a:t>
            </a:r>
            <a:r>
              <a:rPr lang="en-US" sz="2800" dirty="0">
                <a:solidFill>
                  <a:schemeClr val="tx2"/>
                </a:solidFill>
              </a:rPr>
              <a:t>- frontend</a:t>
            </a:r>
          </a:p>
          <a:p>
            <a:r>
              <a:rPr lang="en-US" sz="2800" b="1" dirty="0">
                <a:solidFill>
                  <a:schemeClr val="tx2"/>
                </a:solidFill>
              </a:rPr>
              <a:t>Piotr Kierznowski </a:t>
            </a:r>
            <a:r>
              <a:rPr lang="en-US" sz="2800" dirty="0">
                <a:solidFill>
                  <a:schemeClr val="tx2"/>
                </a:solidFill>
              </a:rPr>
              <a:t>– full-stack</a:t>
            </a:r>
          </a:p>
          <a:p>
            <a:endParaRPr lang="en-US" sz="2800" dirty="0">
              <a:solidFill>
                <a:schemeClr val="tx2"/>
              </a:solidFill>
            </a:endParaRPr>
          </a:p>
          <a:p>
            <a:r>
              <a:rPr lang="en-US" sz="2800" b="1" dirty="0" err="1">
                <a:solidFill>
                  <a:schemeClr val="tx2"/>
                </a:solidFill>
              </a:rPr>
              <a:t>Opiekun</a:t>
            </a:r>
            <a:r>
              <a:rPr lang="en-US" sz="2800" b="1" dirty="0">
                <a:solidFill>
                  <a:schemeClr val="tx2"/>
                </a:solidFill>
              </a:rPr>
              <a:t> </a:t>
            </a:r>
            <a:r>
              <a:rPr lang="en-US" sz="2800" b="1" dirty="0" err="1">
                <a:solidFill>
                  <a:schemeClr val="tx2"/>
                </a:solidFill>
              </a:rPr>
              <a:t>projektu</a:t>
            </a:r>
            <a:r>
              <a:rPr lang="en-US" sz="2800" b="1" dirty="0">
                <a:solidFill>
                  <a:schemeClr val="tx2"/>
                </a:solidFill>
              </a:rPr>
              <a:t>: </a:t>
            </a:r>
            <a:endParaRPr lang="en-US" sz="2800" b="1" dirty="0">
              <a:solidFill>
                <a:schemeClr val="tx2"/>
              </a:solidFill>
              <a:ea typeface="+mn-lt"/>
              <a:cs typeface="+mn-lt"/>
            </a:endParaRPr>
          </a:p>
          <a:p>
            <a:r>
              <a:rPr lang="en-US" sz="2800" dirty="0">
                <a:solidFill>
                  <a:schemeClr val="tx2"/>
                </a:solidFill>
                <a:ea typeface="+mn-lt"/>
                <a:cs typeface="+mn-lt"/>
              </a:rPr>
              <a:t>Dr </a:t>
            </a:r>
            <a:r>
              <a:rPr lang="en-US" sz="2800" dirty="0" err="1">
                <a:solidFill>
                  <a:schemeClr val="tx2"/>
                </a:solidFill>
                <a:ea typeface="+mn-lt"/>
                <a:cs typeface="+mn-lt"/>
              </a:rPr>
              <a:t>inż</a:t>
            </a:r>
            <a:r>
              <a:rPr lang="en-US" sz="2800" dirty="0">
                <a:solidFill>
                  <a:schemeClr val="tx2"/>
                </a:solidFill>
                <a:ea typeface="+mn-lt"/>
                <a:cs typeface="+mn-lt"/>
              </a:rPr>
              <a:t>. Barbara Stawarz-Graczyk </a:t>
            </a:r>
            <a:endParaRPr 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11616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34B5A4-0A9E-4D45-0B0C-24D65286D4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78FD2373-9CC5-3C15-4460-3E293528E9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34A8E90A-FAB7-755B-02AD-AFE5CB509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55526" y="2227167"/>
            <a:ext cx="4336168" cy="4630834"/>
            <a:chOff x="7855526" y="2145638"/>
            <a:chExt cx="4336168" cy="4630834"/>
          </a:xfrm>
          <a:gradFill>
            <a:gsLst>
              <a:gs pos="2000">
                <a:schemeClr val="bg1">
                  <a:alpha val="10000"/>
                </a:schemeClr>
              </a:gs>
              <a:gs pos="16000">
                <a:schemeClr val="accent6">
                  <a:alpha val="10000"/>
                </a:schemeClr>
              </a:gs>
              <a:gs pos="100000">
                <a:schemeClr val="bg1">
                  <a:alpha val="10000"/>
                </a:schemeClr>
              </a:gs>
              <a:gs pos="85000">
                <a:schemeClr val="accent1">
                  <a:alpha val="10000"/>
                </a:schemeClr>
              </a:gs>
            </a:gsLst>
            <a:lin ang="12000000" scaled="0"/>
          </a:gradFill>
        </p:grpSpPr>
        <p:sp useBgFill="1">
          <p:nvSpPr>
            <p:cNvPr id="39" name="Freeform: Shape 38">
              <a:extLst>
                <a:ext uri="{FF2B5EF4-FFF2-40B4-BE49-F238E27FC236}">
                  <a16:creationId xmlns:a16="http://schemas.microsoft.com/office/drawing/2014/main" id="{6F640DC0-5E5A-1FCF-37BA-3A3BD61D01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75903" y="2463723"/>
              <a:ext cx="4315791" cy="4312749"/>
            </a:xfrm>
            <a:custGeom>
              <a:avLst/>
              <a:gdLst>
                <a:gd name="connsiteX0" fmla="*/ 2987009 w 4315791"/>
                <a:gd name="connsiteY0" fmla="*/ 0 h 4312749"/>
                <a:gd name="connsiteX1" fmla="*/ 4136908 w 4315791"/>
                <a:gd name="connsiteY1" fmla="*/ 333995 h 4312749"/>
                <a:gd name="connsiteX2" fmla="*/ 4315791 w 4315791"/>
                <a:gd name="connsiteY2" fmla="*/ 445229 h 4312749"/>
                <a:gd name="connsiteX3" fmla="*/ 4315791 w 4315791"/>
                <a:gd name="connsiteY3" fmla="*/ 1208150 h 4312749"/>
                <a:gd name="connsiteX4" fmla="*/ 4145996 w 4315791"/>
                <a:gd name="connsiteY4" fmla="*/ 1085198 h 4312749"/>
                <a:gd name="connsiteX5" fmla="*/ 3631470 w 4315791"/>
                <a:gd name="connsiteY5" fmla="*/ 767158 h 4312749"/>
                <a:gd name="connsiteX6" fmla="*/ 2987009 w 4315791"/>
                <a:gd name="connsiteY6" fmla="*/ 611504 h 4312749"/>
                <a:gd name="connsiteX7" fmla="*/ 1985110 w 4315791"/>
                <a:gd name="connsiteY7" fmla="*/ 855943 h 4312749"/>
                <a:gd name="connsiteX8" fmla="*/ 1223061 w 4315791"/>
                <a:gd name="connsiteY8" fmla="*/ 1585590 h 4312749"/>
                <a:gd name="connsiteX9" fmla="*/ 1023311 w 4315791"/>
                <a:gd name="connsiteY9" fmla="*/ 1849089 h 4312749"/>
                <a:gd name="connsiteX10" fmla="*/ 652067 w 4315791"/>
                <a:gd name="connsiteY10" fmla="*/ 2610233 h 4312749"/>
                <a:gd name="connsiteX11" fmla="*/ 876921 w 4315791"/>
                <a:gd name="connsiteY11" fmla="*/ 3447930 h 4312749"/>
                <a:gd name="connsiteX12" fmla="*/ 1504428 w 4315791"/>
                <a:gd name="connsiteY12" fmla="*/ 4177169 h 4312749"/>
                <a:gd name="connsiteX13" fmla="*/ 1689053 w 4315791"/>
                <a:gd name="connsiteY13" fmla="*/ 4312749 h 4312749"/>
                <a:gd name="connsiteX14" fmla="*/ 729636 w 4315791"/>
                <a:gd name="connsiteY14" fmla="*/ 4312749 h 4312749"/>
                <a:gd name="connsiteX15" fmla="*/ 638463 w 4315791"/>
                <a:gd name="connsiteY15" fmla="*/ 4216521 h 4312749"/>
                <a:gd name="connsiteX16" fmla="*/ 0 w 4315791"/>
                <a:gd name="connsiteY16" fmla="*/ 2610335 h 4312749"/>
                <a:gd name="connsiteX17" fmla="*/ 683474 w 4315791"/>
                <a:gd name="connsiteY17" fmla="*/ 1242376 h 4312749"/>
                <a:gd name="connsiteX18" fmla="*/ 2987009 w 4315791"/>
                <a:gd name="connsiteY18" fmla="*/ 0 h 4312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315791" h="4312749">
                  <a:moveTo>
                    <a:pt x="2987009" y="0"/>
                  </a:moveTo>
                  <a:cubicBezTo>
                    <a:pt x="3434423" y="0"/>
                    <a:pt x="3798884" y="137413"/>
                    <a:pt x="4136908" y="333995"/>
                  </a:cubicBezTo>
                  <a:lnTo>
                    <a:pt x="4315791" y="445229"/>
                  </a:lnTo>
                  <a:lnTo>
                    <a:pt x="4315791" y="1208150"/>
                  </a:lnTo>
                  <a:lnTo>
                    <a:pt x="4145996" y="1085198"/>
                  </a:lnTo>
                  <a:cubicBezTo>
                    <a:pt x="3968282" y="958859"/>
                    <a:pt x="3800518" y="848961"/>
                    <a:pt x="3631470" y="767158"/>
                  </a:cubicBezTo>
                  <a:cubicBezTo>
                    <a:pt x="3411941" y="660943"/>
                    <a:pt x="3207191" y="611504"/>
                    <a:pt x="2987009" y="611504"/>
                  </a:cubicBezTo>
                  <a:cubicBezTo>
                    <a:pt x="2599030" y="611504"/>
                    <a:pt x="2271258" y="691421"/>
                    <a:pt x="1985110" y="855943"/>
                  </a:cubicBezTo>
                  <a:cubicBezTo>
                    <a:pt x="1715153" y="1011087"/>
                    <a:pt x="1465955" y="1249819"/>
                    <a:pt x="1223061" y="1585590"/>
                  </a:cubicBezTo>
                  <a:cubicBezTo>
                    <a:pt x="1154375" y="1680490"/>
                    <a:pt x="1087756" y="1766217"/>
                    <a:pt x="1023311" y="1849089"/>
                  </a:cubicBezTo>
                  <a:cubicBezTo>
                    <a:pt x="765853" y="2180172"/>
                    <a:pt x="652067" y="2338069"/>
                    <a:pt x="652067" y="2610233"/>
                  </a:cubicBezTo>
                  <a:cubicBezTo>
                    <a:pt x="652067" y="2895038"/>
                    <a:pt x="727707" y="3176887"/>
                    <a:pt x="876921" y="3447930"/>
                  </a:cubicBezTo>
                  <a:cubicBezTo>
                    <a:pt x="1022224" y="3711838"/>
                    <a:pt x="1239145" y="3964023"/>
                    <a:pt x="1504428" y="4177169"/>
                  </a:cubicBezTo>
                  <a:lnTo>
                    <a:pt x="1689053" y="4312749"/>
                  </a:lnTo>
                  <a:lnTo>
                    <a:pt x="729636" y="4312749"/>
                  </a:lnTo>
                  <a:lnTo>
                    <a:pt x="638463" y="4216521"/>
                  </a:lnTo>
                  <a:cubicBezTo>
                    <a:pt x="243716" y="3758034"/>
                    <a:pt x="0" y="3205314"/>
                    <a:pt x="0" y="2610335"/>
                  </a:cubicBezTo>
                  <a:cubicBezTo>
                    <a:pt x="0" y="2015344"/>
                    <a:pt x="351790" y="1700877"/>
                    <a:pt x="683474" y="1242376"/>
                  </a:cubicBezTo>
                  <a:cubicBezTo>
                    <a:pt x="1236211" y="478174"/>
                    <a:pt x="1925445" y="0"/>
                    <a:pt x="29870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 useBgFill="1">
          <p:nvSpPr>
            <p:cNvPr id="40" name="Freeform: Shape 39">
              <a:extLst>
                <a:ext uri="{FF2B5EF4-FFF2-40B4-BE49-F238E27FC236}">
                  <a16:creationId xmlns:a16="http://schemas.microsoft.com/office/drawing/2014/main" id="{F4F8DE95-CB25-74AB-44CD-0ED8DF584E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75903" y="2463723"/>
              <a:ext cx="4315791" cy="4312749"/>
            </a:xfrm>
            <a:custGeom>
              <a:avLst/>
              <a:gdLst>
                <a:gd name="connsiteX0" fmla="*/ 2987009 w 4315791"/>
                <a:gd name="connsiteY0" fmla="*/ 0 h 4312749"/>
                <a:gd name="connsiteX1" fmla="*/ 4136908 w 4315791"/>
                <a:gd name="connsiteY1" fmla="*/ 333995 h 4312749"/>
                <a:gd name="connsiteX2" fmla="*/ 4315791 w 4315791"/>
                <a:gd name="connsiteY2" fmla="*/ 445229 h 4312749"/>
                <a:gd name="connsiteX3" fmla="*/ 4315791 w 4315791"/>
                <a:gd name="connsiteY3" fmla="*/ 1079495 h 4312749"/>
                <a:gd name="connsiteX4" fmla="*/ 4206793 w 4315791"/>
                <a:gd name="connsiteY4" fmla="*/ 1000737 h 4312749"/>
                <a:gd name="connsiteX5" fmla="*/ 2987119 w 4315791"/>
                <a:gd name="connsiteY5" fmla="*/ 509571 h 4312749"/>
                <a:gd name="connsiteX6" fmla="*/ 1133184 w 4315791"/>
                <a:gd name="connsiteY6" fmla="*/ 1528405 h 4312749"/>
                <a:gd name="connsiteX7" fmla="*/ 935607 w 4315791"/>
                <a:gd name="connsiteY7" fmla="*/ 1789050 h 4312749"/>
                <a:gd name="connsiteX8" fmla="*/ 543498 w 4315791"/>
                <a:gd name="connsiteY8" fmla="*/ 2610233 h 4312749"/>
                <a:gd name="connsiteX9" fmla="*/ 780416 w 4315791"/>
                <a:gd name="connsiteY9" fmla="*/ 3494616 h 4312749"/>
                <a:gd name="connsiteX10" fmla="*/ 1433786 w 4315791"/>
                <a:gd name="connsiteY10" fmla="*/ 4254537 h 4312749"/>
                <a:gd name="connsiteX11" fmla="*/ 1513041 w 4315791"/>
                <a:gd name="connsiteY11" fmla="*/ 4312749 h 4312749"/>
                <a:gd name="connsiteX12" fmla="*/ 729636 w 4315791"/>
                <a:gd name="connsiteY12" fmla="*/ 4312749 h 4312749"/>
                <a:gd name="connsiteX13" fmla="*/ 638463 w 4315791"/>
                <a:gd name="connsiteY13" fmla="*/ 4216521 h 4312749"/>
                <a:gd name="connsiteX14" fmla="*/ 0 w 4315791"/>
                <a:gd name="connsiteY14" fmla="*/ 2610335 h 4312749"/>
                <a:gd name="connsiteX15" fmla="*/ 683474 w 4315791"/>
                <a:gd name="connsiteY15" fmla="*/ 1242376 h 4312749"/>
                <a:gd name="connsiteX16" fmla="*/ 2987009 w 4315791"/>
                <a:gd name="connsiteY16" fmla="*/ 0 h 4312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315791" h="4312749">
                  <a:moveTo>
                    <a:pt x="2987009" y="0"/>
                  </a:moveTo>
                  <a:cubicBezTo>
                    <a:pt x="3434423" y="0"/>
                    <a:pt x="3798884" y="137413"/>
                    <a:pt x="4136908" y="333995"/>
                  </a:cubicBezTo>
                  <a:lnTo>
                    <a:pt x="4315791" y="445229"/>
                  </a:lnTo>
                  <a:lnTo>
                    <a:pt x="4315791" y="1079495"/>
                  </a:lnTo>
                  <a:lnTo>
                    <a:pt x="4206793" y="1000737"/>
                  </a:lnTo>
                  <a:cubicBezTo>
                    <a:pt x="3781561" y="699607"/>
                    <a:pt x="3436718" y="509571"/>
                    <a:pt x="2987119" y="509571"/>
                  </a:cubicBezTo>
                  <a:cubicBezTo>
                    <a:pt x="2204204" y="509571"/>
                    <a:pt x="1649730" y="814251"/>
                    <a:pt x="1133184" y="1528405"/>
                  </a:cubicBezTo>
                  <a:cubicBezTo>
                    <a:pt x="1065585" y="1621878"/>
                    <a:pt x="999510" y="1706892"/>
                    <a:pt x="935607" y="1789050"/>
                  </a:cubicBezTo>
                  <a:cubicBezTo>
                    <a:pt x="670760" y="2129716"/>
                    <a:pt x="543498" y="2306877"/>
                    <a:pt x="543498" y="2610233"/>
                  </a:cubicBezTo>
                  <a:cubicBezTo>
                    <a:pt x="543498" y="2911449"/>
                    <a:pt x="623267" y="3208997"/>
                    <a:pt x="780416" y="3494616"/>
                  </a:cubicBezTo>
                  <a:cubicBezTo>
                    <a:pt x="934194" y="3774018"/>
                    <a:pt x="1154050" y="4029772"/>
                    <a:pt x="1433786" y="4254537"/>
                  </a:cubicBezTo>
                  <a:lnTo>
                    <a:pt x="1513041" y="4312749"/>
                  </a:lnTo>
                  <a:lnTo>
                    <a:pt x="729636" y="4312749"/>
                  </a:lnTo>
                  <a:lnTo>
                    <a:pt x="638463" y="4216521"/>
                  </a:lnTo>
                  <a:cubicBezTo>
                    <a:pt x="243716" y="3758034"/>
                    <a:pt x="0" y="3205314"/>
                    <a:pt x="0" y="2610335"/>
                  </a:cubicBezTo>
                  <a:cubicBezTo>
                    <a:pt x="0" y="2015344"/>
                    <a:pt x="351790" y="1700877"/>
                    <a:pt x="683474" y="1242376"/>
                  </a:cubicBezTo>
                  <a:cubicBezTo>
                    <a:pt x="1236211" y="478174"/>
                    <a:pt x="1925445" y="0"/>
                    <a:pt x="29870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 useBgFill="1">
          <p:nvSpPr>
            <p:cNvPr id="41" name="Freeform: Shape 40">
              <a:extLst>
                <a:ext uri="{FF2B5EF4-FFF2-40B4-BE49-F238E27FC236}">
                  <a16:creationId xmlns:a16="http://schemas.microsoft.com/office/drawing/2014/main" id="{91023A2D-9FE9-EAE2-DCF0-8F8446CE1E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77037" y="2411531"/>
              <a:ext cx="4314657" cy="4364939"/>
            </a:xfrm>
            <a:custGeom>
              <a:avLst/>
              <a:gdLst>
                <a:gd name="connsiteX0" fmla="*/ 3028307 w 4314657"/>
                <a:gd name="connsiteY0" fmla="*/ 21 h 4364939"/>
                <a:gd name="connsiteX1" fmla="*/ 3066670 w 4314657"/>
                <a:gd name="connsiteY1" fmla="*/ 836 h 4364939"/>
                <a:gd name="connsiteX2" fmla="*/ 3220125 w 4314657"/>
                <a:gd name="connsiteY2" fmla="*/ 9909 h 4364939"/>
                <a:gd name="connsiteX3" fmla="*/ 3816113 w 4314657"/>
                <a:gd name="connsiteY3" fmla="*/ 150272 h 4364939"/>
                <a:gd name="connsiteX4" fmla="*/ 4089981 w 4314657"/>
                <a:gd name="connsiteY4" fmla="*/ 272287 h 4364939"/>
                <a:gd name="connsiteX5" fmla="*/ 4314657 w 4314657"/>
                <a:gd name="connsiteY5" fmla="*/ 398926 h 4364939"/>
                <a:gd name="connsiteX6" fmla="*/ 4314657 w 4314657"/>
                <a:gd name="connsiteY6" fmla="*/ 911199 h 4364939"/>
                <a:gd name="connsiteX7" fmla="*/ 4310597 w 4314657"/>
                <a:gd name="connsiteY7" fmla="*/ 908154 h 4364939"/>
                <a:gd name="connsiteX8" fmla="*/ 4203223 w 4314657"/>
                <a:gd name="connsiteY8" fmla="*/ 829562 h 4364939"/>
                <a:gd name="connsiteX9" fmla="*/ 4095850 w 4314657"/>
                <a:gd name="connsiteY9" fmla="*/ 753520 h 4364939"/>
                <a:gd name="connsiteX10" fmla="*/ 3652987 w 4314657"/>
                <a:gd name="connsiteY10" fmla="*/ 494811 h 4364939"/>
                <a:gd name="connsiteX11" fmla="*/ 3173610 w 4314657"/>
                <a:gd name="connsiteY11" fmla="*/ 347209 h 4364939"/>
                <a:gd name="connsiteX12" fmla="*/ 3047760 w 4314657"/>
                <a:gd name="connsiteY12" fmla="*/ 332632 h 4364939"/>
                <a:gd name="connsiteX13" fmla="*/ 3016027 w 4314657"/>
                <a:gd name="connsiteY13" fmla="*/ 330186 h 4364939"/>
                <a:gd name="connsiteX14" fmla="*/ 2984184 w 4314657"/>
                <a:gd name="connsiteY14" fmla="*/ 328658 h 4364939"/>
                <a:gd name="connsiteX15" fmla="*/ 2952233 w 4314657"/>
                <a:gd name="connsiteY15" fmla="*/ 327332 h 4364939"/>
                <a:gd name="connsiteX16" fmla="*/ 2919085 w 4314657"/>
                <a:gd name="connsiteY16" fmla="*/ 327026 h 4364939"/>
                <a:gd name="connsiteX17" fmla="*/ 2852901 w 4314657"/>
                <a:gd name="connsiteY17" fmla="*/ 326720 h 4364939"/>
                <a:gd name="connsiteX18" fmla="*/ 2786826 w 4314657"/>
                <a:gd name="connsiteY18" fmla="*/ 328148 h 4364939"/>
                <a:gd name="connsiteX19" fmla="*/ 2720965 w 4314657"/>
                <a:gd name="connsiteY19" fmla="*/ 331409 h 4364939"/>
                <a:gd name="connsiteX20" fmla="*/ 2655325 w 4314657"/>
                <a:gd name="connsiteY20" fmla="*/ 336098 h 4364939"/>
                <a:gd name="connsiteX21" fmla="*/ 2524803 w 4314657"/>
                <a:gd name="connsiteY21" fmla="*/ 350573 h 4364939"/>
                <a:gd name="connsiteX22" fmla="*/ 2460139 w 4314657"/>
                <a:gd name="connsiteY22" fmla="*/ 360664 h 4364939"/>
                <a:gd name="connsiteX23" fmla="*/ 2396019 w 4314657"/>
                <a:gd name="connsiteY23" fmla="*/ 372693 h 4364939"/>
                <a:gd name="connsiteX24" fmla="*/ 2145843 w 4314657"/>
                <a:gd name="connsiteY24" fmla="*/ 440989 h 4364939"/>
                <a:gd name="connsiteX25" fmla="*/ 1698635 w 4314657"/>
                <a:gd name="connsiteY25" fmla="*/ 682676 h 4364939"/>
                <a:gd name="connsiteX26" fmla="*/ 1498450 w 4314657"/>
                <a:gd name="connsiteY26" fmla="*/ 835474 h 4364939"/>
                <a:gd name="connsiteX27" fmla="*/ 1307285 w 4314657"/>
                <a:gd name="connsiteY27" fmla="*/ 1001220 h 4364939"/>
                <a:gd name="connsiteX28" fmla="*/ 947780 w 4314657"/>
                <a:gd name="connsiteY28" fmla="*/ 1369612 h 4364939"/>
                <a:gd name="connsiteX29" fmla="*/ 905939 w 4314657"/>
                <a:gd name="connsiteY29" fmla="*/ 1419458 h 4364939"/>
                <a:gd name="connsiteX30" fmla="*/ 863228 w 4314657"/>
                <a:gd name="connsiteY30" fmla="*/ 1471545 h 4364939"/>
                <a:gd name="connsiteX31" fmla="*/ 774330 w 4314657"/>
                <a:gd name="connsiteY31" fmla="*/ 1577659 h 4364939"/>
                <a:gd name="connsiteX32" fmla="*/ 595554 w 4314657"/>
                <a:gd name="connsiteY32" fmla="*/ 1780916 h 4364939"/>
                <a:gd name="connsiteX33" fmla="*/ 430365 w 4314657"/>
                <a:gd name="connsiteY33" fmla="*/ 1982644 h 4364939"/>
                <a:gd name="connsiteX34" fmla="*/ 358855 w 4314657"/>
                <a:gd name="connsiteY34" fmla="*/ 2087025 h 4364939"/>
                <a:gd name="connsiteX35" fmla="*/ 296583 w 4314657"/>
                <a:gd name="connsiteY35" fmla="*/ 2194872 h 4364939"/>
                <a:gd name="connsiteX36" fmla="*/ 207358 w 4314657"/>
                <a:gd name="connsiteY36" fmla="*/ 2423918 h 4364939"/>
                <a:gd name="connsiteX37" fmla="*/ 177146 w 4314657"/>
                <a:gd name="connsiteY37" fmla="*/ 2668765 h 4364939"/>
                <a:gd name="connsiteX38" fmla="*/ 248763 w 4314657"/>
                <a:gd name="connsiteY38" fmla="*/ 3168854 h 4364939"/>
                <a:gd name="connsiteX39" fmla="*/ 445688 w 4314657"/>
                <a:gd name="connsiteY39" fmla="*/ 3637956 h 4364939"/>
                <a:gd name="connsiteX40" fmla="*/ 735859 w 4314657"/>
                <a:gd name="connsiteY40" fmla="*/ 4062310 h 4364939"/>
                <a:gd name="connsiteX41" fmla="*/ 910884 w 4314657"/>
                <a:gd name="connsiteY41" fmla="*/ 4254366 h 4364939"/>
                <a:gd name="connsiteX42" fmla="*/ 1030507 w 4314657"/>
                <a:gd name="connsiteY42" fmla="*/ 4364939 h 4364939"/>
                <a:gd name="connsiteX43" fmla="*/ 676755 w 4314657"/>
                <a:gd name="connsiteY43" fmla="*/ 4364939 h 4364939"/>
                <a:gd name="connsiteX44" fmla="*/ 538105 w 4314657"/>
                <a:gd name="connsiteY44" fmla="*/ 4202315 h 4364939"/>
                <a:gd name="connsiteX45" fmla="*/ 241592 w 4314657"/>
                <a:gd name="connsiteY45" fmla="*/ 3731226 h 4364939"/>
                <a:gd name="connsiteX46" fmla="*/ 60317 w 4314657"/>
                <a:gd name="connsiteY46" fmla="*/ 3211362 h 4364939"/>
                <a:gd name="connsiteX47" fmla="*/ 0 w 4314657"/>
                <a:gd name="connsiteY47" fmla="*/ 2668765 h 4364939"/>
                <a:gd name="connsiteX48" fmla="*/ 21736 w 4314657"/>
                <a:gd name="connsiteY48" fmla="*/ 2390280 h 4364939"/>
                <a:gd name="connsiteX49" fmla="*/ 27605 w 4314657"/>
                <a:gd name="connsiteY49" fmla="*/ 2355521 h 4364939"/>
                <a:gd name="connsiteX50" fmla="*/ 34669 w 4314657"/>
                <a:gd name="connsiteY50" fmla="*/ 2320862 h 4364939"/>
                <a:gd name="connsiteX51" fmla="*/ 50753 w 4314657"/>
                <a:gd name="connsiteY51" fmla="*/ 2251750 h 4364939"/>
                <a:gd name="connsiteX52" fmla="*/ 93899 w 4314657"/>
                <a:gd name="connsiteY52" fmla="*/ 2116179 h 4364939"/>
                <a:gd name="connsiteX53" fmla="*/ 150194 w 4314657"/>
                <a:gd name="connsiteY53" fmla="*/ 1985498 h 4364939"/>
                <a:gd name="connsiteX54" fmla="*/ 216486 w 4314657"/>
                <a:gd name="connsiteY54" fmla="*/ 1860628 h 4364939"/>
                <a:gd name="connsiteX55" fmla="*/ 363527 w 4314657"/>
                <a:gd name="connsiteY55" fmla="*/ 1625058 h 4364939"/>
                <a:gd name="connsiteX56" fmla="*/ 514155 w 4314657"/>
                <a:gd name="connsiteY56" fmla="*/ 1402231 h 4364939"/>
                <a:gd name="connsiteX57" fmla="*/ 586861 w 4314657"/>
                <a:gd name="connsiteY57" fmla="*/ 1293160 h 4364939"/>
                <a:gd name="connsiteX58" fmla="*/ 623702 w 4314657"/>
                <a:gd name="connsiteY58" fmla="*/ 1236892 h 4364939"/>
                <a:gd name="connsiteX59" fmla="*/ 662283 w 4314657"/>
                <a:gd name="connsiteY59" fmla="*/ 1178892 h 4364939"/>
                <a:gd name="connsiteX60" fmla="*/ 827364 w 4314657"/>
                <a:gd name="connsiteY60" fmla="*/ 951170 h 4364939"/>
                <a:gd name="connsiteX61" fmla="*/ 1016355 w 4314657"/>
                <a:gd name="connsiteY61" fmla="*/ 736089 h 4364939"/>
                <a:gd name="connsiteX62" fmla="*/ 1482474 w 4314657"/>
                <a:gd name="connsiteY62" fmla="*/ 378707 h 4364939"/>
                <a:gd name="connsiteX63" fmla="*/ 2035644 w 4314657"/>
                <a:gd name="connsiteY63" fmla="*/ 149151 h 4364939"/>
                <a:gd name="connsiteX64" fmla="*/ 2324619 w 4314657"/>
                <a:gd name="connsiteY64" fmla="*/ 72802 h 4364939"/>
                <a:gd name="connsiteX65" fmla="*/ 2618809 w 4314657"/>
                <a:gd name="connsiteY65" fmla="*/ 24078 h 4364939"/>
                <a:gd name="connsiteX66" fmla="*/ 2914849 w 4314657"/>
                <a:gd name="connsiteY66" fmla="*/ 1957 h 4364939"/>
                <a:gd name="connsiteX67" fmla="*/ 2951907 w 4314657"/>
                <a:gd name="connsiteY67" fmla="*/ 633 h 4364939"/>
                <a:gd name="connsiteX68" fmla="*/ 2990052 w 4314657"/>
                <a:gd name="connsiteY68" fmla="*/ 224 h 4364939"/>
                <a:gd name="connsiteX69" fmla="*/ 3028307 w 4314657"/>
                <a:gd name="connsiteY69" fmla="*/ 21 h 4364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314657" h="4364939">
                  <a:moveTo>
                    <a:pt x="3028307" y="21"/>
                  </a:moveTo>
                  <a:lnTo>
                    <a:pt x="3066670" y="836"/>
                  </a:lnTo>
                  <a:cubicBezTo>
                    <a:pt x="3117749" y="1856"/>
                    <a:pt x="3168937" y="5320"/>
                    <a:pt x="3220125" y="9909"/>
                  </a:cubicBezTo>
                  <a:cubicBezTo>
                    <a:pt x="3424763" y="29073"/>
                    <a:pt x="3627448" y="77898"/>
                    <a:pt x="3816113" y="150272"/>
                  </a:cubicBezTo>
                  <a:cubicBezTo>
                    <a:pt x="3910880" y="185950"/>
                    <a:pt x="4001951" y="227538"/>
                    <a:pt x="4089981" y="272287"/>
                  </a:cubicBezTo>
                  <a:lnTo>
                    <a:pt x="4314657" y="398926"/>
                  </a:lnTo>
                  <a:lnTo>
                    <a:pt x="4314657" y="911199"/>
                  </a:lnTo>
                  <a:lnTo>
                    <a:pt x="4310597" y="908154"/>
                  </a:lnTo>
                  <a:cubicBezTo>
                    <a:pt x="4274842" y="881549"/>
                    <a:pt x="4239087" y="855352"/>
                    <a:pt x="4203223" y="829562"/>
                  </a:cubicBezTo>
                  <a:cubicBezTo>
                    <a:pt x="4167576" y="803773"/>
                    <a:pt x="4131821" y="778086"/>
                    <a:pt x="4095850" y="753520"/>
                  </a:cubicBezTo>
                  <a:cubicBezTo>
                    <a:pt x="3951852" y="654949"/>
                    <a:pt x="3806115" y="565043"/>
                    <a:pt x="3652987" y="494811"/>
                  </a:cubicBezTo>
                  <a:cubicBezTo>
                    <a:pt x="3500404" y="423761"/>
                    <a:pt x="3340213" y="373101"/>
                    <a:pt x="3173610" y="347209"/>
                  </a:cubicBezTo>
                  <a:cubicBezTo>
                    <a:pt x="3131987" y="341093"/>
                    <a:pt x="3090036" y="335792"/>
                    <a:pt x="3047760" y="332632"/>
                  </a:cubicBezTo>
                  <a:lnTo>
                    <a:pt x="3016027" y="330186"/>
                  </a:lnTo>
                  <a:cubicBezTo>
                    <a:pt x="3005485" y="329472"/>
                    <a:pt x="2994834" y="329168"/>
                    <a:pt x="2984184" y="328658"/>
                  </a:cubicBezTo>
                  <a:cubicBezTo>
                    <a:pt x="2973533" y="328249"/>
                    <a:pt x="2962992" y="327638"/>
                    <a:pt x="2952233" y="327332"/>
                  </a:cubicBezTo>
                  <a:lnTo>
                    <a:pt x="2919085" y="327026"/>
                  </a:lnTo>
                  <a:cubicBezTo>
                    <a:pt x="2897025" y="326925"/>
                    <a:pt x="2874854" y="326212"/>
                    <a:pt x="2852901" y="326720"/>
                  </a:cubicBezTo>
                  <a:lnTo>
                    <a:pt x="2786826" y="328148"/>
                  </a:lnTo>
                  <a:cubicBezTo>
                    <a:pt x="2764763" y="328759"/>
                    <a:pt x="2742919" y="330391"/>
                    <a:pt x="2720965" y="331409"/>
                  </a:cubicBezTo>
                  <a:cubicBezTo>
                    <a:pt x="2699013" y="332326"/>
                    <a:pt x="2677170" y="334162"/>
                    <a:pt x="2655325" y="336098"/>
                  </a:cubicBezTo>
                  <a:cubicBezTo>
                    <a:pt x="2611528" y="339463"/>
                    <a:pt x="2568165" y="345170"/>
                    <a:pt x="2524803" y="350573"/>
                  </a:cubicBezTo>
                  <a:lnTo>
                    <a:pt x="2460139" y="360664"/>
                  </a:lnTo>
                  <a:cubicBezTo>
                    <a:pt x="2438622" y="364130"/>
                    <a:pt x="2417430" y="368717"/>
                    <a:pt x="2396019" y="372693"/>
                  </a:cubicBezTo>
                  <a:cubicBezTo>
                    <a:pt x="2310709" y="389513"/>
                    <a:pt x="2226809" y="411836"/>
                    <a:pt x="2145843" y="440989"/>
                  </a:cubicBezTo>
                  <a:cubicBezTo>
                    <a:pt x="1983479" y="499295"/>
                    <a:pt x="1835678" y="585838"/>
                    <a:pt x="1698635" y="682676"/>
                  </a:cubicBezTo>
                  <a:cubicBezTo>
                    <a:pt x="1629841" y="730992"/>
                    <a:pt x="1563549" y="782367"/>
                    <a:pt x="1498450" y="835474"/>
                  </a:cubicBezTo>
                  <a:cubicBezTo>
                    <a:pt x="1433352" y="888583"/>
                    <a:pt x="1369775" y="943932"/>
                    <a:pt x="1307285" y="1001220"/>
                  </a:cubicBezTo>
                  <a:cubicBezTo>
                    <a:pt x="1182958" y="1116304"/>
                    <a:pt x="1060588" y="1237708"/>
                    <a:pt x="947780" y="1369612"/>
                  </a:cubicBezTo>
                  <a:cubicBezTo>
                    <a:pt x="933325" y="1385818"/>
                    <a:pt x="919958" y="1402841"/>
                    <a:pt x="905939" y="1419458"/>
                  </a:cubicBezTo>
                  <a:lnTo>
                    <a:pt x="863228" y="1471545"/>
                  </a:lnTo>
                  <a:cubicBezTo>
                    <a:pt x="833776" y="1507529"/>
                    <a:pt x="804215" y="1543001"/>
                    <a:pt x="774330" y="1577659"/>
                  </a:cubicBezTo>
                  <a:cubicBezTo>
                    <a:pt x="714665" y="1647178"/>
                    <a:pt x="653806" y="1714046"/>
                    <a:pt x="595554" y="1780916"/>
                  </a:cubicBezTo>
                  <a:cubicBezTo>
                    <a:pt x="537303" y="1847683"/>
                    <a:pt x="481009" y="1914144"/>
                    <a:pt x="430365" y="1982644"/>
                  </a:cubicBezTo>
                  <a:cubicBezTo>
                    <a:pt x="405369" y="2016995"/>
                    <a:pt x="381351" y="2051756"/>
                    <a:pt x="358855" y="2087025"/>
                  </a:cubicBezTo>
                  <a:cubicBezTo>
                    <a:pt x="336685" y="2122396"/>
                    <a:pt x="315601" y="2158277"/>
                    <a:pt x="296583" y="2194872"/>
                  </a:cubicBezTo>
                  <a:cubicBezTo>
                    <a:pt x="258980" y="2268161"/>
                    <a:pt x="227572" y="2344307"/>
                    <a:pt x="207358" y="2423918"/>
                  </a:cubicBezTo>
                  <a:cubicBezTo>
                    <a:pt x="186817" y="2503426"/>
                    <a:pt x="178124" y="2585790"/>
                    <a:pt x="177146" y="2668765"/>
                  </a:cubicBezTo>
                  <a:cubicBezTo>
                    <a:pt x="177037" y="2837670"/>
                    <a:pt x="201490" y="3006472"/>
                    <a:pt x="248763" y="3168854"/>
                  </a:cubicBezTo>
                  <a:cubicBezTo>
                    <a:pt x="295931" y="3331644"/>
                    <a:pt x="363962" y="3488316"/>
                    <a:pt x="445688" y="3637956"/>
                  </a:cubicBezTo>
                  <a:cubicBezTo>
                    <a:pt x="527413" y="3787697"/>
                    <a:pt x="625115" y="3929794"/>
                    <a:pt x="735859" y="4062310"/>
                  </a:cubicBezTo>
                  <a:cubicBezTo>
                    <a:pt x="791121" y="4128668"/>
                    <a:pt x="849589" y="4192733"/>
                    <a:pt x="910884" y="4254366"/>
                  </a:cubicBezTo>
                  <a:lnTo>
                    <a:pt x="1030507" y="4364939"/>
                  </a:lnTo>
                  <a:lnTo>
                    <a:pt x="676755" y="4364939"/>
                  </a:lnTo>
                  <a:lnTo>
                    <a:pt x="538105" y="4202315"/>
                  </a:lnTo>
                  <a:cubicBezTo>
                    <a:pt x="423518" y="4054791"/>
                    <a:pt x="323372" y="3897379"/>
                    <a:pt x="241592" y="3731226"/>
                  </a:cubicBezTo>
                  <a:cubicBezTo>
                    <a:pt x="160193" y="3565073"/>
                    <a:pt x="99768" y="3389950"/>
                    <a:pt x="60317" y="3211362"/>
                  </a:cubicBezTo>
                  <a:cubicBezTo>
                    <a:pt x="20759" y="3032669"/>
                    <a:pt x="435" y="2850716"/>
                    <a:pt x="0" y="2668765"/>
                  </a:cubicBezTo>
                  <a:cubicBezTo>
                    <a:pt x="0" y="2576309"/>
                    <a:pt x="6413" y="2483039"/>
                    <a:pt x="21736" y="2390280"/>
                  </a:cubicBezTo>
                  <a:lnTo>
                    <a:pt x="27605" y="2355521"/>
                  </a:lnTo>
                  <a:lnTo>
                    <a:pt x="34669" y="2320862"/>
                  </a:lnTo>
                  <a:cubicBezTo>
                    <a:pt x="39343" y="2297723"/>
                    <a:pt x="45102" y="2274686"/>
                    <a:pt x="50753" y="2251750"/>
                  </a:cubicBezTo>
                  <a:cubicBezTo>
                    <a:pt x="62708" y="2205881"/>
                    <a:pt x="77379" y="2160723"/>
                    <a:pt x="93899" y="2116179"/>
                  </a:cubicBezTo>
                  <a:cubicBezTo>
                    <a:pt x="110744" y="2071734"/>
                    <a:pt x="129762" y="2028209"/>
                    <a:pt x="150194" y="1985498"/>
                  </a:cubicBezTo>
                  <a:cubicBezTo>
                    <a:pt x="170734" y="1942890"/>
                    <a:pt x="193229" y="1901402"/>
                    <a:pt x="216486" y="1860628"/>
                  </a:cubicBezTo>
                  <a:cubicBezTo>
                    <a:pt x="263109" y="1779183"/>
                    <a:pt x="312993" y="1701000"/>
                    <a:pt x="363527" y="1625058"/>
                  </a:cubicBezTo>
                  <a:lnTo>
                    <a:pt x="514155" y="1402231"/>
                  </a:lnTo>
                  <a:cubicBezTo>
                    <a:pt x="538825" y="1365636"/>
                    <a:pt x="563277" y="1329551"/>
                    <a:pt x="586861" y="1293160"/>
                  </a:cubicBezTo>
                  <a:lnTo>
                    <a:pt x="623702" y="1236892"/>
                  </a:lnTo>
                  <a:cubicBezTo>
                    <a:pt x="636526" y="1217525"/>
                    <a:pt x="649025" y="1198055"/>
                    <a:pt x="662283" y="1178892"/>
                  </a:cubicBezTo>
                  <a:cubicBezTo>
                    <a:pt x="713905" y="1101523"/>
                    <a:pt x="769222" y="1025786"/>
                    <a:pt x="827364" y="951170"/>
                  </a:cubicBezTo>
                  <a:cubicBezTo>
                    <a:pt x="885834" y="876861"/>
                    <a:pt x="947997" y="804283"/>
                    <a:pt x="1016355" y="736089"/>
                  </a:cubicBezTo>
                  <a:cubicBezTo>
                    <a:pt x="1152311" y="599497"/>
                    <a:pt x="1308047" y="476054"/>
                    <a:pt x="1482474" y="378707"/>
                  </a:cubicBezTo>
                  <a:cubicBezTo>
                    <a:pt x="1656793" y="281156"/>
                    <a:pt x="1845132" y="207966"/>
                    <a:pt x="2035644" y="149151"/>
                  </a:cubicBezTo>
                  <a:cubicBezTo>
                    <a:pt x="2131063" y="119997"/>
                    <a:pt x="2227460" y="94412"/>
                    <a:pt x="2324619" y="72802"/>
                  </a:cubicBezTo>
                  <a:cubicBezTo>
                    <a:pt x="2421885" y="51396"/>
                    <a:pt x="2520239" y="35291"/>
                    <a:pt x="2618809" y="24078"/>
                  </a:cubicBezTo>
                  <a:cubicBezTo>
                    <a:pt x="2717272" y="12252"/>
                    <a:pt x="2816168" y="4914"/>
                    <a:pt x="2914849" y="1957"/>
                  </a:cubicBezTo>
                  <a:lnTo>
                    <a:pt x="2951907" y="633"/>
                  </a:lnTo>
                  <a:lnTo>
                    <a:pt x="2990052" y="224"/>
                  </a:lnTo>
                  <a:cubicBezTo>
                    <a:pt x="3002768" y="224"/>
                    <a:pt x="3015592" y="-81"/>
                    <a:pt x="3028307" y="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 useBgFill="1">
          <p:nvSpPr>
            <p:cNvPr id="42" name="Freeform: Shape 41">
              <a:extLst>
                <a:ext uri="{FF2B5EF4-FFF2-40B4-BE49-F238E27FC236}">
                  <a16:creationId xmlns:a16="http://schemas.microsoft.com/office/drawing/2014/main" id="{FCBE006A-50BE-289B-E4DD-03263B2873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55526" y="2145638"/>
              <a:ext cx="4336168" cy="4630833"/>
            </a:xfrm>
            <a:custGeom>
              <a:avLst/>
              <a:gdLst>
                <a:gd name="connsiteX0" fmla="*/ 3053738 w 4336168"/>
                <a:gd name="connsiteY0" fmla="*/ 111 h 4630833"/>
                <a:gd name="connsiteX1" fmla="*/ 3093948 w 4336168"/>
                <a:gd name="connsiteY1" fmla="*/ 316 h 4630833"/>
                <a:gd name="connsiteX2" fmla="*/ 3134268 w 4336168"/>
                <a:gd name="connsiteY2" fmla="*/ 1743 h 4630833"/>
                <a:gd name="connsiteX3" fmla="*/ 3295438 w 4336168"/>
                <a:gd name="connsiteY3" fmla="*/ 13058 h 4630833"/>
                <a:gd name="connsiteX4" fmla="*/ 3918813 w 4336168"/>
                <a:gd name="connsiteY4" fmla="*/ 169935 h 4630833"/>
                <a:gd name="connsiteX5" fmla="*/ 4203331 w 4336168"/>
                <a:gd name="connsiteY5" fmla="*/ 305405 h 4630833"/>
                <a:gd name="connsiteX6" fmla="*/ 4336168 w 4336168"/>
                <a:gd name="connsiteY6" fmla="*/ 386579 h 4630833"/>
                <a:gd name="connsiteX7" fmla="*/ 4336168 w 4336168"/>
                <a:gd name="connsiteY7" fmla="*/ 772673 h 4630833"/>
                <a:gd name="connsiteX8" fmla="*/ 4270820 w 4336168"/>
                <a:gd name="connsiteY8" fmla="*/ 728127 h 4630833"/>
                <a:gd name="connsiteX9" fmla="*/ 4030208 w 4336168"/>
                <a:gd name="connsiteY9" fmla="*/ 587253 h 4630833"/>
                <a:gd name="connsiteX10" fmla="*/ 3781010 w 4336168"/>
                <a:gd name="connsiteY10" fmla="*/ 471455 h 4630833"/>
                <a:gd name="connsiteX11" fmla="*/ 3254466 w 4336168"/>
                <a:gd name="connsiteY11" fmla="*/ 338024 h 4630833"/>
                <a:gd name="connsiteX12" fmla="*/ 3117966 w 4336168"/>
                <a:gd name="connsiteY12" fmla="*/ 326812 h 4630833"/>
                <a:gd name="connsiteX13" fmla="*/ 3083625 w 4336168"/>
                <a:gd name="connsiteY13" fmla="*/ 325179 h 4630833"/>
                <a:gd name="connsiteX14" fmla="*/ 3049173 w 4336168"/>
                <a:gd name="connsiteY14" fmla="*/ 324366 h 4630833"/>
                <a:gd name="connsiteX15" fmla="*/ 2978858 w 4336168"/>
                <a:gd name="connsiteY15" fmla="*/ 323855 h 4630833"/>
                <a:gd name="connsiteX16" fmla="*/ 2695862 w 4336168"/>
                <a:gd name="connsiteY16" fmla="*/ 335373 h 4630833"/>
                <a:gd name="connsiteX17" fmla="*/ 2417972 w 4336168"/>
                <a:gd name="connsiteY17" fmla="*/ 372070 h 4630833"/>
                <a:gd name="connsiteX18" fmla="*/ 2148451 w 4336168"/>
                <a:gd name="connsiteY18" fmla="*/ 437613 h 4630833"/>
                <a:gd name="connsiteX19" fmla="*/ 1889690 w 4336168"/>
                <a:gd name="connsiteY19" fmla="*/ 532515 h 4630833"/>
                <a:gd name="connsiteX20" fmla="*/ 1644512 w 4336168"/>
                <a:gd name="connsiteY20" fmla="*/ 658098 h 4630833"/>
                <a:gd name="connsiteX21" fmla="*/ 1200999 w 4336168"/>
                <a:gd name="connsiteY21" fmla="*/ 992137 h 4630833"/>
                <a:gd name="connsiteX22" fmla="*/ 1003531 w 4336168"/>
                <a:gd name="connsiteY22" fmla="*/ 1192234 h 4630833"/>
                <a:gd name="connsiteX23" fmla="*/ 910394 w 4336168"/>
                <a:gd name="connsiteY23" fmla="*/ 1298347 h 4630833"/>
                <a:gd name="connsiteX24" fmla="*/ 821278 w 4336168"/>
                <a:gd name="connsiteY24" fmla="*/ 1408233 h 4630833"/>
                <a:gd name="connsiteX25" fmla="*/ 732162 w 4336168"/>
                <a:gd name="connsiteY25" fmla="*/ 1521993 h 4630833"/>
                <a:gd name="connsiteX26" fmla="*/ 640548 w 4336168"/>
                <a:gd name="connsiteY26" fmla="*/ 1634323 h 4630833"/>
                <a:gd name="connsiteX27" fmla="*/ 457317 w 4336168"/>
                <a:gd name="connsiteY27" fmla="*/ 1855930 h 4630833"/>
                <a:gd name="connsiteX28" fmla="*/ 369288 w 4336168"/>
                <a:gd name="connsiteY28" fmla="*/ 1967955 h 4630833"/>
                <a:gd name="connsiteX29" fmla="*/ 287128 w 4336168"/>
                <a:gd name="connsiteY29" fmla="*/ 2083243 h 4630833"/>
                <a:gd name="connsiteX30" fmla="*/ 212683 w 4336168"/>
                <a:gd name="connsiteY30" fmla="*/ 2202607 h 4630833"/>
                <a:gd name="connsiteX31" fmla="*/ 179101 w 4336168"/>
                <a:gd name="connsiteY31" fmla="*/ 2264177 h 4630833"/>
                <a:gd name="connsiteX32" fmla="*/ 148890 w 4336168"/>
                <a:gd name="connsiteY32" fmla="*/ 2327172 h 4630833"/>
                <a:gd name="connsiteX33" fmla="*/ 61295 w 4336168"/>
                <a:gd name="connsiteY33" fmla="*/ 2590672 h 4630833"/>
                <a:gd name="connsiteX34" fmla="*/ 32604 w 4336168"/>
                <a:gd name="connsiteY34" fmla="*/ 2866202 h 4630833"/>
                <a:gd name="connsiteX35" fmla="*/ 100853 w 4336168"/>
                <a:gd name="connsiteY35" fmla="*/ 3418074 h 4630833"/>
                <a:gd name="connsiteX36" fmla="*/ 184971 w 4336168"/>
                <a:gd name="connsiteY36" fmla="*/ 3684428 h 4630833"/>
                <a:gd name="connsiteX37" fmla="*/ 210836 w 4336168"/>
                <a:gd name="connsiteY37" fmla="*/ 3749462 h 4630833"/>
                <a:gd name="connsiteX38" fmla="*/ 238440 w 4336168"/>
                <a:gd name="connsiteY38" fmla="*/ 3813783 h 4630833"/>
                <a:gd name="connsiteX39" fmla="*/ 252894 w 4336168"/>
                <a:gd name="connsiteY39" fmla="*/ 3845688 h 4630833"/>
                <a:gd name="connsiteX40" fmla="*/ 268109 w 4336168"/>
                <a:gd name="connsiteY40" fmla="*/ 3877287 h 4630833"/>
                <a:gd name="connsiteX41" fmla="*/ 299409 w 4336168"/>
                <a:gd name="connsiteY41" fmla="*/ 3939978 h 4630833"/>
                <a:gd name="connsiteX42" fmla="*/ 440689 w 4336168"/>
                <a:gd name="connsiteY42" fmla="*/ 4182378 h 4630833"/>
                <a:gd name="connsiteX43" fmla="*/ 606640 w 4336168"/>
                <a:gd name="connsiteY43" fmla="*/ 4409488 h 4630833"/>
                <a:gd name="connsiteX44" fmla="*/ 792425 w 4336168"/>
                <a:gd name="connsiteY44" fmla="*/ 4621205 h 4630833"/>
                <a:gd name="connsiteX45" fmla="*/ 802442 w 4336168"/>
                <a:gd name="connsiteY45" fmla="*/ 4630833 h 4630833"/>
                <a:gd name="connsiteX46" fmla="*/ 592561 w 4336168"/>
                <a:gd name="connsiteY46" fmla="*/ 4630833 h 4630833"/>
                <a:gd name="connsiteX47" fmla="*/ 489377 w 4336168"/>
                <a:gd name="connsiteY47" fmla="*/ 4483185 h 4630833"/>
                <a:gd name="connsiteX48" fmla="*/ 344944 w 4336168"/>
                <a:gd name="connsiteY48" fmla="*/ 4231611 h 4630833"/>
                <a:gd name="connsiteX49" fmla="*/ 224311 w 4336168"/>
                <a:gd name="connsiteY49" fmla="*/ 3970456 h 4630833"/>
                <a:gd name="connsiteX50" fmla="*/ 0 w 4336168"/>
                <a:gd name="connsiteY50" fmla="*/ 2866202 h 4630833"/>
                <a:gd name="connsiteX51" fmla="*/ 25105 w 4336168"/>
                <a:gd name="connsiteY51" fmla="*/ 2584351 h 4630833"/>
                <a:gd name="connsiteX52" fmla="*/ 105200 w 4336168"/>
                <a:gd name="connsiteY52" fmla="*/ 2310863 h 4630833"/>
                <a:gd name="connsiteX53" fmla="*/ 232245 w 4336168"/>
                <a:gd name="connsiteY53" fmla="*/ 2053172 h 4630833"/>
                <a:gd name="connsiteX54" fmla="*/ 307667 w 4336168"/>
                <a:gd name="connsiteY54" fmla="*/ 1930341 h 4630833"/>
                <a:gd name="connsiteX55" fmla="*/ 386893 w 4336168"/>
                <a:gd name="connsiteY55" fmla="*/ 1810161 h 4630833"/>
                <a:gd name="connsiteX56" fmla="*/ 548823 w 4336168"/>
                <a:gd name="connsiteY56" fmla="*/ 1573876 h 4630833"/>
                <a:gd name="connsiteX57" fmla="*/ 626419 w 4336168"/>
                <a:gd name="connsiteY57" fmla="*/ 1455224 h 4630833"/>
                <a:gd name="connsiteX58" fmla="*/ 701081 w 4336168"/>
                <a:gd name="connsiteY58" fmla="*/ 1334534 h 4630833"/>
                <a:gd name="connsiteX59" fmla="*/ 861162 w 4336168"/>
                <a:gd name="connsiteY59" fmla="*/ 1091320 h 4630833"/>
                <a:gd name="connsiteX60" fmla="*/ 1042329 w 4336168"/>
                <a:gd name="connsiteY60" fmla="*/ 858093 h 4630833"/>
                <a:gd name="connsiteX61" fmla="*/ 1487799 w 4336168"/>
                <a:gd name="connsiteY61" fmla="*/ 446686 h 4630833"/>
                <a:gd name="connsiteX62" fmla="*/ 1754060 w 4336168"/>
                <a:gd name="connsiteY62" fmla="*/ 283388 h 4630833"/>
                <a:gd name="connsiteX63" fmla="*/ 2044121 w 4336168"/>
                <a:gd name="connsiteY63" fmla="*/ 157906 h 4630833"/>
                <a:gd name="connsiteX64" fmla="*/ 2349287 w 4336168"/>
                <a:gd name="connsiteY64" fmla="*/ 71364 h 4630833"/>
                <a:gd name="connsiteX65" fmla="*/ 2661411 w 4336168"/>
                <a:gd name="connsiteY65" fmla="*/ 21213 h 4630833"/>
                <a:gd name="connsiteX66" fmla="*/ 2818124 w 4336168"/>
                <a:gd name="connsiteY66" fmla="*/ 7146 h 4630833"/>
                <a:gd name="connsiteX67" fmla="*/ 2974728 w 4336168"/>
                <a:gd name="connsiteY67" fmla="*/ 1029 h 4630833"/>
                <a:gd name="connsiteX68" fmla="*/ 3053738 w 4336168"/>
                <a:gd name="connsiteY68" fmla="*/ 111 h 463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</a:cxnLst>
              <a:rect l="l" t="t" r="r" b="b"/>
              <a:pathLst>
                <a:path w="4336168" h="4630833">
                  <a:moveTo>
                    <a:pt x="3053738" y="111"/>
                  </a:moveTo>
                  <a:lnTo>
                    <a:pt x="3093948" y="316"/>
                  </a:lnTo>
                  <a:lnTo>
                    <a:pt x="3134268" y="1743"/>
                  </a:lnTo>
                  <a:cubicBezTo>
                    <a:pt x="3187955" y="3475"/>
                    <a:pt x="3241749" y="7756"/>
                    <a:pt x="3295438" y="13058"/>
                  </a:cubicBezTo>
                  <a:cubicBezTo>
                    <a:pt x="3510076" y="35585"/>
                    <a:pt x="3722324" y="89406"/>
                    <a:pt x="3918813" y="169935"/>
                  </a:cubicBezTo>
                  <a:cubicBezTo>
                    <a:pt x="4017384" y="209689"/>
                    <a:pt x="4111933" y="255763"/>
                    <a:pt x="4203331" y="305405"/>
                  </a:cubicBezTo>
                  <a:lnTo>
                    <a:pt x="4336168" y="386579"/>
                  </a:lnTo>
                  <a:lnTo>
                    <a:pt x="4336168" y="772673"/>
                  </a:lnTo>
                  <a:lnTo>
                    <a:pt x="4270820" y="728127"/>
                  </a:lnTo>
                  <a:cubicBezTo>
                    <a:pt x="4191920" y="677771"/>
                    <a:pt x="4111825" y="630168"/>
                    <a:pt x="4030208" y="587253"/>
                  </a:cubicBezTo>
                  <a:cubicBezTo>
                    <a:pt x="3948699" y="544136"/>
                    <a:pt x="3865886" y="504687"/>
                    <a:pt x="3781010" y="471455"/>
                  </a:cubicBezTo>
                  <a:cubicBezTo>
                    <a:pt x="3611688" y="404384"/>
                    <a:pt x="3435522" y="358818"/>
                    <a:pt x="3254466" y="338024"/>
                  </a:cubicBezTo>
                  <a:cubicBezTo>
                    <a:pt x="3209255" y="333029"/>
                    <a:pt x="3163720" y="328748"/>
                    <a:pt x="3117966" y="326812"/>
                  </a:cubicBezTo>
                  <a:lnTo>
                    <a:pt x="3083625" y="325179"/>
                  </a:lnTo>
                  <a:lnTo>
                    <a:pt x="3049173" y="324366"/>
                  </a:lnTo>
                  <a:cubicBezTo>
                    <a:pt x="3026568" y="323447"/>
                    <a:pt x="3002550" y="323855"/>
                    <a:pt x="2978858" y="323855"/>
                  </a:cubicBezTo>
                  <a:cubicBezTo>
                    <a:pt x="2883983" y="323956"/>
                    <a:pt x="2789434" y="327423"/>
                    <a:pt x="2695862" y="335373"/>
                  </a:cubicBezTo>
                  <a:cubicBezTo>
                    <a:pt x="2602290" y="343223"/>
                    <a:pt x="2509371" y="354945"/>
                    <a:pt x="2417972" y="372070"/>
                  </a:cubicBezTo>
                  <a:cubicBezTo>
                    <a:pt x="2326683" y="389500"/>
                    <a:pt x="2236697" y="411009"/>
                    <a:pt x="2148451" y="437613"/>
                  </a:cubicBezTo>
                  <a:cubicBezTo>
                    <a:pt x="2060204" y="464116"/>
                    <a:pt x="1973588" y="495411"/>
                    <a:pt x="1889690" y="532515"/>
                  </a:cubicBezTo>
                  <a:cubicBezTo>
                    <a:pt x="1805247" y="568599"/>
                    <a:pt x="1723848" y="611411"/>
                    <a:pt x="1644512" y="658098"/>
                  </a:cubicBezTo>
                  <a:cubicBezTo>
                    <a:pt x="1486169" y="751979"/>
                    <a:pt x="1338149" y="865229"/>
                    <a:pt x="1200999" y="992137"/>
                  </a:cubicBezTo>
                  <a:cubicBezTo>
                    <a:pt x="1132531" y="1055744"/>
                    <a:pt x="1066782" y="1122715"/>
                    <a:pt x="1003531" y="1192234"/>
                  </a:cubicBezTo>
                  <a:cubicBezTo>
                    <a:pt x="971688" y="1226790"/>
                    <a:pt x="941150" y="1262568"/>
                    <a:pt x="910394" y="1298347"/>
                  </a:cubicBezTo>
                  <a:cubicBezTo>
                    <a:pt x="880507" y="1334738"/>
                    <a:pt x="850187" y="1370925"/>
                    <a:pt x="821278" y="1408233"/>
                  </a:cubicBezTo>
                  <a:cubicBezTo>
                    <a:pt x="792152" y="1444624"/>
                    <a:pt x="762266" y="1484480"/>
                    <a:pt x="732162" y="1521993"/>
                  </a:cubicBezTo>
                  <a:cubicBezTo>
                    <a:pt x="701950" y="1559810"/>
                    <a:pt x="671302" y="1597219"/>
                    <a:pt x="640548" y="1634323"/>
                  </a:cubicBezTo>
                  <a:cubicBezTo>
                    <a:pt x="579362" y="1708838"/>
                    <a:pt x="516980" y="1781618"/>
                    <a:pt x="457317" y="1855930"/>
                  </a:cubicBezTo>
                  <a:cubicBezTo>
                    <a:pt x="427540" y="1893033"/>
                    <a:pt x="397870" y="1930239"/>
                    <a:pt x="369288" y="1967955"/>
                  </a:cubicBezTo>
                  <a:cubicBezTo>
                    <a:pt x="341141" y="2005976"/>
                    <a:pt x="313211" y="2044100"/>
                    <a:pt x="287128" y="2083243"/>
                  </a:cubicBezTo>
                  <a:cubicBezTo>
                    <a:pt x="260936" y="2122284"/>
                    <a:pt x="235506" y="2161835"/>
                    <a:pt x="212683" y="2202607"/>
                  </a:cubicBezTo>
                  <a:cubicBezTo>
                    <a:pt x="200728" y="2222791"/>
                    <a:pt x="190187" y="2243586"/>
                    <a:pt x="179101" y="2264177"/>
                  </a:cubicBezTo>
                  <a:cubicBezTo>
                    <a:pt x="168886" y="2285072"/>
                    <a:pt x="158127" y="2305867"/>
                    <a:pt x="148890" y="2327172"/>
                  </a:cubicBezTo>
                  <a:cubicBezTo>
                    <a:pt x="109982" y="2411777"/>
                    <a:pt x="81183" y="2500256"/>
                    <a:pt x="61295" y="2590672"/>
                  </a:cubicBezTo>
                  <a:cubicBezTo>
                    <a:pt x="42386" y="2681292"/>
                    <a:pt x="33147" y="2773643"/>
                    <a:pt x="32604" y="2866202"/>
                  </a:cubicBezTo>
                  <a:cubicBezTo>
                    <a:pt x="32495" y="3051925"/>
                    <a:pt x="55643" y="3237650"/>
                    <a:pt x="100853" y="3418074"/>
                  </a:cubicBezTo>
                  <a:cubicBezTo>
                    <a:pt x="123133" y="3508490"/>
                    <a:pt x="151498" y="3597377"/>
                    <a:pt x="184971" y="3684428"/>
                  </a:cubicBezTo>
                  <a:cubicBezTo>
                    <a:pt x="192796" y="3706344"/>
                    <a:pt x="202250" y="3727751"/>
                    <a:pt x="210836" y="3749462"/>
                  </a:cubicBezTo>
                  <a:cubicBezTo>
                    <a:pt x="219421" y="3771175"/>
                    <a:pt x="228985" y="3792479"/>
                    <a:pt x="238440" y="3813783"/>
                  </a:cubicBezTo>
                  <a:lnTo>
                    <a:pt x="252894" y="3845688"/>
                  </a:lnTo>
                  <a:lnTo>
                    <a:pt x="268109" y="3877287"/>
                  </a:lnTo>
                  <a:cubicBezTo>
                    <a:pt x="278215" y="3898287"/>
                    <a:pt x="288432" y="3919284"/>
                    <a:pt x="299409" y="3939978"/>
                  </a:cubicBezTo>
                  <a:cubicBezTo>
                    <a:pt x="341792" y="4023258"/>
                    <a:pt x="389828" y="4103787"/>
                    <a:pt x="440689" y="4182378"/>
                  </a:cubicBezTo>
                  <a:cubicBezTo>
                    <a:pt x="492420" y="4260561"/>
                    <a:pt x="547953" y="4336299"/>
                    <a:pt x="606640" y="4409488"/>
                  </a:cubicBezTo>
                  <a:cubicBezTo>
                    <a:pt x="665381" y="4482677"/>
                    <a:pt x="727435" y="4553292"/>
                    <a:pt x="792425" y="4621205"/>
                  </a:cubicBezTo>
                  <a:lnTo>
                    <a:pt x="802442" y="4630833"/>
                  </a:lnTo>
                  <a:lnTo>
                    <a:pt x="592561" y="4630833"/>
                  </a:lnTo>
                  <a:lnTo>
                    <a:pt x="489377" y="4483185"/>
                  </a:lnTo>
                  <a:cubicBezTo>
                    <a:pt x="437212" y="4401230"/>
                    <a:pt x="388850" y="4317339"/>
                    <a:pt x="344944" y="4231611"/>
                  </a:cubicBezTo>
                  <a:cubicBezTo>
                    <a:pt x="300386" y="4146191"/>
                    <a:pt x="260828" y="4058731"/>
                    <a:pt x="224311" y="3970456"/>
                  </a:cubicBezTo>
                  <a:cubicBezTo>
                    <a:pt x="78901" y="3617049"/>
                    <a:pt x="1413" y="3242136"/>
                    <a:pt x="0" y="2866202"/>
                  </a:cubicBezTo>
                  <a:cubicBezTo>
                    <a:pt x="0" y="2771912"/>
                    <a:pt x="8043" y="2677417"/>
                    <a:pt x="25105" y="2584351"/>
                  </a:cubicBezTo>
                  <a:cubicBezTo>
                    <a:pt x="42928" y="2491285"/>
                    <a:pt x="69446" y="2399444"/>
                    <a:pt x="105200" y="2310863"/>
                  </a:cubicBezTo>
                  <a:cubicBezTo>
                    <a:pt x="140304" y="2221974"/>
                    <a:pt x="184318" y="2136351"/>
                    <a:pt x="232245" y="2053172"/>
                  </a:cubicBezTo>
                  <a:cubicBezTo>
                    <a:pt x="256154" y="2011379"/>
                    <a:pt x="281802" y="1970810"/>
                    <a:pt x="307667" y="1930341"/>
                  </a:cubicBezTo>
                  <a:cubicBezTo>
                    <a:pt x="333533" y="1889873"/>
                    <a:pt x="360049" y="1849915"/>
                    <a:pt x="386893" y="1810161"/>
                  </a:cubicBezTo>
                  <a:lnTo>
                    <a:pt x="548823" y="1573876"/>
                  </a:lnTo>
                  <a:cubicBezTo>
                    <a:pt x="575341" y="1534529"/>
                    <a:pt x="601098" y="1494877"/>
                    <a:pt x="626419" y="1455224"/>
                  </a:cubicBezTo>
                  <a:cubicBezTo>
                    <a:pt x="651959" y="1415266"/>
                    <a:pt x="675434" y="1376225"/>
                    <a:pt x="701081" y="1334534"/>
                  </a:cubicBezTo>
                  <a:cubicBezTo>
                    <a:pt x="751290" y="1252070"/>
                    <a:pt x="804324" y="1170828"/>
                    <a:pt x="861162" y="1091320"/>
                  </a:cubicBezTo>
                  <a:cubicBezTo>
                    <a:pt x="917894" y="1011810"/>
                    <a:pt x="977884" y="933729"/>
                    <a:pt x="1042329" y="858093"/>
                  </a:cubicBezTo>
                  <a:cubicBezTo>
                    <a:pt x="1171765" y="707536"/>
                    <a:pt x="1319348" y="566764"/>
                    <a:pt x="1487799" y="446686"/>
                  </a:cubicBezTo>
                  <a:cubicBezTo>
                    <a:pt x="1571699" y="386340"/>
                    <a:pt x="1661031" y="332010"/>
                    <a:pt x="1754060" y="283388"/>
                  </a:cubicBezTo>
                  <a:cubicBezTo>
                    <a:pt x="1847414" y="235478"/>
                    <a:pt x="1944463" y="193278"/>
                    <a:pt x="2044121" y="157906"/>
                  </a:cubicBezTo>
                  <a:cubicBezTo>
                    <a:pt x="2143778" y="122638"/>
                    <a:pt x="2245936" y="93789"/>
                    <a:pt x="2349287" y="71364"/>
                  </a:cubicBezTo>
                  <a:cubicBezTo>
                    <a:pt x="2452641" y="48939"/>
                    <a:pt x="2556971" y="32935"/>
                    <a:pt x="2661411" y="21213"/>
                  </a:cubicBezTo>
                  <a:cubicBezTo>
                    <a:pt x="2713576" y="14994"/>
                    <a:pt x="2765850" y="11222"/>
                    <a:pt x="2818124" y="7146"/>
                  </a:cubicBezTo>
                  <a:cubicBezTo>
                    <a:pt x="2870290" y="4596"/>
                    <a:pt x="2922672" y="1640"/>
                    <a:pt x="2974728" y="1029"/>
                  </a:cubicBezTo>
                  <a:cubicBezTo>
                    <a:pt x="3000811" y="519"/>
                    <a:pt x="3026568" y="-296"/>
                    <a:pt x="3053738" y="11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1A4654CA-606E-E575-205A-25FCC35E55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5112326" y="0"/>
            <a:ext cx="4683941" cy="3456291"/>
            <a:chOff x="4345582" y="0"/>
            <a:chExt cx="5069918" cy="3741104"/>
          </a:xfrm>
          <a:solidFill>
            <a:schemeClr val="accent5">
              <a:alpha val="5000"/>
            </a:schemeClr>
          </a:solidFill>
        </p:grpSpPr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B4156054-C7D8-3D36-48F4-2C34984C17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45582" y="1"/>
              <a:ext cx="5069918" cy="3741103"/>
            </a:xfrm>
            <a:custGeom>
              <a:avLst/>
              <a:gdLst>
                <a:gd name="connsiteX0" fmla="*/ 475344 w 5069918"/>
                <a:gd name="connsiteY0" fmla="*/ 0 h 3741103"/>
                <a:gd name="connsiteX1" fmla="*/ 643707 w 5069918"/>
                <a:gd name="connsiteY1" fmla="*/ 0 h 3741103"/>
                <a:gd name="connsiteX2" fmla="*/ 635672 w 5069918"/>
                <a:gd name="connsiteY2" fmla="*/ 7778 h 3741103"/>
                <a:gd name="connsiteX3" fmla="*/ 486638 w 5069918"/>
                <a:gd name="connsiteY3" fmla="*/ 178818 h 3741103"/>
                <a:gd name="connsiteX4" fmla="*/ 353514 w 5069918"/>
                <a:gd name="connsiteY4" fmla="*/ 362293 h 3741103"/>
                <a:gd name="connsiteX5" fmla="*/ 240181 w 5069918"/>
                <a:gd name="connsiteY5" fmla="*/ 558120 h 3741103"/>
                <a:gd name="connsiteX6" fmla="*/ 215073 w 5069918"/>
                <a:gd name="connsiteY6" fmla="*/ 608766 h 3741103"/>
                <a:gd name="connsiteX7" fmla="*/ 202868 w 5069918"/>
                <a:gd name="connsiteY7" fmla="*/ 634294 h 3741103"/>
                <a:gd name="connsiteX8" fmla="*/ 191273 w 5069918"/>
                <a:gd name="connsiteY8" fmla="*/ 660069 h 3741103"/>
                <a:gd name="connsiteX9" fmla="*/ 169129 w 5069918"/>
                <a:gd name="connsiteY9" fmla="*/ 712032 h 3741103"/>
                <a:gd name="connsiteX10" fmla="*/ 148381 w 5069918"/>
                <a:gd name="connsiteY10" fmla="*/ 764571 h 3741103"/>
                <a:gd name="connsiteX11" fmla="*/ 80903 w 5069918"/>
                <a:gd name="connsiteY11" fmla="*/ 979750 h 3741103"/>
                <a:gd name="connsiteX12" fmla="*/ 26154 w 5069918"/>
                <a:gd name="connsiteY12" fmla="*/ 1425590 h 3741103"/>
                <a:gd name="connsiteX13" fmla="*/ 49170 w 5069918"/>
                <a:gd name="connsiteY13" fmla="*/ 1648182 h 3741103"/>
                <a:gd name="connsiteX14" fmla="*/ 119437 w 5069918"/>
                <a:gd name="connsiteY14" fmla="*/ 1861055 h 3741103"/>
                <a:gd name="connsiteX15" fmla="*/ 143672 w 5069918"/>
                <a:gd name="connsiteY15" fmla="*/ 1911947 h 3741103"/>
                <a:gd name="connsiteX16" fmla="*/ 170611 w 5069918"/>
                <a:gd name="connsiteY16" fmla="*/ 1961687 h 3741103"/>
                <a:gd name="connsiteX17" fmla="*/ 230330 w 5069918"/>
                <a:gd name="connsiteY17" fmla="*/ 2058118 h 3741103"/>
                <a:gd name="connsiteX18" fmla="*/ 296237 w 5069918"/>
                <a:gd name="connsiteY18" fmla="*/ 2151255 h 3741103"/>
                <a:gd name="connsiteX19" fmla="*/ 366853 w 5069918"/>
                <a:gd name="connsiteY19" fmla="*/ 2241757 h 3741103"/>
                <a:gd name="connsiteX20" fmla="*/ 513838 w 5069918"/>
                <a:gd name="connsiteY20" fmla="*/ 2420786 h 3741103"/>
                <a:gd name="connsiteX21" fmla="*/ 587330 w 5069918"/>
                <a:gd name="connsiteY21" fmla="*/ 2511534 h 3741103"/>
                <a:gd name="connsiteX22" fmla="*/ 658817 w 5069918"/>
                <a:gd name="connsiteY22" fmla="*/ 2603437 h 3741103"/>
                <a:gd name="connsiteX23" fmla="*/ 730305 w 5069918"/>
                <a:gd name="connsiteY23" fmla="*/ 2692210 h 3741103"/>
                <a:gd name="connsiteX24" fmla="*/ 805018 w 5069918"/>
                <a:gd name="connsiteY24" fmla="*/ 2777936 h 3741103"/>
                <a:gd name="connsiteX25" fmla="*/ 963424 w 5069918"/>
                <a:gd name="connsiteY25" fmla="*/ 2939588 h 3741103"/>
                <a:gd name="connsiteX26" fmla="*/ 1319204 w 5069918"/>
                <a:gd name="connsiteY26" fmla="*/ 3209447 h 3741103"/>
                <a:gd name="connsiteX27" fmla="*/ 1515882 w 5069918"/>
                <a:gd name="connsiteY27" fmla="*/ 3310902 h 3741103"/>
                <a:gd name="connsiteX28" fmla="*/ 1723456 w 5069918"/>
                <a:gd name="connsiteY28" fmla="*/ 3387570 h 3741103"/>
                <a:gd name="connsiteX29" fmla="*/ 1939662 w 5069918"/>
                <a:gd name="connsiteY29" fmla="*/ 3440520 h 3741103"/>
                <a:gd name="connsiteX30" fmla="*/ 2162581 w 5069918"/>
                <a:gd name="connsiteY30" fmla="*/ 3470167 h 3741103"/>
                <a:gd name="connsiteX31" fmla="*/ 2389597 w 5069918"/>
                <a:gd name="connsiteY31" fmla="*/ 3479472 h 3741103"/>
                <a:gd name="connsiteX32" fmla="*/ 2446002 w 5069918"/>
                <a:gd name="connsiteY32" fmla="*/ 3479059 h 3741103"/>
                <a:gd name="connsiteX33" fmla="*/ 2473639 w 5069918"/>
                <a:gd name="connsiteY33" fmla="*/ 3478402 h 3741103"/>
                <a:gd name="connsiteX34" fmla="*/ 2501187 w 5069918"/>
                <a:gd name="connsiteY34" fmla="*/ 3477083 h 3741103"/>
                <a:gd name="connsiteX35" fmla="*/ 2610685 w 5069918"/>
                <a:gd name="connsiteY35" fmla="*/ 3468025 h 3741103"/>
                <a:gd name="connsiteX36" fmla="*/ 3033071 w 5069918"/>
                <a:gd name="connsiteY36" fmla="*/ 3360230 h 3741103"/>
                <a:gd name="connsiteX37" fmla="*/ 3232974 w 5069918"/>
                <a:gd name="connsiteY37" fmla="*/ 3266681 h 3741103"/>
                <a:gd name="connsiteX38" fmla="*/ 3425990 w 5069918"/>
                <a:gd name="connsiteY38" fmla="*/ 3152873 h 3741103"/>
                <a:gd name="connsiteX39" fmla="*/ 3613601 w 5069918"/>
                <a:gd name="connsiteY39" fmla="*/ 3024078 h 3741103"/>
                <a:gd name="connsiteX40" fmla="*/ 3706185 w 5069918"/>
                <a:gd name="connsiteY40" fmla="*/ 2955893 h 3741103"/>
                <a:gd name="connsiteX41" fmla="*/ 3799729 w 5069918"/>
                <a:gd name="connsiteY41" fmla="*/ 2885155 h 3741103"/>
                <a:gd name="connsiteX42" fmla="*/ 4175561 w 5069918"/>
                <a:gd name="connsiteY42" fmla="*/ 2606072 h 3741103"/>
                <a:gd name="connsiteX43" fmla="*/ 4517132 w 5069918"/>
                <a:gd name="connsiteY43" fmla="*/ 2312331 h 3741103"/>
                <a:gd name="connsiteX44" fmla="*/ 4659758 w 5069918"/>
                <a:gd name="connsiteY44" fmla="*/ 2148703 h 3741103"/>
                <a:gd name="connsiteX45" fmla="*/ 4773178 w 5069918"/>
                <a:gd name="connsiteY45" fmla="*/ 1969674 h 3741103"/>
                <a:gd name="connsiteX46" fmla="*/ 4892092 w 5069918"/>
                <a:gd name="connsiteY46" fmla="*/ 1567562 h 3741103"/>
                <a:gd name="connsiteX47" fmla="*/ 4898804 w 5069918"/>
                <a:gd name="connsiteY47" fmla="*/ 1460754 h 3741103"/>
                <a:gd name="connsiteX48" fmla="*/ 4899153 w 5069918"/>
                <a:gd name="connsiteY48" fmla="*/ 1406239 h 3741103"/>
                <a:gd name="connsiteX49" fmla="*/ 4898456 w 5069918"/>
                <a:gd name="connsiteY49" fmla="*/ 1350735 h 3741103"/>
                <a:gd name="connsiteX50" fmla="*/ 4886774 w 5069918"/>
                <a:gd name="connsiteY50" fmla="*/ 1128886 h 3741103"/>
                <a:gd name="connsiteX51" fmla="*/ 4815896 w 5069918"/>
                <a:gd name="connsiteY51" fmla="*/ 689221 h 3741103"/>
                <a:gd name="connsiteX52" fmla="*/ 4673183 w 5069918"/>
                <a:gd name="connsiteY52" fmla="*/ 264874 h 3741103"/>
                <a:gd name="connsiteX53" fmla="*/ 4625496 w 5069918"/>
                <a:gd name="connsiteY53" fmla="*/ 162925 h 3741103"/>
                <a:gd name="connsiteX54" fmla="*/ 4572490 w 5069918"/>
                <a:gd name="connsiteY54" fmla="*/ 63364 h 3741103"/>
                <a:gd name="connsiteX55" fmla="*/ 4532299 w 5069918"/>
                <a:gd name="connsiteY55" fmla="*/ 0 h 3741103"/>
                <a:gd name="connsiteX56" fmla="*/ 4626680 w 5069918"/>
                <a:gd name="connsiteY56" fmla="*/ 0 h 3741103"/>
                <a:gd name="connsiteX57" fmla="*/ 4643978 w 5069918"/>
                <a:gd name="connsiteY57" fmla="*/ 26636 h 3741103"/>
                <a:gd name="connsiteX58" fmla="*/ 4700644 w 5069918"/>
                <a:gd name="connsiteY58" fmla="*/ 128338 h 3741103"/>
                <a:gd name="connsiteX59" fmla="*/ 4753214 w 5069918"/>
                <a:gd name="connsiteY59" fmla="*/ 232016 h 3741103"/>
                <a:gd name="connsiteX60" fmla="*/ 4921297 w 5069918"/>
                <a:gd name="connsiteY60" fmla="*/ 663363 h 3741103"/>
                <a:gd name="connsiteX61" fmla="*/ 5027482 w 5069918"/>
                <a:gd name="connsiteY61" fmla="*/ 1112991 h 3741103"/>
                <a:gd name="connsiteX62" fmla="*/ 5058082 w 5069918"/>
                <a:gd name="connsiteY62" fmla="*/ 1342088 h 3741103"/>
                <a:gd name="connsiteX63" fmla="*/ 5063486 w 5069918"/>
                <a:gd name="connsiteY63" fmla="*/ 1399651 h 3741103"/>
                <a:gd name="connsiteX64" fmla="*/ 5067846 w 5069918"/>
                <a:gd name="connsiteY64" fmla="*/ 1458284 h 3741103"/>
                <a:gd name="connsiteX65" fmla="*/ 5069414 w 5069918"/>
                <a:gd name="connsiteY65" fmla="*/ 1577772 h 3741103"/>
                <a:gd name="connsiteX66" fmla="*/ 5040732 w 5069918"/>
                <a:gd name="connsiteY66" fmla="*/ 1817822 h 3741103"/>
                <a:gd name="connsiteX67" fmla="*/ 4964102 w 5069918"/>
                <a:gd name="connsiteY67" fmla="*/ 2050871 h 3741103"/>
                <a:gd name="connsiteX68" fmla="*/ 4689486 w 5069918"/>
                <a:gd name="connsiteY68" fmla="*/ 2458008 h 3741103"/>
                <a:gd name="connsiteX69" fmla="*/ 4333792 w 5069918"/>
                <a:gd name="connsiteY69" fmla="*/ 2784606 h 3741103"/>
                <a:gd name="connsiteX70" fmla="*/ 3965197 w 5069918"/>
                <a:gd name="connsiteY70" fmla="*/ 3076041 h 3741103"/>
                <a:gd name="connsiteX71" fmla="*/ 3873745 w 5069918"/>
                <a:gd name="connsiteY71" fmla="*/ 3149167 h 3741103"/>
                <a:gd name="connsiteX72" fmla="*/ 3779416 w 5069918"/>
                <a:gd name="connsiteY72" fmla="*/ 3222705 h 3741103"/>
                <a:gd name="connsiteX73" fmla="*/ 3582739 w 5069918"/>
                <a:gd name="connsiteY73" fmla="*/ 3364594 h 3741103"/>
                <a:gd name="connsiteX74" fmla="*/ 3371851 w 5069918"/>
                <a:gd name="connsiteY74" fmla="*/ 3494377 h 3741103"/>
                <a:gd name="connsiteX75" fmla="*/ 3143615 w 5069918"/>
                <a:gd name="connsiteY75" fmla="*/ 3603819 h 3741103"/>
                <a:gd name="connsiteX76" fmla="*/ 2643552 w 5069918"/>
                <a:gd name="connsiteY76" fmla="*/ 3730555 h 3741103"/>
                <a:gd name="connsiteX77" fmla="*/ 2514264 w 5069918"/>
                <a:gd name="connsiteY77" fmla="*/ 3739696 h 3741103"/>
                <a:gd name="connsiteX78" fmla="*/ 2481920 w 5069918"/>
                <a:gd name="connsiteY78" fmla="*/ 3740849 h 3741103"/>
                <a:gd name="connsiteX79" fmla="*/ 2449664 w 5069918"/>
                <a:gd name="connsiteY79" fmla="*/ 3741014 h 3741103"/>
                <a:gd name="connsiteX80" fmla="*/ 2386284 w 5069918"/>
                <a:gd name="connsiteY80" fmla="*/ 3740273 h 3741103"/>
                <a:gd name="connsiteX81" fmla="*/ 2260658 w 5069918"/>
                <a:gd name="connsiteY81" fmla="*/ 3735331 h 3741103"/>
                <a:gd name="connsiteX82" fmla="*/ 2134945 w 5069918"/>
                <a:gd name="connsiteY82" fmla="*/ 3723967 h 3741103"/>
                <a:gd name="connsiteX83" fmla="*/ 1884564 w 5069918"/>
                <a:gd name="connsiteY83" fmla="*/ 3683451 h 3741103"/>
                <a:gd name="connsiteX84" fmla="*/ 1639764 w 5069918"/>
                <a:gd name="connsiteY84" fmla="*/ 3613537 h 3741103"/>
                <a:gd name="connsiteX85" fmla="*/ 1407081 w 5069918"/>
                <a:gd name="connsiteY85" fmla="*/ 3512164 h 3741103"/>
                <a:gd name="connsiteX86" fmla="*/ 1193491 w 5069918"/>
                <a:gd name="connsiteY86" fmla="*/ 3380240 h 3741103"/>
                <a:gd name="connsiteX87" fmla="*/ 836141 w 5069918"/>
                <a:gd name="connsiteY87" fmla="*/ 3047878 h 3741103"/>
                <a:gd name="connsiteX88" fmla="*/ 690812 w 5069918"/>
                <a:gd name="connsiteY88" fmla="*/ 2859461 h 3741103"/>
                <a:gd name="connsiteX89" fmla="*/ 562397 w 5069918"/>
                <a:gd name="connsiteY89" fmla="*/ 2662976 h 3741103"/>
                <a:gd name="connsiteX90" fmla="*/ 502504 w 5069918"/>
                <a:gd name="connsiteY90" fmla="*/ 2565474 h 3741103"/>
                <a:gd name="connsiteX91" fmla="*/ 440258 w 5069918"/>
                <a:gd name="connsiteY91" fmla="*/ 2469619 h 3741103"/>
                <a:gd name="connsiteX92" fmla="*/ 310360 w 5069918"/>
                <a:gd name="connsiteY92" fmla="*/ 2278732 h 3741103"/>
                <a:gd name="connsiteX93" fmla="*/ 246806 w 5069918"/>
                <a:gd name="connsiteY93" fmla="*/ 2181642 h 3741103"/>
                <a:gd name="connsiteX94" fmla="*/ 186303 w 5069918"/>
                <a:gd name="connsiteY94" fmla="*/ 2082411 h 3741103"/>
                <a:gd name="connsiteX95" fmla="*/ 84390 w 5069918"/>
                <a:gd name="connsiteY95" fmla="*/ 1874231 h 3741103"/>
                <a:gd name="connsiteX96" fmla="*/ 20139 w 5069918"/>
                <a:gd name="connsiteY96" fmla="*/ 1653288 h 3741103"/>
                <a:gd name="connsiteX97" fmla="*/ 0 w 5069918"/>
                <a:gd name="connsiteY97" fmla="*/ 1425590 h 3741103"/>
                <a:gd name="connsiteX98" fmla="*/ 179939 w 5069918"/>
                <a:gd name="connsiteY98" fmla="*/ 533498 h 3741103"/>
                <a:gd name="connsiteX99" fmla="*/ 276709 w 5069918"/>
                <a:gd name="connsiteY99" fmla="*/ 322519 h 3741103"/>
                <a:gd name="connsiteX100" fmla="*/ 392571 w 5069918"/>
                <a:gd name="connsiteY100" fmla="*/ 119280 h 3741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5069918" h="3741103">
                  <a:moveTo>
                    <a:pt x="475344" y="0"/>
                  </a:moveTo>
                  <a:lnTo>
                    <a:pt x="643707" y="0"/>
                  </a:lnTo>
                  <a:lnTo>
                    <a:pt x="635672" y="7778"/>
                  </a:lnTo>
                  <a:cubicBezTo>
                    <a:pt x="583538" y="62643"/>
                    <a:pt x="533759" y="119691"/>
                    <a:pt x="486638" y="178818"/>
                  </a:cubicBezTo>
                  <a:cubicBezTo>
                    <a:pt x="439560" y="237945"/>
                    <a:pt x="395012" y="299131"/>
                    <a:pt x="353514" y="362293"/>
                  </a:cubicBezTo>
                  <a:cubicBezTo>
                    <a:pt x="312714" y="425784"/>
                    <a:pt x="274180" y="490841"/>
                    <a:pt x="240181" y="558120"/>
                  </a:cubicBezTo>
                  <a:cubicBezTo>
                    <a:pt x="231376" y="574838"/>
                    <a:pt x="223180" y="591801"/>
                    <a:pt x="215073" y="608766"/>
                  </a:cubicBezTo>
                  <a:lnTo>
                    <a:pt x="202868" y="634294"/>
                  </a:lnTo>
                  <a:lnTo>
                    <a:pt x="191273" y="660069"/>
                  </a:lnTo>
                  <a:cubicBezTo>
                    <a:pt x="183688" y="677280"/>
                    <a:pt x="176016" y="694491"/>
                    <a:pt x="169129" y="712032"/>
                  </a:cubicBezTo>
                  <a:cubicBezTo>
                    <a:pt x="162242" y="729572"/>
                    <a:pt x="154658" y="746866"/>
                    <a:pt x="148381" y="764571"/>
                  </a:cubicBezTo>
                  <a:cubicBezTo>
                    <a:pt x="121529" y="834897"/>
                    <a:pt x="98775" y="906706"/>
                    <a:pt x="80903" y="979750"/>
                  </a:cubicBezTo>
                  <a:cubicBezTo>
                    <a:pt x="44636" y="1125509"/>
                    <a:pt x="26067" y="1275550"/>
                    <a:pt x="26154" y="1425590"/>
                  </a:cubicBezTo>
                  <a:cubicBezTo>
                    <a:pt x="26590" y="1500365"/>
                    <a:pt x="34001" y="1574973"/>
                    <a:pt x="49170" y="1648182"/>
                  </a:cubicBezTo>
                  <a:cubicBezTo>
                    <a:pt x="65124" y="1721226"/>
                    <a:pt x="88226" y="1792705"/>
                    <a:pt x="119437" y="1861055"/>
                  </a:cubicBezTo>
                  <a:cubicBezTo>
                    <a:pt x="126847" y="1878267"/>
                    <a:pt x="135478" y="1895066"/>
                    <a:pt x="143672" y="1911947"/>
                  </a:cubicBezTo>
                  <a:cubicBezTo>
                    <a:pt x="152565" y="1928582"/>
                    <a:pt x="161021" y="1945381"/>
                    <a:pt x="170611" y="1961687"/>
                  </a:cubicBezTo>
                  <a:cubicBezTo>
                    <a:pt x="188919" y="1994626"/>
                    <a:pt x="209319" y="2026578"/>
                    <a:pt x="230330" y="2058118"/>
                  </a:cubicBezTo>
                  <a:cubicBezTo>
                    <a:pt x="251253" y="2089740"/>
                    <a:pt x="273658" y="2120539"/>
                    <a:pt x="296237" y="2151255"/>
                  </a:cubicBezTo>
                  <a:cubicBezTo>
                    <a:pt x="319165" y="2181725"/>
                    <a:pt x="342966" y="2211782"/>
                    <a:pt x="366853" y="2241757"/>
                  </a:cubicBezTo>
                  <a:cubicBezTo>
                    <a:pt x="414714" y="2301791"/>
                    <a:pt x="464756" y="2360588"/>
                    <a:pt x="513838" y="2420786"/>
                  </a:cubicBezTo>
                  <a:cubicBezTo>
                    <a:pt x="538509" y="2450761"/>
                    <a:pt x="563094" y="2480983"/>
                    <a:pt x="587330" y="2511534"/>
                  </a:cubicBezTo>
                  <a:cubicBezTo>
                    <a:pt x="611479" y="2541839"/>
                    <a:pt x="635453" y="2574038"/>
                    <a:pt x="658817" y="2603437"/>
                  </a:cubicBezTo>
                  <a:cubicBezTo>
                    <a:pt x="682008" y="2633577"/>
                    <a:pt x="706330" y="2662811"/>
                    <a:pt x="730305" y="2692210"/>
                  </a:cubicBezTo>
                  <a:cubicBezTo>
                    <a:pt x="754977" y="2721115"/>
                    <a:pt x="779474" y="2750019"/>
                    <a:pt x="805018" y="2777936"/>
                  </a:cubicBezTo>
                  <a:cubicBezTo>
                    <a:pt x="855757" y="2834098"/>
                    <a:pt x="908500" y="2888202"/>
                    <a:pt x="963424" y="2939588"/>
                  </a:cubicBezTo>
                  <a:cubicBezTo>
                    <a:pt x="1073444" y="3042113"/>
                    <a:pt x="1192183" y="3133604"/>
                    <a:pt x="1319204" y="3209447"/>
                  </a:cubicBezTo>
                  <a:cubicBezTo>
                    <a:pt x="1382846" y="3247164"/>
                    <a:pt x="1448143" y="3281751"/>
                    <a:pt x="1515882" y="3310902"/>
                  </a:cubicBezTo>
                  <a:cubicBezTo>
                    <a:pt x="1583184" y="3340877"/>
                    <a:pt x="1652666" y="3366159"/>
                    <a:pt x="1723456" y="3387570"/>
                  </a:cubicBezTo>
                  <a:cubicBezTo>
                    <a:pt x="1794246" y="3409063"/>
                    <a:pt x="1866431" y="3426439"/>
                    <a:pt x="1939662" y="3440520"/>
                  </a:cubicBezTo>
                  <a:cubicBezTo>
                    <a:pt x="2012981" y="3454355"/>
                    <a:pt x="2087519" y="3463825"/>
                    <a:pt x="2162581" y="3470167"/>
                  </a:cubicBezTo>
                  <a:cubicBezTo>
                    <a:pt x="2237643" y="3476589"/>
                    <a:pt x="2313489" y="3479390"/>
                    <a:pt x="2389597" y="3479472"/>
                  </a:cubicBezTo>
                  <a:cubicBezTo>
                    <a:pt x="2408602" y="3479472"/>
                    <a:pt x="2427869" y="3479801"/>
                    <a:pt x="2446002" y="3479059"/>
                  </a:cubicBezTo>
                  <a:lnTo>
                    <a:pt x="2473639" y="3478402"/>
                  </a:lnTo>
                  <a:lnTo>
                    <a:pt x="2501187" y="3477083"/>
                  </a:lnTo>
                  <a:cubicBezTo>
                    <a:pt x="2537890" y="3475519"/>
                    <a:pt x="2574418" y="3472060"/>
                    <a:pt x="2610685" y="3468025"/>
                  </a:cubicBezTo>
                  <a:cubicBezTo>
                    <a:pt x="2755926" y="3451226"/>
                    <a:pt x="2897244" y="3414415"/>
                    <a:pt x="3033071" y="3360230"/>
                  </a:cubicBezTo>
                  <a:cubicBezTo>
                    <a:pt x="3101158" y="3333383"/>
                    <a:pt x="3167589" y="3301514"/>
                    <a:pt x="3232974" y="3266681"/>
                  </a:cubicBezTo>
                  <a:cubicBezTo>
                    <a:pt x="3298446" y="3232011"/>
                    <a:pt x="3362697" y="3193554"/>
                    <a:pt x="3425990" y="3152873"/>
                  </a:cubicBezTo>
                  <a:cubicBezTo>
                    <a:pt x="3489282" y="3112110"/>
                    <a:pt x="3551529" y="3068712"/>
                    <a:pt x="3613601" y="3024078"/>
                  </a:cubicBezTo>
                  <a:cubicBezTo>
                    <a:pt x="3644549" y="3001762"/>
                    <a:pt x="3675411" y="2978868"/>
                    <a:pt x="3706185" y="2955893"/>
                  </a:cubicBezTo>
                  <a:lnTo>
                    <a:pt x="3799729" y="2885155"/>
                  </a:lnTo>
                  <a:cubicBezTo>
                    <a:pt x="3926402" y="2790205"/>
                    <a:pt x="4053597" y="2699374"/>
                    <a:pt x="4175561" y="2606072"/>
                  </a:cubicBezTo>
                  <a:cubicBezTo>
                    <a:pt x="4297526" y="2512852"/>
                    <a:pt x="4414084" y="2416833"/>
                    <a:pt x="4517132" y="2312331"/>
                  </a:cubicBezTo>
                  <a:cubicBezTo>
                    <a:pt x="4568480" y="2259956"/>
                    <a:pt x="4616604" y="2205689"/>
                    <a:pt x="4659758" y="2148703"/>
                  </a:cubicBezTo>
                  <a:cubicBezTo>
                    <a:pt x="4702650" y="2091634"/>
                    <a:pt x="4741184" y="2032096"/>
                    <a:pt x="4773178" y="1969674"/>
                  </a:cubicBezTo>
                  <a:cubicBezTo>
                    <a:pt x="4837865" y="1845080"/>
                    <a:pt x="4877446" y="1709038"/>
                    <a:pt x="4892092" y="1567562"/>
                  </a:cubicBezTo>
                  <a:cubicBezTo>
                    <a:pt x="4895666" y="1532233"/>
                    <a:pt x="4897845" y="1496576"/>
                    <a:pt x="4898804" y="1460754"/>
                  </a:cubicBezTo>
                  <a:cubicBezTo>
                    <a:pt x="4899066" y="1442884"/>
                    <a:pt x="4899414" y="1425015"/>
                    <a:pt x="4899153" y="1406239"/>
                  </a:cubicBezTo>
                  <a:cubicBezTo>
                    <a:pt x="4898979" y="1387711"/>
                    <a:pt x="4899066" y="1369263"/>
                    <a:pt x="4898456" y="1350735"/>
                  </a:cubicBezTo>
                  <a:cubicBezTo>
                    <a:pt x="4896974" y="1276703"/>
                    <a:pt x="4893226" y="1202753"/>
                    <a:pt x="4886774" y="1128886"/>
                  </a:cubicBezTo>
                  <a:cubicBezTo>
                    <a:pt x="4873610" y="981232"/>
                    <a:pt x="4851030" y="833991"/>
                    <a:pt x="4815896" y="689221"/>
                  </a:cubicBezTo>
                  <a:cubicBezTo>
                    <a:pt x="4780676" y="544533"/>
                    <a:pt x="4733860" y="402068"/>
                    <a:pt x="4673183" y="264874"/>
                  </a:cubicBezTo>
                  <a:cubicBezTo>
                    <a:pt x="4658101" y="230533"/>
                    <a:pt x="4642147" y="196605"/>
                    <a:pt x="4625496" y="162925"/>
                  </a:cubicBezTo>
                  <a:cubicBezTo>
                    <a:pt x="4608583" y="129326"/>
                    <a:pt x="4590885" y="96222"/>
                    <a:pt x="4572490" y="63364"/>
                  </a:cubicBezTo>
                  <a:lnTo>
                    <a:pt x="4532299" y="0"/>
                  </a:lnTo>
                  <a:lnTo>
                    <a:pt x="4626680" y="0"/>
                  </a:lnTo>
                  <a:lnTo>
                    <a:pt x="4643978" y="26636"/>
                  </a:lnTo>
                  <a:cubicBezTo>
                    <a:pt x="4663594" y="60152"/>
                    <a:pt x="4682598" y="94080"/>
                    <a:pt x="4700644" y="128338"/>
                  </a:cubicBezTo>
                  <a:cubicBezTo>
                    <a:pt x="4718866" y="162595"/>
                    <a:pt x="4736476" y="197100"/>
                    <a:pt x="4753214" y="232016"/>
                  </a:cubicBezTo>
                  <a:cubicBezTo>
                    <a:pt x="4820082" y="371681"/>
                    <a:pt x="4875964" y="515957"/>
                    <a:pt x="4921297" y="663363"/>
                  </a:cubicBezTo>
                  <a:cubicBezTo>
                    <a:pt x="4966630" y="810687"/>
                    <a:pt x="5002460" y="960975"/>
                    <a:pt x="5027482" y="1112991"/>
                  </a:cubicBezTo>
                  <a:cubicBezTo>
                    <a:pt x="5040123" y="1189000"/>
                    <a:pt x="5050323" y="1265421"/>
                    <a:pt x="5058082" y="1342088"/>
                  </a:cubicBezTo>
                  <a:cubicBezTo>
                    <a:pt x="5060261" y="1361276"/>
                    <a:pt x="5061743" y="1380464"/>
                    <a:pt x="5063486" y="1399651"/>
                  </a:cubicBezTo>
                  <a:cubicBezTo>
                    <a:pt x="5065318" y="1418591"/>
                    <a:pt x="5066625" y="1438437"/>
                    <a:pt x="5067846" y="1458284"/>
                  </a:cubicBezTo>
                  <a:cubicBezTo>
                    <a:pt x="5069851" y="1497894"/>
                    <a:pt x="5070461" y="1537751"/>
                    <a:pt x="5069414" y="1577772"/>
                  </a:cubicBezTo>
                  <a:cubicBezTo>
                    <a:pt x="5067060" y="1657734"/>
                    <a:pt x="5057820" y="1738272"/>
                    <a:pt x="5040732" y="1817822"/>
                  </a:cubicBezTo>
                  <a:cubicBezTo>
                    <a:pt x="5023123" y="1897289"/>
                    <a:pt x="4997578" y="1975686"/>
                    <a:pt x="4964102" y="2050871"/>
                  </a:cubicBezTo>
                  <a:cubicBezTo>
                    <a:pt x="4897409" y="2201736"/>
                    <a:pt x="4799942" y="2338271"/>
                    <a:pt x="4689486" y="2458008"/>
                  </a:cubicBezTo>
                  <a:cubicBezTo>
                    <a:pt x="4579116" y="2578485"/>
                    <a:pt x="4456716" y="2684139"/>
                    <a:pt x="4333792" y="2784606"/>
                  </a:cubicBezTo>
                  <a:cubicBezTo>
                    <a:pt x="4210520" y="2884908"/>
                    <a:pt x="4085853" y="2979775"/>
                    <a:pt x="3965197" y="3076041"/>
                  </a:cubicBezTo>
                  <a:lnTo>
                    <a:pt x="3873745" y="3149167"/>
                  </a:lnTo>
                  <a:cubicBezTo>
                    <a:pt x="3842621" y="3173790"/>
                    <a:pt x="3811325" y="3198413"/>
                    <a:pt x="3779416" y="3222705"/>
                  </a:cubicBezTo>
                  <a:cubicBezTo>
                    <a:pt x="3715863" y="3271374"/>
                    <a:pt x="3650652" y="3319055"/>
                    <a:pt x="3582739" y="3364594"/>
                  </a:cubicBezTo>
                  <a:cubicBezTo>
                    <a:pt x="3514913" y="3410051"/>
                    <a:pt x="3445170" y="3454190"/>
                    <a:pt x="3371851" y="3494377"/>
                  </a:cubicBezTo>
                  <a:cubicBezTo>
                    <a:pt x="3298533" y="3534481"/>
                    <a:pt x="3222687" y="3571703"/>
                    <a:pt x="3143615" y="3603819"/>
                  </a:cubicBezTo>
                  <a:cubicBezTo>
                    <a:pt x="2985994" y="3668876"/>
                    <a:pt x="2815732" y="3712356"/>
                    <a:pt x="2643552" y="3730555"/>
                  </a:cubicBezTo>
                  <a:cubicBezTo>
                    <a:pt x="2600484" y="3734838"/>
                    <a:pt x="2557331" y="3738297"/>
                    <a:pt x="2514264" y="3739696"/>
                  </a:cubicBezTo>
                  <a:lnTo>
                    <a:pt x="2481920" y="3740849"/>
                  </a:lnTo>
                  <a:lnTo>
                    <a:pt x="2449664" y="3741014"/>
                  </a:lnTo>
                  <a:cubicBezTo>
                    <a:pt x="2427869" y="3741343"/>
                    <a:pt x="2407207" y="3740685"/>
                    <a:pt x="2386284" y="3740273"/>
                  </a:cubicBezTo>
                  <a:cubicBezTo>
                    <a:pt x="2344525" y="3739779"/>
                    <a:pt x="2302505" y="3737391"/>
                    <a:pt x="2260658" y="3735331"/>
                  </a:cubicBezTo>
                  <a:cubicBezTo>
                    <a:pt x="2218725" y="3732038"/>
                    <a:pt x="2176791" y="3728991"/>
                    <a:pt x="2134945" y="3723967"/>
                  </a:cubicBezTo>
                  <a:cubicBezTo>
                    <a:pt x="2051165" y="3714497"/>
                    <a:pt x="1967473" y="3701568"/>
                    <a:pt x="1884564" y="3683451"/>
                  </a:cubicBezTo>
                  <a:cubicBezTo>
                    <a:pt x="1801657" y="3665335"/>
                    <a:pt x="1719708" y="3642029"/>
                    <a:pt x="1639764" y="3613537"/>
                  </a:cubicBezTo>
                  <a:cubicBezTo>
                    <a:pt x="1559820" y="3584961"/>
                    <a:pt x="1481969" y="3550869"/>
                    <a:pt x="1407081" y="3512164"/>
                  </a:cubicBezTo>
                  <a:cubicBezTo>
                    <a:pt x="1332455" y="3472884"/>
                    <a:pt x="1260794" y="3428992"/>
                    <a:pt x="1193491" y="3380240"/>
                  </a:cubicBezTo>
                  <a:cubicBezTo>
                    <a:pt x="1058362" y="3283233"/>
                    <a:pt x="939973" y="3169508"/>
                    <a:pt x="836141" y="3047878"/>
                  </a:cubicBezTo>
                  <a:cubicBezTo>
                    <a:pt x="784444" y="2986774"/>
                    <a:pt x="736321" y="2923695"/>
                    <a:pt x="690812" y="2859461"/>
                  </a:cubicBezTo>
                  <a:cubicBezTo>
                    <a:pt x="645217" y="2795229"/>
                    <a:pt x="602674" y="2729596"/>
                    <a:pt x="562397" y="2662976"/>
                  </a:cubicBezTo>
                  <a:cubicBezTo>
                    <a:pt x="541823" y="2629295"/>
                    <a:pt x="522992" y="2597755"/>
                    <a:pt x="502504" y="2565474"/>
                  </a:cubicBezTo>
                  <a:cubicBezTo>
                    <a:pt x="482192" y="2533440"/>
                    <a:pt x="461530" y="2501406"/>
                    <a:pt x="440258" y="2469619"/>
                  </a:cubicBezTo>
                  <a:lnTo>
                    <a:pt x="310360" y="2278732"/>
                  </a:lnTo>
                  <a:cubicBezTo>
                    <a:pt x="288826" y="2246616"/>
                    <a:pt x="267555" y="2214335"/>
                    <a:pt x="246806" y="2181642"/>
                  </a:cubicBezTo>
                  <a:cubicBezTo>
                    <a:pt x="226057" y="2148949"/>
                    <a:pt x="205483" y="2116174"/>
                    <a:pt x="186303" y="2082411"/>
                  </a:cubicBezTo>
                  <a:cubicBezTo>
                    <a:pt x="147857" y="2015213"/>
                    <a:pt x="112550" y="1946041"/>
                    <a:pt x="84390" y="1874231"/>
                  </a:cubicBezTo>
                  <a:cubicBezTo>
                    <a:pt x="55708" y="1802669"/>
                    <a:pt x="34436" y="1728473"/>
                    <a:pt x="20139" y="1653288"/>
                  </a:cubicBezTo>
                  <a:cubicBezTo>
                    <a:pt x="6452" y="1578103"/>
                    <a:pt x="0" y="1501764"/>
                    <a:pt x="0" y="1425590"/>
                  </a:cubicBezTo>
                  <a:cubicBezTo>
                    <a:pt x="1133" y="1121885"/>
                    <a:pt x="63293" y="819004"/>
                    <a:pt x="179939" y="533498"/>
                  </a:cubicBezTo>
                  <a:cubicBezTo>
                    <a:pt x="209232" y="462183"/>
                    <a:pt x="240965" y="391527"/>
                    <a:pt x="276709" y="322519"/>
                  </a:cubicBezTo>
                  <a:cubicBezTo>
                    <a:pt x="311930" y="253262"/>
                    <a:pt x="350725" y="185489"/>
                    <a:pt x="392571" y="11928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473BF99A-01ED-D315-D72E-92D2BFEDFC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62838" y="1"/>
              <a:ext cx="4960548" cy="3526297"/>
            </a:xfrm>
            <a:custGeom>
              <a:avLst/>
              <a:gdLst>
                <a:gd name="connsiteX0" fmla="*/ 542883 w 4960548"/>
                <a:gd name="connsiteY0" fmla="*/ 0 h 3526297"/>
                <a:gd name="connsiteX1" fmla="*/ 826658 w 4960548"/>
                <a:gd name="connsiteY1" fmla="*/ 0 h 3526297"/>
                <a:gd name="connsiteX2" fmla="*/ 730698 w 4960548"/>
                <a:gd name="connsiteY2" fmla="*/ 89329 h 3526297"/>
                <a:gd name="connsiteX3" fmla="*/ 590295 w 4960548"/>
                <a:gd name="connsiteY3" fmla="*/ 244485 h 3526297"/>
                <a:gd name="connsiteX4" fmla="*/ 357524 w 4960548"/>
                <a:gd name="connsiteY4" fmla="*/ 587307 h 3526297"/>
                <a:gd name="connsiteX5" fmla="*/ 199554 w 4960548"/>
                <a:gd name="connsiteY5" fmla="*/ 966280 h 3526297"/>
                <a:gd name="connsiteX6" fmla="*/ 142104 w 4960548"/>
                <a:gd name="connsiteY6" fmla="*/ 1370286 h 3526297"/>
                <a:gd name="connsiteX7" fmla="*/ 166339 w 4960548"/>
                <a:gd name="connsiteY7" fmla="*/ 1568090 h 3526297"/>
                <a:gd name="connsiteX8" fmla="*/ 237914 w 4960548"/>
                <a:gd name="connsiteY8" fmla="*/ 1753129 h 3526297"/>
                <a:gd name="connsiteX9" fmla="*/ 287868 w 4960548"/>
                <a:gd name="connsiteY9" fmla="*/ 1840255 h 3526297"/>
                <a:gd name="connsiteX10" fmla="*/ 345232 w 4960548"/>
                <a:gd name="connsiteY10" fmla="*/ 1924581 h 3526297"/>
                <a:gd name="connsiteX11" fmla="*/ 477745 w 4960548"/>
                <a:gd name="connsiteY11" fmla="*/ 2087551 h 3526297"/>
                <a:gd name="connsiteX12" fmla="*/ 621156 w 4960548"/>
                <a:gd name="connsiteY12" fmla="*/ 2251756 h 3526297"/>
                <a:gd name="connsiteX13" fmla="*/ 692469 w 4960548"/>
                <a:gd name="connsiteY13" fmla="*/ 2337482 h 3526297"/>
                <a:gd name="connsiteX14" fmla="*/ 726731 w 4960548"/>
                <a:gd name="connsiteY14" fmla="*/ 2379562 h 3526297"/>
                <a:gd name="connsiteX15" fmla="*/ 760295 w 4960548"/>
                <a:gd name="connsiteY15" fmla="*/ 2419831 h 3526297"/>
                <a:gd name="connsiteX16" fmla="*/ 1048685 w 4960548"/>
                <a:gd name="connsiteY16" fmla="*/ 2717443 h 3526297"/>
                <a:gd name="connsiteX17" fmla="*/ 1202035 w 4960548"/>
                <a:gd name="connsiteY17" fmla="*/ 2851344 h 3526297"/>
                <a:gd name="connsiteX18" fmla="*/ 1362620 w 4960548"/>
                <a:gd name="connsiteY18" fmla="*/ 2974785 h 3526297"/>
                <a:gd name="connsiteX19" fmla="*/ 1721364 w 4960548"/>
                <a:gd name="connsiteY19" fmla="*/ 3170036 h 3526297"/>
                <a:gd name="connsiteX20" fmla="*/ 1922052 w 4960548"/>
                <a:gd name="connsiteY20" fmla="*/ 3225210 h 3526297"/>
                <a:gd name="connsiteX21" fmla="*/ 1973488 w 4960548"/>
                <a:gd name="connsiteY21" fmla="*/ 3234928 h 3526297"/>
                <a:gd name="connsiteX22" fmla="*/ 2025360 w 4960548"/>
                <a:gd name="connsiteY22" fmla="*/ 3243080 h 3526297"/>
                <a:gd name="connsiteX23" fmla="*/ 2130063 w 4960548"/>
                <a:gd name="connsiteY23" fmla="*/ 3254774 h 3526297"/>
                <a:gd name="connsiteX24" fmla="*/ 2182719 w 4960548"/>
                <a:gd name="connsiteY24" fmla="*/ 3258562 h 3526297"/>
                <a:gd name="connsiteX25" fmla="*/ 2235551 w 4960548"/>
                <a:gd name="connsiteY25" fmla="*/ 3261197 h 3526297"/>
                <a:gd name="connsiteX26" fmla="*/ 2288556 w 4960548"/>
                <a:gd name="connsiteY26" fmla="*/ 3262350 h 3526297"/>
                <a:gd name="connsiteX27" fmla="*/ 2341648 w 4960548"/>
                <a:gd name="connsiteY27" fmla="*/ 3262103 h 3526297"/>
                <a:gd name="connsiteX28" fmla="*/ 2368238 w 4960548"/>
                <a:gd name="connsiteY28" fmla="*/ 3261856 h 3526297"/>
                <a:gd name="connsiteX29" fmla="*/ 2393869 w 4960548"/>
                <a:gd name="connsiteY29" fmla="*/ 3260785 h 3526297"/>
                <a:gd name="connsiteX30" fmla="*/ 2419413 w 4960548"/>
                <a:gd name="connsiteY30" fmla="*/ 3259550 h 3526297"/>
                <a:gd name="connsiteX31" fmla="*/ 2444869 w 4960548"/>
                <a:gd name="connsiteY31" fmla="*/ 3257574 h 3526297"/>
                <a:gd name="connsiteX32" fmla="*/ 2545824 w 4960548"/>
                <a:gd name="connsiteY32" fmla="*/ 3245798 h 3526297"/>
                <a:gd name="connsiteX33" fmla="*/ 2930373 w 4960548"/>
                <a:gd name="connsiteY33" fmla="*/ 3126555 h 3526297"/>
                <a:gd name="connsiteX34" fmla="*/ 3285631 w 4960548"/>
                <a:gd name="connsiteY34" fmla="*/ 2917552 h 3526297"/>
                <a:gd name="connsiteX35" fmla="*/ 3371764 w 4960548"/>
                <a:gd name="connsiteY35" fmla="*/ 2856120 h 3526297"/>
                <a:gd name="connsiteX36" fmla="*/ 3457898 w 4960548"/>
                <a:gd name="connsiteY36" fmla="*/ 2792628 h 3526297"/>
                <a:gd name="connsiteX37" fmla="*/ 3632344 w 4960548"/>
                <a:gd name="connsiteY37" fmla="*/ 2660869 h 3526297"/>
                <a:gd name="connsiteX38" fmla="*/ 3990915 w 4960548"/>
                <a:gd name="connsiteY38" fmla="*/ 2405832 h 3526297"/>
                <a:gd name="connsiteX39" fmla="*/ 4324988 w 4960548"/>
                <a:gd name="connsiteY39" fmla="*/ 2152196 h 3526297"/>
                <a:gd name="connsiteX40" fmla="*/ 4592106 w 4960548"/>
                <a:gd name="connsiteY40" fmla="*/ 1861501 h 3526297"/>
                <a:gd name="connsiteX41" fmla="*/ 4683122 w 4960548"/>
                <a:gd name="connsiteY41" fmla="*/ 1692521 h 3526297"/>
                <a:gd name="connsiteX42" fmla="*/ 4738568 w 4960548"/>
                <a:gd name="connsiteY42" fmla="*/ 1507893 h 3526297"/>
                <a:gd name="connsiteX43" fmla="*/ 4753912 w 4960548"/>
                <a:gd name="connsiteY43" fmla="*/ 1411050 h 3526297"/>
                <a:gd name="connsiteX44" fmla="*/ 4756440 w 4960548"/>
                <a:gd name="connsiteY44" fmla="*/ 1386509 h 3526297"/>
                <a:gd name="connsiteX45" fmla="*/ 4758358 w 4960548"/>
                <a:gd name="connsiteY45" fmla="*/ 1361475 h 3526297"/>
                <a:gd name="connsiteX46" fmla="*/ 4761148 w 4960548"/>
                <a:gd name="connsiteY46" fmla="*/ 1309759 h 3526297"/>
                <a:gd name="connsiteX47" fmla="*/ 4756354 w 4960548"/>
                <a:gd name="connsiteY47" fmla="*/ 1102980 h 3526297"/>
                <a:gd name="connsiteX48" fmla="*/ 4725578 w 4960548"/>
                <a:gd name="connsiteY48" fmla="*/ 898753 h 3526297"/>
                <a:gd name="connsiteX49" fmla="*/ 4673358 w 4960548"/>
                <a:gd name="connsiteY49" fmla="*/ 699384 h 3526297"/>
                <a:gd name="connsiteX50" fmla="*/ 4538491 w 4960548"/>
                <a:gd name="connsiteY50" fmla="*/ 312754 h 3526297"/>
                <a:gd name="connsiteX51" fmla="*/ 4446604 w 4960548"/>
                <a:gd name="connsiteY51" fmla="*/ 129196 h 3526297"/>
                <a:gd name="connsiteX52" fmla="*/ 4419840 w 4960548"/>
                <a:gd name="connsiteY52" fmla="*/ 85222 h 3526297"/>
                <a:gd name="connsiteX53" fmla="*/ 4391680 w 4960548"/>
                <a:gd name="connsiteY53" fmla="*/ 42071 h 3526297"/>
                <a:gd name="connsiteX54" fmla="*/ 4361930 w 4960548"/>
                <a:gd name="connsiteY54" fmla="*/ 0 h 3526297"/>
                <a:gd name="connsiteX55" fmla="*/ 4588871 w 4960548"/>
                <a:gd name="connsiteY55" fmla="*/ 0 h 3526297"/>
                <a:gd name="connsiteX56" fmla="*/ 4613640 w 4960548"/>
                <a:gd name="connsiteY56" fmla="*/ 38859 h 3526297"/>
                <a:gd name="connsiteX57" fmla="*/ 4724445 w 4960548"/>
                <a:gd name="connsiteY57" fmla="*/ 234687 h 3526297"/>
                <a:gd name="connsiteX58" fmla="*/ 4876138 w 4960548"/>
                <a:gd name="connsiteY58" fmla="*/ 653022 h 3526297"/>
                <a:gd name="connsiteX59" fmla="*/ 4911707 w 4960548"/>
                <a:gd name="connsiteY59" fmla="*/ 870671 h 3526297"/>
                <a:gd name="connsiteX60" fmla="*/ 4934810 w 4960548"/>
                <a:gd name="connsiteY60" fmla="*/ 1088487 h 3526297"/>
                <a:gd name="connsiteX61" fmla="*/ 4953206 w 4960548"/>
                <a:gd name="connsiteY61" fmla="*/ 1306301 h 3526297"/>
                <a:gd name="connsiteX62" fmla="*/ 4956954 w 4960548"/>
                <a:gd name="connsiteY62" fmla="*/ 1360899 h 3526297"/>
                <a:gd name="connsiteX63" fmla="*/ 4958610 w 4960548"/>
                <a:gd name="connsiteY63" fmla="*/ 1388980 h 3526297"/>
                <a:gd name="connsiteX64" fmla="*/ 4959830 w 4960548"/>
                <a:gd name="connsiteY64" fmla="*/ 1417555 h 3526297"/>
                <a:gd name="connsiteX65" fmla="*/ 4958174 w 4960548"/>
                <a:gd name="connsiteY65" fmla="*/ 1532680 h 3526297"/>
                <a:gd name="connsiteX66" fmla="*/ 4834030 w 4960548"/>
                <a:gd name="connsiteY66" fmla="*/ 1984861 h 3526297"/>
                <a:gd name="connsiteX67" fmla="*/ 4558106 w 4960548"/>
                <a:gd name="connsiteY67" fmla="*/ 2368857 h 3526297"/>
                <a:gd name="connsiteX68" fmla="*/ 4389936 w 4960548"/>
                <a:gd name="connsiteY68" fmla="*/ 2528945 h 3526297"/>
                <a:gd name="connsiteX69" fmla="*/ 4214618 w 4960548"/>
                <a:gd name="connsiteY69" fmla="*/ 2674457 h 3526297"/>
                <a:gd name="connsiteX70" fmla="*/ 3858489 w 4960548"/>
                <a:gd name="connsiteY70" fmla="*/ 2936658 h 3526297"/>
                <a:gd name="connsiteX71" fmla="*/ 3768868 w 4960548"/>
                <a:gd name="connsiteY71" fmla="*/ 3000643 h 3526297"/>
                <a:gd name="connsiteX72" fmla="*/ 3676806 w 4960548"/>
                <a:gd name="connsiteY72" fmla="*/ 3065040 h 3526297"/>
                <a:gd name="connsiteX73" fmla="*/ 3582477 w 4960548"/>
                <a:gd name="connsiteY73" fmla="*/ 3128614 h 3526297"/>
                <a:gd name="connsiteX74" fmla="*/ 3485185 w 4960548"/>
                <a:gd name="connsiteY74" fmla="*/ 3190377 h 3526297"/>
                <a:gd name="connsiteX75" fmla="*/ 3280923 w 4960548"/>
                <a:gd name="connsiteY75" fmla="*/ 3306325 h 3526297"/>
                <a:gd name="connsiteX76" fmla="*/ 3061230 w 4960548"/>
                <a:gd name="connsiteY76" fmla="*/ 3404897 h 3526297"/>
                <a:gd name="connsiteX77" fmla="*/ 2583137 w 4960548"/>
                <a:gd name="connsiteY77" fmla="*/ 3518292 h 3526297"/>
                <a:gd name="connsiteX78" fmla="*/ 2460038 w 4960548"/>
                <a:gd name="connsiteY78" fmla="*/ 3525622 h 3526297"/>
                <a:gd name="connsiteX79" fmla="*/ 2429264 w 4960548"/>
                <a:gd name="connsiteY79" fmla="*/ 3526280 h 3526297"/>
                <a:gd name="connsiteX80" fmla="*/ 2398576 w 4960548"/>
                <a:gd name="connsiteY80" fmla="*/ 3526116 h 3526297"/>
                <a:gd name="connsiteX81" fmla="*/ 2367977 w 4960548"/>
                <a:gd name="connsiteY81" fmla="*/ 3525786 h 3526297"/>
                <a:gd name="connsiteX82" fmla="*/ 2338249 w 4960548"/>
                <a:gd name="connsiteY82" fmla="*/ 3524716 h 3526297"/>
                <a:gd name="connsiteX83" fmla="*/ 2100770 w 4960548"/>
                <a:gd name="connsiteY83" fmla="*/ 3506845 h 3526297"/>
                <a:gd name="connsiteX84" fmla="*/ 1864776 w 4960548"/>
                <a:gd name="connsiteY84" fmla="*/ 3467483 h 3526297"/>
                <a:gd name="connsiteX85" fmla="*/ 1632964 w 4960548"/>
                <a:gd name="connsiteY85" fmla="*/ 3405803 h 3526297"/>
                <a:gd name="connsiteX86" fmla="*/ 1189219 w 4960548"/>
                <a:gd name="connsiteY86" fmla="*/ 3220352 h 3526297"/>
                <a:gd name="connsiteX87" fmla="*/ 815305 w 4960548"/>
                <a:gd name="connsiteY87" fmla="*/ 2931634 h 3526297"/>
                <a:gd name="connsiteX88" fmla="*/ 663699 w 4960548"/>
                <a:gd name="connsiteY88" fmla="*/ 2757877 h 3526297"/>
                <a:gd name="connsiteX89" fmla="*/ 531274 w 4960548"/>
                <a:gd name="connsiteY89" fmla="*/ 2573907 h 3526297"/>
                <a:gd name="connsiteX90" fmla="*/ 500325 w 4960548"/>
                <a:gd name="connsiteY90" fmla="*/ 2527051 h 3526297"/>
                <a:gd name="connsiteX91" fmla="*/ 470771 w 4960548"/>
                <a:gd name="connsiteY91" fmla="*/ 2481594 h 3526297"/>
                <a:gd name="connsiteX92" fmla="*/ 412448 w 4960548"/>
                <a:gd name="connsiteY92" fmla="*/ 2393479 h 3526297"/>
                <a:gd name="connsiteX93" fmla="*/ 291616 w 4960548"/>
                <a:gd name="connsiteY93" fmla="*/ 2213464 h 3526297"/>
                <a:gd name="connsiteX94" fmla="*/ 173662 w 4960548"/>
                <a:gd name="connsiteY94" fmla="*/ 2023154 h 3526297"/>
                <a:gd name="connsiteX95" fmla="*/ 120483 w 4960548"/>
                <a:gd name="connsiteY95" fmla="*/ 1922276 h 3526297"/>
                <a:gd name="connsiteX96" fmla="*/ 75324 w 4960548"/>
                <a:gd name="connsiteY96" fmla="*/ 1816703 h 3526297"/>
                <a:gd name="connsiteX97" fmla="*/ 40713 w 4960548"/>
                <a:gd name="connsiteY97" fmla="*/ 1707179 h 3526297"/>
                <a:gd name="connsiteX98" fmla="*/ 27811 w 4960548"/>
                <a:gd name="connsiteY98" fmla="*/ 1651346 h 3526297"/>
                <a:gd name="connsiteX99" fmla="*/ 22144 w 4960548"/>
                <a:gd name="connsiteY99" fmla="*/ 1623346 h 3526297"/>
                <a:gd name="connsiteX100" fmla="*/ 17436 w 4960548"/>
                <a:gd name="connsiteY100" fmla="*/ 1595265 h 3526297"/>
                <a:gd name="connsiteX101" fmla="*/ 0 w 4960548"/>
                <a:gd name="connsiteY101" fmla="*/ 1370286 h 3526297"/>
                <a:gd name="connsiteX102" fmla="*/ 48385 w 4960548"/>
                <a:gd name="connsiteY102" fmla="*/ 931939 h 3526297"/>
                <a:gd name="connsiteX103" fmla="*/ 193801 w 4960548"/>
                <a:gd name="connsiteY103" fmla="*/ 511957 h 3526297"/>
                <a:gd name="connsiteX104" fmla="*/ 431660 w 4960548"/>
                <a:gd name="connsiteY104" fmla="*/ 131379 h 3526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4960548" h="3526297">
                  <a:moveTo>
                    <a:pt x="542883" y="0"/>
                  </a:moveTo>
                  <a:lnTo>
                    <a:pt x="826658" y="0"/>
                  </a:lnTo>
                  <a:lnTo>
                    <a:pt x="730698" y="89329"/>
                  </a:lnTo>
                  <a:cubicBezTo>
                    <a:pt x="681528" y="139120"/>
                    <a:pt x="634626" y="190876"/>
                    <a:pt x="590295" y="244485"/>
                  </a:cubicBezTo>
                  <a:cubicBezTo>
                    <a:pt x="501458" y="351540"/>
                    <a:pt x="423083" y="466336"/>
                    <a:pt x="357524" y="587307"/>
                  </a:cubicBezTo>
                  <a:cubicBezTo>
                    <a:pt x="291965" y="708196"/>
                    <a:pt x="237391" y="834767"/>
                    <a:pt x="199554" y="966280"/>
                  </a:cubicBezTo>
                  <a:cubicBezTo>
                    <a:pt x="161632" y="1097463"/>
                    <a:pt x="142016" y="1233833"/>
                    <a:pt x="142104" y="1370286"/>
                  </a:cubicBezTo>
                  <a:cubicBezTo>
                    <a:pt x="142888" y="1437319"/>
                    <a:pt x="149862" y="1503858"/>
                    <a:pt x="166339" y="1568090"/>
                  </a:cubicBezTo>
                  <a:cubicBezTo>
                    <a:pt x="182555" y="1632405"/>
                    <a:pt x="207750" y="1693921"/>
                    <a:pt x="237914" y="1753129"/>
                  </a:cubicBezTo>
                  <a:cubicBezTo>
                    <a:pt x="253170" y="1782693"/>
                    <a:pt x="270084" y="1811680"/>
                    <a:pt x="287868" y="1840255"/>
                  </a:cubicBezTo>
                  <a:cubicBezTo>
                    <a:pt x="305914" y="1868748"/>
                    <a:pt x="325181" y="1896830"/>
                    <a:pt x="345232" y="1924581"/>
                  </a:cubicBezTo>
                  <a:cubicBezTo>
                    <a:pt x="385858" y="1979920"/>
                    <a:pt x="431017" y="2033612"/>
                    <a:pt x="477745" y="2087551"/>
                  </a:cubicBezTo>
                  <a:cubicBezTo>
                    <a:pt x="524474" y="2141573"/>
                    <a:pt x="573294" y="2195594"/>
                    <a:pt x="621156" y="2251756"/>
                  </a:cubicBezTo>
                  <a:cubicBezTo>
                    <a:pt x="645130" y="2279755"/>
                    <a:pt x="668843" y="2308412"/>
                    <a:pt x="692469" y="2337482"/>
                  </a:cubicBezTo>
                  <a:lnTo>
                    <a:pt x="726731" y="2379562"/>
                  </a:lnTo>
                  <a:cubicBezTo>
                    <a:pt x="737977" y="2392986"/>
                    <a:pt x="748700" y="2406738"/>
                    <a:pt x="760295" y="2419831"/>
                  </a:cubicBezTo>
                  <a:cubicBezTo>
                    <a:pt x="850788" y="2526392"/>
                    <a:pt x="948952" y="2624470"/>
                    <a:pt x="1048685" y="2717443"/>
                  </a:cubicBezTo>
                  <a:cubicBezTo>
                    <a:pt x="1098814" y="2763724"/>
                    <a:pt x="1149814" y="2808439"/>
                    <a:pt x="1202035" y="2851344"/>
                  </a:cubicBezTo>
                  <a:cubicBezTo>
                    <a:pt x="1254256" y="2894248"/>
                    <a:pt x="1307435" y="2935752"/>
                    <a:pt x="1362620" y="2974785"/>
                  </a:cubicBezTo>
                  <a:cubicBezTo>
                    <a:pt x="1472554" y="3053017"/>
                    <a:pt x="1591118" y="3122932"/>
                    <a:pt x="1721364" y="3170036"/>
                  </a:cubicBezTo>
                  <a:cubicBezTo>
                    <a:pt x="1786314" y="3193588"/>
                    <a:pt x="1853617" y="3211622"/>
                    <a:pt x="1922052" y="3225210"/>
                  </a:cubicBezTo>
                  <a:cubicBezTo>
                    <a:pt x="1939227" y="3228422"/>
                    <a:pt x="1956227" y="3232128"/>
                    <a:pt x="1973488" y="3234928"/>
                  </a:cubicBezTo>
                  <a:lnTo>
                    <a:pt x="2025360" y="3243080"/>
                  </a:lnTo>
                  <a:cubicBezTo>
                    <a:pt x="2060145" y="3247445"/>
                    <a:pt x="2094930" y="3252056"/>
                    <a:pt x="2130063" y="3254774"/>
                  </a:cubicBezTo>
                  <a:cubicBezTo>
                    <a:pt x="2147587" y="3256338"/>
                    <a:pt x="2165109" y="3257821"/>
                    <a:pt x="2182719" y="3258562"/>
                  </a:cubicBezTo>
                  <a:cubicBezTo>
                    <a:pt x="2200330" y="3259385"/>
                    <a:pt x="2217853" y="3260703"/>
                    <a:pt x="2235551" y="3261197"/>
                  </a:cubicBezTo>
                  <a:lnTo>
                    <a:pt x="2288556" y="3262350"/>
                  </a:lnTo>
                  <a:cubicBezTo>
                    <a:pt x="2306166" y="3262761"/>
                    <a:pt x="2323951" y="3262185"/>
                    <a:pt x="2341648" y="3262103"/>
                  </a:cubicBezTo>
                  <a:lnTo>
                    <a:pt x="2368238" y="3261856"/>
                  </a:lnTo>
                  <a:cubicBezTo>
                    <a:pt x="2376869" y="3261609"/>
                    <a:pt x="2385325" y="3261115"/>
                    <a:pt x="2393869" y="3260785"/>
                  </a:cubicBezTo>
                  <a:cubicBezTo>
                    <a:pt x="2402412" y="3260373"/>
                    <a:pt x="2410956" y="3260127"/>
                    <a:pt x="2419413" y="3259550"/>
                  </a:cubicBezTo>
                  <a:lnTo>
                    <a:pt x="2444869" y="3257574"/>
                  </a:lnTo>
                  <a:cubicBezTo>
                    <a:pt x="2478782" y="3255021"/>
                    <a:pt x="2512434" y="3250739"/>
                    <a:pt x="2545824" y="3245798"/>
                  </a:cubicBezTo>
                  <a:cubicBezTo>
                    <a:pt x="2679470" y="3224881"/>
                    <a:pt x="2807973" y="3183954"/>
                    <a:pt x="2930373" y="3126555"/>
                  </a:cubicBezTo>
                  <a:cubicBezTo>
                    <a:pt x="3053210" y="3069817"/>
                    <a:pt x="3170118" y="2997184"/>
                    <a:pt x="3285631" y="2917552"/>
                  </a:cubicBezTo>
                  <a:cubicBezTo>
                    <a:pt x="3314487" y="2897706"/>
                    <a:pt x="3343169" y="2876954"/>
                    <a:pt x="3371764" y="2856120"/>
                  </a:cubicBezTo>
                  <a:cubicBezTo>
                    <a:pt x="3400534" y="2835285"/>
                    <a:pt x="3429216" y="2814121"/>
                    <a:pt x="3457898" y="2792628"/>
                  </a:cubicBezTo>
                  <a:lnTo>
                    <a:pt x="3632344" y="2660869"/>
                  </a:lnTo>
                  <a:cubicBezTo>
                    <a:pt x="3752043" y="2571190"/>
                    <a:pt x="3872873" y="2487687"/>
                    <a:pt x="3990915" y="2405832"/>
                  </a:cubicBezTo>
                  <a:cubicBezTo>
                    <a:pt x="4108869" y="2323976"/>
                    <a:pt x="4222378" y="2241297"/>
                    <a:pt x="4324988" y="2152196"/>
                  </a:cubicBezTo>
                  <a:cubicBezTo>
                    <a:pt x="4427598" y="2063258"/>
                    <a:pt x="4520270" y="1968474"/>
                    <a:pt x="4592106" y="1861501"/>
                  </a:cubicBezTo>
                  <a:cubicBezTo>
                    <a:pt x="4628024" y="1808057"/>
                    <a:pt x="4658712" y="1751730"/>
                    <a:pt x="4683122" y="1692521"/>
                  </a:cubicBezTo>
                  <a:cubicBezTo>
                    <a:pt x="4707706" y="1633393"/>
                    <a:pt x="4725404" y="1571467"/>
                    <a:pt x="4738568" y="1507893"/>
                  </a:cubicBezTo>
                  <a:cubicBezTo>
                    <a:pt x="4745106" y="1476106"/>
                    <a:pt x="4750338" y="1443742"/>
                    <a:pt x="4753912" y="1411050"/>
                  </a:cubicBezTo>
                  <a:cubicBezTo>
                    <a:pt x="4754958" y="1402897"/>
                    <a:pt x="4755656" y="1394662"/>
                    <a:pt x="4756440" y="1386509"/>
                  </a:cubicBezTo>
                  <a:cubicBezTo>
                    <a:pt x="4757138" y="1378274"/>
                    <a:pt x="4758010" y="1370204"/>
                    <a:pt x="4758358" y="1361475"/>
                  </a:cubicBezTo>
                  <a:lnTo>
                    <a:pt x="4761148" y="1309759"/>
                  </a:lnTo>
                  <a:cubicBezTo>
                    <a:pt x="4763676" y="1240751"/>
                    <a:pt x="4762106" y="1171659"/>
                    <a:pt x="4756354" y="1102980"/>
                  </a:cubicBezTo>
                  <a:cubicBezTo>
                    <a:pt x="4750774" y="1034218"/>
                    <a:pt x="4740050" y="966033"/>
                    <a:pt x="4725578" y="898753"/>
                  </a:cubicBezTo>
                  <a:cubicBezTo>
                    <a:pt x="4710932" y="831473"/>
                    <a:pt x="4692624" y="765100"/>
                    <a:pt x="4673358" y="699384"/>
                  </a:cubicBezTo>
                  <a:cubicBezTo>
                    <a:pt x="4634912" y="568037"/>
                    <a:pt x="4592456" y="438419"/>
                    <a:pt x="4538491" y="312754"/>
                  </a:cubicBezTo>
                  <a:cubicBezTo>
                    <a:pt x="4511464" y="250003"/>
                    <a:pt x="4481301" y="188406"/>
                    <a:pt x="4446604" y="129196"/>
                  </a:cubicBezTo>
                  <a:cubicBezTo>
                    <a:pt x="4438147" y="114291"/>
                    <a:pt x="4428819" y="99798"/>
                    <a:pt x="4419840" y="85222"/>
                  </a:cubicBezTo>
                  <a:cubicBezTo>
                    <a:pt x="4410598" y="70728"/>
                    <a:pt x="4401008" y="56482"/>
                    <a:pt x="4391680" y="42071"/>
                  </a:cubicBezTo>
                  <a:lnTo>
                    <a:pt x="4361930" y="0"/>
                  </a:lnTo>
                  <a:lnTo>
                    <a:pt x="4588871" y="0"/>
                  </a:lnTo>
                  <a:lnTo>
                    <a:pt x="4613640" y="38859"/>
                  </a:lnTo>
                  <a:cubicBezTo>
                    <a:pt x="4653306" y="102762"/>
                    <a:pt x="4690706" y="167901"/>
                    <a:pt x="4724445" y="234687"/>
                  </a:cubicBezTo>
                  <a:cubicBezTo>
                    <a:pt x="4792096" y="368257"/>
                    <a:pt x="4844230" y="508828"/>
                    <a:pt x="4876138" y="653022"/>
                  </a:cubicBezTo>
                  <a:cubicBezTo>
                    <a:pt x="4892005" y="725161"/>
                    <a:pt x="4903077" y="797874"/>
                    <a:pt x="4911707" y="870671"/>
                  </a:cubicBezTo>
                  <a:cubicBezTo>
                    <a:pt x="4920513" y="943386"/>
                    <a:pt x="4927574" y="1016019"/>
                    <a:pt x="4934810" y="1088487"/>
                  </a:cubicBezTo>
                  <a:cubicBezTo>
                    <a:pt x="4941697" y="1161036"/>
                    <a:pt x="4947799" y="1233586"/>
                    <a:pt x="4953206" y="1306301"/>
                  </a:cubicBezTo>
                  <a:lnTo>
                    <a:pt x="4956954" y="1360899"/>
                  </a:lnTo>
                  <a:cubicBezTo>
                    <a:pt x="4957651" y="1369875"/>
                    <a:pt x="4958087" y="1379510"/>
                    <a:pt x="4958610" y="1388980"/>
                  </a:cubicBezTo>
                  <a:cubicBezTo>
                    <a:pt x="4959133" y="1398450"/>
                    <a:pt x="4959656" y="1408003"/>
                    <a:pt x="4959830" y="1417555"/>
                  </a:cubicBezTo>
                  <a:cubicBezTo>
                    <a:pt x="4961138" y="1455683"/>
                    <a:pt x="4960702" y="1494140"/>
                    <a:pt x="4958174" y="1532680"/>
                  </a:cubicBezTo>
                  <a:cubicBezTo>
                    <a:pt x="4948760" y="1686920"/>
                    <a:pt x="4904908" y="1842314"/>
                    <a:pt x="4834030" y="1984861"/>
                  </a:cubicBezTo>
                  <a:cubicBezTo>
                    <a:pt x="4763328" y="2127820"/>
                    <a:pt x="4665860" y="2256121"/>
                    <a:pt x="4558106" y="2368857"/>
                  </a:cubicBezTo>
                  <a:cubicBezTo>
                    <a:pt x="4504230" y="2425432"/>
                    <a:pt x="4447650" y="2478465"/>
                    <a:pt x="4389936" y="2528945"/>
                  </a:cubicBezTo>
                  <a:cubicBezTo>
                    <a:pt x="4332223" y="2579425"/>
                    <a:pt x="4273726" y="2628011"/>
                    <a:pt x="4214618" y="2674457"/>
                  </a:cubicBezTo>
                  <a:cubicBezTo>
                    <a:pt x="4096664" y="2767759"/>
                    <a:pt x="3976094" y="2852826"/>
                    <a:pt x="3858489" y="2936658"/>
                  </a:cubicBezTo>
                  <a:lnTo>
                    <a:pt x="3768868" y="3000643"/>
                  </a:lnTo>
                  <a:cubicBezTo>
                    <a:pt x="3738530" y="3022136"/>
                    <a:pt x="3707929" y="3043794"/>
                    <a:pt x="3676806" y="3065040"/>
                  </a:cubicBezTo>
                  <a:cubicBezTo>
                    <a:pt x="3645770" y="3086369"/>
                    <a:pt x="3614386" y="3107615"/>
                    <a:pt x="3582477" y="3128614"/>
                  </a:cubicBezTo>
                  <a:cubicBezTo>
                    <a:pt x="3550483" y="3149449"/>
                    <a:pt x="3518226" y="3170118"/>
                    <a:pt x="3485185" y="3190377"/>
                  </a:cubicBezTo>
                  <a:cubicBezTo>
                    <a:pt x="3419452" y="3230975"/>
                    <a:pt x="3351625" y="3270338"/>
                    <a:pt x="3280923" y="3306325"/>
                  </a:cubicBezTo>
                  <a:cubicBezTo>
                    <a:pt x="3210307" y="3342476"/>
                    <a:pt x="3137251" y="3376074"/>
                    <a:pt x="3061230" y="3404897"/>
                  </a:cubicBezTo>
                  <a:cubicBezTo>
                    <a:pt x="2909886" y="3463366"/>
                    <a:pt x="2747295" y="3502810"/>
                    <a:pt x="2583137" y="3518292"/>
                  </a:cubicBezTo>
                  <a:cubicBezTo>
                    <a:pt x="2542075" y="3521999"/>
                    <a:pt x="2501013" y="3524798"/>
                    <a:pt x="2460038" y="3525622"/>
                  </a:cubicBezTo>
                  <a:lnTo>
                    <a:pt x="2429264" y="3526280"/>
                  </a:lnTo>
                  <a:cubicBezTo>
                    <a:pt x="2419064" y="3526363"/>
                    <a:pt x="2408777" y="3526116"/>
                    <a:pt x="2398576" y="3526116"/>
                  </a:cubicBezTo>
                  <a:lnTo>
                    <a:pt x="2367977" y="3525786"/>
                  </a:lnTo>
                  <a:lnTo>
                    <a:pt x="2338249" y="3524716"/>
                  </a:lnTo>
                  <a:cubicBezTo>
                    <a:pt x="2259089" y="3522327"/>
                    <a:pt x="2179756" y="3516399"/>
                    <a:pt x="2100770" y="3506845"/>
                  </a:cubicBezTo>
                  <a:cubicBezTo>
                    <a:pt x="2021699" y="3497787"/>
                    <a:pt x="1942801" y="3484776"/>
                    <a:pt x="1864776" y="3467483"/>
                  </a:cubicBezTo>
                  <a:cubicBezTo>
                    <a:pt x="1786836" y="3450025"/>
                    <a:pt x="1709508" y="3429355"/>
                    <a:pt x="1632964" y="3405803"/>
                  </a:cubicBezTo>
                  <a:cubicBezTo>
                    <a:pt x="1480138" y="3358288"/>
                    <a:pt x="1329055" y="3299160"/>
                    <a:pt x="1189219" y="3220352"/>
                  </a:cubicBezTo>
                  <a:cubicBezTo>
                    <a:pt x="1049296" y="3141708"/>
                    <a:pt x="924367" y="3041982"/>
                    <a:pt x="815305" y="2931634"/>
                  </a:cubicBezTo>
                  <a:cubicBezTo>
                    <a:pt x="760469" y="2876542"/>
                    <a:pt x="710603" y="2817909"/>
                    <a:pt x="663699" y="2757877"/>
                  </a:cubicBezTo>
                  <a:cubicBezTo>
                    <a:pt x="617059" y="2697597"/>
                    <a:pt x="572684" y="2636411"/>
                    <a:pt x="531274" y="2573907"/>
                  </a:cubicBezTo>
                  <a:cubicBezTo>
                    <a:pt x="520638" y="2558426"/>
                    <a:pt x="510612" y="2542697"/>
                    <a:pt x="500325" y="2527051"/>
                  </a:cubicBezTo>
                  <a:lnTo>
                    <a:pt x="470771" y="2481594"/>
                  </a:lnTo>
                  <a:cubicBezTo>
                    <a:pt x="451853" y="2452195"/>
                    <a:pt x="432238" y="2423043"/>
                    <a:pt x="412448" y="2393479"/>
                  </a:cubicBezTo>
                  <a:lnTo>
                    <a:pt x="291616" y="2213464"/>
                  </a:lnTo>
                  <a:cubicBezTo>
                    <a:pt x="251078" y="2152113"/>
                    <a:pt x="211062" y="2088951"/>
                    <a:pt x="173662" y="2023154"/>
                  </a:cubicBezTo>
                  <a:cubicBezTo>
                    <a:pt x="155005" y="1990214"/>
                    <a:pt x="136960" y="1956697"/>
                    <a:pt x="120483" y="1922276"/>
                  </a:cubicBezTo>
                  <a:cubicBezTo>
                    <a:pt x="104093" y="1887771"/>
                    <a:pt x="88837" y="1852608"/>
                    <a:pt x="75324" y="1816703"/>
                  </a:cubicBezTo>
                  <a:cubicBezTo>
                    <a:pt x="62072" y="1780717"/>
                    <a:pt x="50303" y="1744235"/>
                    <a:pt x="40713" y="1707179"/>
                  </a:cubicBezTo>
                  <a:cubicBezTo>
                    <a:pt x="36180" y="1688650"/>
                    <a:pt x="31560" y="1670039"/>
                    <a:pt x="27811" y="1651346"/>
                  </a:cubicBezTo>
                  <a:lnTo>
                    <a:pt x="22144" y="1623346"/>
                  </a:lnTo>
                  <a:lnTo>
                    <a:pt x="17436" y="1595265"/>
                  </a:lnTo>
                  <a:cubicBezTo>
                    <a:pt x="5144" y="1520328"/>
                    <a:pt x="0" y="1444978"/>
                    <a:pt x="0" y="1370286"/>
                  </a:cubicBezTo>
                  <a:cubicBezTo>
                    <a:pt x="349" y="1223293"/>
                    <a:pt x="16652" y="1076299"/>
                    <a:pt x="48385" y="931939"/>
                  </a:cubicBezTo>
                  <a:cubicBezTo>
                    <a:pt x="80032" y="787663"/>
                    <a:pt x="128504" y="646187"/>
                    <a:pt x="193801" y="511957"/>
                  </a:cubicBezTo>
                  <a:cubicBezTo>
                    <a:pt x="259404" y="377727"/>
                    <a:pt x="339740" y="250559"/>
                    <a:pt x="431660" y="13137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A23AC01C-00D0-A3C7-5613-D6F903A5D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61928" y="0"/>
              <a:ext cx="4934374" cy="3484134"/>
            </a:xfrm>
            <a:custGeom>
              <a:avLst/>
              <a:gdLst>
                <a:gd name="connsiteX0" fmla="*/ 585303 w 4934374"/>
                <a:gd name="connsiteY0" fmla="*/ 0 h 3484134"/>
                <a:gd name="connsiteX1" fmla="*/ 1213739 w 4934374"/>
                <a:gd name="connsiteY1" fmla="*/ 0 h 3484134"/>
                <a:gd name="connsiteX2" fmla="*/ 1150162 w 4934374"/>
                <a:gd name="connsiteY2" fmla="*/ 47028 h 3484134"/>
                <a:gd name="connsiteX3" fmla="*/ 626038 w 4934374"/>
                <a:gd name="connsiteY3" fmla="*/ 660944 h 3484134"/>
                <a:gd name="connsiteX4" fmla="*/ 435986 w 4934374"/>
                <a:gd name="connsiteY4" fmla="*/ 1375409 h 3484134"/>
                <a:gd name="connsiteX5" fmla="*/ 750530 w 4934374"/>
                <a:gd name="connsiteY5" fmla="*/ 2038817 h 3484134"/>
                <a:gd name="connsiteX6" fmla="*/ 909024 w 4934374"/>
                <a:gd name="connsiteY6" fmla="*/ 2249384 h 3484134"/>
                <a:gd name="connsiteX7" fmla="*/ 2396223 w 4934374"/>
                <a:gd name="connsiteY7" fmla="*/ 3072468 h 3484134"/>
                <a:gd name="connsiteX8" fmla="*/ 3525201 w 4934374"/>
                <a:gd name="connsiteY8" fmla="*/ 2566101 h 3484134"/>
                <a:gd name="connsiteX9" fmla="*/ 3662596 w 4934374"/>
                <a:gd name="connsiteY9" fmla="*/ 2465552 h 3484134"/>
                <a:gd name="connsiteX10" fmla="*/ 4287500 w 4934374"/>
                <a:gd name="connsiteY10" fmla="*/ 1939915 h 3484134"/>
                <a:gd name="connsiteX11" fmla="*/ 4498563 w 4934374"/>
                <a:gd name="connsiteY11" fmla="*/ 1375409 h 3484134"/>
                <a:gd name="connsiteX12" fmla="*/ 4132831 w 4934374"/>
                <a:gd name="connsiteY12" fmla="*/ 134540 h 3484134"/>
                <a:gd name="connsiteX13" fmla="*/ 4025590 w 4934374"/>
                <a:gd name="connsiteY13" fmla="*/ 0 h 3484134"/>
                <a:gd name="connsiteX14" fmla="*/ 4555675 w 4934374"/>
                <a:gd name="connsiteY14" fmla="*/ 0 h 3484134"/>
                <a:gd name="connsiteX15" fmla="*/ 4605933 w 4934374"/>
                <a:gd name="connsiteY15" fmla="*/ 77740 h 3484134"/>
                <a:gd name="connsiteX16" fmla="*/ 4934374 w 4934374"/>
                <a:gd name="connsiteY16" fmla="*/ 1375327 h 3484134"/>
                <a:gd name="connsiteX17" fmla="*/ 3793540 w 4934374"/>
                <a:gd name="connsiteY17" fmla="*/ 2890475 h 3484134"/>
                <a:gd name="connsiteX18" fmla="*/ 2396135 w 4934374"/>
                <a:gd name="connsiteY18" fmla="*/ 3484134 h 3484134"/>
                <a:gd name="connsiteX19" fmla="*/ 548273 w 4934374"/>
                <a:gd name="connsiteY19" fmla="*/ 2480458 h 3484134"/>
                <a:gd name="connsiteX20" fmla="*/ 0 w 4934374"/>
                <a:gd name="connsiteY20" fmla="*/ 1375327 h 3484134"/>
                <a:gd name="connsiteX21" fmla="*/ 512166 w 4934374"/>
                <a:gd name="connsiteY21" fmla="*/ 77740 h 3484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934374" h="3484134">
                  <a:moveTo>
                    <a:pt x="585303" y="0"/>
                  </a:moveTo>
                  <a:lnTo>
                    <a:pt x="1213739" y="0"/>
                  </a:lnTo>
                  <a:lnTo>
                    <a:pt x="1150162" y="47028"/>
                  </a:lnTo>
                  <a:cubicBezTo>
                    <a:pt x="925762" y="228608"/>
                    <a:pt x="749397" y="435224"/>
                    <a:pt x="626038" y="660944"/>
                  </a:cubicBezTo>
                  <a:cubicBezTo>
                    <a:pt x="499976" y="891687"/>
                    <a:pt x="435986" y="1132066"/>
                    <a:pt x="435986" y="1375409"/>
                  </a:cubicBezTo>
                  <a:cubicBezTo>
                    <a:pt x="435986" y="1620481"/>
                    <a:pt x="538074" y="1763604"/>
                    <a:pt x="750530" y="2038817"/>
                  </a:cubicBezTo>
                  <a:cubicBezTo>
                    <a:pt x="801792" y="2105190"/>
                    <a:pt x="854797" y="2173870"/>
                    <a:pt x="909024" y="2249384"/>
                  </a:cubicBezTo>
                  <a:cubicBezTo>
                    <a:pt x="1323389" y="2826326"/>
                    <a:pt x="1768180" y="3072468"/>
                    <a:pt x="2396223" y="3072468"/>
                  </a:cubicBezTo>
                  <a:cubicBezTo>
                    <a:pt x="2808409" y="3072468"/>
                    <a:pt x="3110835" y="2871947"/>
                    <a:pt x="3525201" y="2566101"/>
                  </a:cubicBezTo>
                  <a:cubicBezTo>
                    <a:pt x="3571493" y="2531926"/>
                    <a:pt x="3617786" y="2498162"/>
                    <a:pt x="3662596" y="2465552"/>
                  </a:cubicBezTo>
                  <a:cubicBezTo>
                    <a:pt x="3905479" y="2288583"/>
                    <a:pt x="4134849" y="2121414"/>
                    <a:pt x="4287500" y="1939915"/>
                  </a:cubicBezTo>
                  <a:cubicBezTo>
                    <a:pt x="4433440" y="1766404"/>
                    <a:pt x="4498563" y="1592317"/>
                    <a:pt x="4498563" y="1375409"/>
                  </a:cubicBezTo>
                  <a:cubicBezTo>
                    <a:pt x="4498563" y="899696"/>
                    <a:pt x="4369741" y="465973"/>
                    <a:pt x="4132831" y="134540"/>
                  </a:cubicBezTo>
                  <a:lnTo>
                    <a:pt x="4025590" y="0"/>
                  </a:lnTo>
                  <a:lnTo>
                    <a:pt x="4555675" y="0"/>
                  </a:lnTo>
                  <a:lnTo>
                    <a:pt x="4605933" y="77740"/>
                  </a:lnTo>
                  <a:cubicBezTo>
                    <a:pt x="4820335" y="448137"/>
                    <a:pt x="4934374" y="894662"/>
                    <a:pt x="4934374" y="1375327"/>
                  </a:cubicBezTo>
                  <a:cubicBezTo>
                    <a:pt x="4934374" y="2116884"/>
                    <a:pt x="4369100" y="2465635"/>
                    <a:pt x="3793540" y="2890475"/>
                  </a:cubicBezTo>
                  <a:cubicBezTo>
                    <a:pt x="3374293" y="3199945"/>
                    <a:pt x="2970389" y="3484134"/>
                    <a:pt x="2396135" y="3484134"/>
                  </a:cubicBezTo>
                  <a:cubicBezTo>
                    <a:pt x="1544564" y="3484134"/>
                    <a:pt x="991670" y="3097832"/>
                    <a:pt x="548273" y="2480458"/>
                  </a:cubicBezTo>
                  <a:cubicBezTo>
                    <a:pt x="282201" y="2110049"/>
                    <a:pt x="0" y="1856001"/>
                    <a:pt x="0" y="1375327"/>
                  </a:cubicBezTo>
                  <a:cubicBezTo>
                    <a:pt x="0" y="894662"/>
                    <a:pt x="195505" y="448137"/>
                    <a:pt x="512166" y="777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49644033-C1F4-D6CE-EDCB-110135313E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61928" y="0"/>
              <a:ext cx="4934374" cy="3484134"/>
            </a:xfrm>
            <a:custGeom>
              <a:avLst/>
              <a:gdLst>
                <a:gd name="connsiteX0" fmla="*/ 585303 w 4934374"/>
                <a:gd name="connsiteY0" fmla="*/ 0 h 3484134"/>
                <a:gd name="connsiteX1" fmla="*/ 1354934 w 4934374"/>
                <a:gd name="connsiteY1" fmla="*/ 0 h 3484134"/>
                <a:gd name="connsiteX2" fmla="*/ 1206830 w 4934374"/>
                <a:gd name="connsiteY2" fmla="*/ 109531 h 3484134"/>
                <a:gd name="connsiteX3" fmla="*/ 703453 w 4934374"/>
                <a:gd name="connsiteY3" fmla="*/ 698660 h 3484134"/>
                <a:gd name="connsiteX4" fmla="*/ 523079 w 4934374"/>
                <a:gd name="connsiteY4" fmla="*/ 1375409 h 3484134"/>
                <a:gd name="connsiteX5" fmla="*/ 820885 w 4934374"/>
                <a:gd name="connsiteY5" fmla="*/ 1990313 h 3484134"/>
                <a:gd name="connsiteX6" fmla="*/ 981122 w 4934374"/>
                <a:gd name="connsiteY6" fmla="*/ 2203186 h 3484134"/>
                <a:gd name="connsiteX7" fmla="*/ 1592426 w 4934374"/>
                <a:gd name="connsiteY7" fmla="*/ 2792645 h 3484134"/>
                <a:gd name="connsiteX8" fmla="*/ 2396135 w 4934374"/>
                <a:gd name="connsiteY8" fmla="*/ 2990119 h 3484134"/>
                <a:gd name="connsiteX9" fmla="*/ 2913112 w 4934374"/>
                <a:gd name="connsiteY9" fmla="*/ 2864371 h 3484134"/>
                <a:gd name="connsiteX10" fmla="*/ 3471411 w 4934374"/>
                <a:gd name="connsiteY10" fmla="*/ 2501292 h 3484134"/>
                <a:gd name="connsiteX11" fmla="*/ 3609242 w 4934374"/>
                <a:gd name="connsiteY11" fmla="*/ 2400414 h 3484134"/>
                <a:gd name="connsiteX12" fmla="*/ 4219151 w 4934374"/>
                <a:gd name="connsiteY12" fmla="*/ 1888693 h 3484134"/>
                <a:gd name="connsiteX13" fmla="*/ 4411296 w 4934374"/>
                <a:gd name="connsiteY13" fmla="*/ 1375409 h 3484134"/>
                <a:gd name="connsiteX14" fmla="*/ 3957874 w 4934374"/>
                <a:gd name="connsiteY14" fmla="*/ 51887 h 3484134"/>
                <a:gd name="connsiteX15" fmla="*/ 3906637 w 4934374"/>
                <a:gd name="connsiteY15" fmla="*/ 0 h 3484134"/>
                <a:gd name="connsiteX16" fmla="*/ 4555675 w 4934374"/>
                <a:gd name="connsiteY16" fmla="*/ 0 h 3484134"/>
                <a:gd name="connsiteX17" fmla="*/ 4605933 w 4934374"/>
                <a:gd name="connsiteY17" fmla="*/ 77740 h 3484134"/>
                <a:gd name="connsiteX18" fmla="*/ 4934374 w 4934374"/>
                <a:gd name="connsiteY18" fmla="*/ 1375327 h 3484134"/>
                <a:gd name="connsiteX19" fmla="*/ 3793540 w 4934374"/>
                <a:gd name="connsiteY19" fmla="*/ 2890475 h 3484134"/>
                <a:gd name="connsiteX20" fmla="*/ 2396135 w 4934374"/>
                <a:gd name="connsiteY20" fmla="*/ 3484134 h 3484134"/>
                <a:gd name="connsiteX21" fmla="*/ 548273 w 4934374"/>
                <a:gd name="connsiteY21" fmla="*/ 2480458 h 3484134"/>
                <a:gd name="connsiteX22" fmla="*/ 0 w 4934374"/>
                <a:gd name="connsiteY22" fmla="*/ 1375327 h 3484134"/>
                <a:gd name="connsiteX23" fmla="*/ 512166 w 4934374"/>
                <a:gd name="connsiteY23" fmla="*/ 77740 h 3484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934374" h="3484134">
                  <a:moveTo>
                    <a:pt x="585303" y="0"/>
                  </a:moveTo>
                  <a:lnTo>
                    <a:pt x="1354934" y="0"/>
                  </a:lnTo>
                  <a:lnTo>
                    <a:pt x="1206830" y="109531"/>
                  </a:lnTo>
                  <a:cubicBezTo>
                    <a:pt x="994024" y="281725"/>
                    <a:pt x="820013" y="485457"/>
                    <a:pt x="703453" y="698660"/>
                  </a:cubicBezTo>
                  <a:cubicBezTo>
                    <a:pt x="583756" y="917627"/>
                    <a:pt x="523079" y="1145324"/>
                    <a:pt x="523079" y="1375409"/>
                  </a:cubicBezTo>
                  <a:cubicBezTo>
                    <a:pt x="523079" y="1595282"/>
                    <a:pt x="614356" y="1722842"/>
                    <a:pt x="820885" y="1990313"/>
                  </a:cubicBezTo>
                  <a:cubicBezTo>
                    <a:pt x="872582" y="2057263"/>
                    <a:pt x="926023" y="2126519"/>
                    <a:pt x="981122" y="2203186"/>
                  </a:cubicBezTo>
                  <a:cubicBezTo>
                    <a:pt x="1175968" y="2474445"/>
                    <a:pt x="1375871" y="2667309"/>
                    <a:pt x="1592426" y="2792645"/>
                  </a:cubicBezTo>
                  <a:cubicBezTo>
                    <a:pt x="1821970" y="2925557"/>
                    <a:pt x="2084904" y="2990119"/>
                    <a:pt x="2396135" y="2990119"/>
                  </a:cubicBezTo>
                  <a:cubicBezTo>
                    <a:pt x="2572762" y="2990119"/>
                    <a:pt x="2737009" y="2950179"/>
                    <a:pt x="2913112" y="2864371"/>
                  </a:cubicBezTo>
                  <a:cubicBezTo>
                    <a:pt x="3093922" y="2776257"/>
                    <a:pt x="3272903" y="2647792"/>
                    <a:pt x="3471411" y="2501292"/>
                  </a:cubicBezTo>
                  <a:cubicBezTo>
                    <a:pt x="3517964" y="2466952"/>
                    <a:pt x="3564344" y="2433106"/>
                    <a:pt x="3609242" y="2400414"/>
                  </a:cubicBezTo>
                  <a:cubicBezTo>
                    <a:pt x="3847766" y="2226574"/>
                    <a:pt x="4073038" y="2062368"/>
                    <a:pt x="4219151" y="1888693"/>
                  </a:cubicBezTo>
                  <a:cubicBezTo>
                    <a:pt x="4353844" y="1728606"/>
                    <a:pt x="4411296" y="1575106"/>
                    <a:pt x="4411296" y="1375409"/>
                  </a:cubicBezTo>
                  <a:cubicBezTo>
                    <a:pt x="4411296" y="851089"/>
                    <a:pt x="4250274" y="381038"/>
                    <a:pt x="3957874" y="51887"/>
                  </a:cubicBezTo>
                  <a:lnTo>
                    <a:pt x="3906637" y="0"/>
                  </a:lnTo>
                  <a:lnTo>
                    <a:pt x="4555675" y="0"/>
                  </a:lnTo>
                  <a:lnTo>
                    <a:pt x="4605933" y="77740"/>
                  </a:lnTo>
                  <a:cubicBezTo>
                    <a:pt x="4820335" y="448137"/>
                    <a:pt x="4934374" y="894662"/>
                    <a:pt x="4934374" y="1375327"/>
                  </a:cubicBezTo>
                  <a:cubicBezTo>
                    <a:pt x="4934374" y="2116884"/>
                    <a:pt x="4369100" y="2465635"/>
                    <a:pt x="3793540" y="2890475"/>
                  </a:cubicBezTo>
                  <a:cubicBezTo>
                    <a:pt x="3374293" y="3199945"/>
                    <a:pt x="2970389" y="3484134"/>
                    <a:pt x="2396135" y="3484134"/>
                  </a:cubicBezTo>
                  <a:cubicBezTo>
                    <a:pt x="1544564" y="3484134"/>
                    <a:pt x="991670" y="3097832"/>
                    <a:pt x="548273" y="2480458"/>
                  </a:cubicBezTo>
                  <a:cubicBezTo>
                    <a:pt x="282201" y="2110049"/>
                    <a:pt x="0" y="1856001"/>
                    <a:pt x="0" y="1375327"/>
                  </a:cubicBezTo>
                  <a:cubicBezTo>
                    <a:pt x="0" y="894662"/>
                    <a:pt x="195505" y="448137"/>
                    <a:pt x="512166" y="777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9CE767E5-6D47-70F7-DF90-43C0E1232213}"/>
              </a:ext>
            </a:extLst>
          </p:cNvPr>
          <p:cNvSpPr txBox="1"/>
          <p:nvPr/>
        </p:nvSpPr>
        <p:spPr>
          <a:xfrm>
            <a:off x="728860" y="782884"/>
            <a:ext cx="5368188" cy="14465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400" b="1" dirty="0">
                <a:ea typeface="+mn-lt"/>
                <a:cs typeface="+mn-lt"/>
              </a:rPr>
              <a:t>Cel </a:t>
            </a:r>
            <a:r>
              <a:rPr lang="en-US" sz="4400" b="1" dirty="0" err="1">
                <a:ea typeface="+mn-lt"/>
                <a:cs typeface="+mn-lt"/>
              </a:rPr>
              <a:t>i</a:t>
            </a:r>
            <a:r>
              <a:rPr lang="en-US" sz="4400" b="1" dirty="0">
                <a:ea typeface="+mn-lt"/>
                <a:cs typeface="+mn-lt"/>
              </a:rPr>
              <a:t> </a:t>
            </a:r>
            <a:r>
              <a:rPr lang="en-US" sz="4400" b="1" dirty="0" err="1">
                <a:ea typeface="+mn-lt"/>
                <a:cs typeface="+mn-lt"/>
              </a:rPr>
              <a:t>założenia</a:t>
            </a:r>
            <a:r>
              <a:rPr lang="en-US" sz="4400" b="1" dirty="0">
                <a:ea typeface="+mn-lt"/>
                <a:cs typeface="+mn-lt"/>
              </a:rPr>
              <a:t> </a:t>
            </a:r>
            <a:r>
              <a:rPr lang="en-US" sz="4400" b="1" dirty="0" err="1">
                <a:ea typeface="+mn-lt"/>
                <a:cs typeface="+mn-lt"/>
              </a:rPr>
              <a:t>projektu</a:t>
            </a:r>
            <a:r>
              <a:rPr lang="en-US" sz="4400" b="1" dirty="0">
                <a:ea typeface="+mn-lt"/>
                <a:cs typeface="+mn-lt"/>
              </a:rPr>
              <a:t>:</a:t>
            </a:r>
            <a:endParaRPr lang="en-US" b="1" dirty="0" err="1">
              <a:ea typeface="+mn-lt"/>
              <a:cs typeface="+mn-lt"/>
            </a:endParaRP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652F6A08-4E19-B964-6573-70455A8D82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32865" y="2310840"/>
            <a:ext cx="4753534" cy="4045189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2800" b="1" dirty="0" err="1">
                <a:ea typeface="+mn-lt"/>
                <a:cs typeface="+mn-lt"/>
              </a:rPr>
              <a:t>Innowacyjna</a:t>
            </a:r>
            <a:r>
              <a:rPr lang="en-US" sz="2800" b="1" dirty="0">
                <a:ea typeface="+mn-lt"/>
                <a:cs typeface="+mn-lt"/>
              </a:rPr>
              <a:t> </a:t>
            </a:r>
            <a:r>
              <a:rPr lang="en-US" sz="2800" b="1" dirty="0" err="1">
                <a:ea typeface="+mn-lt"/>
                <a:cs typeface="+mn-lt"/>
              </a:rPr>
              <a:t>edukacja</a:t>
            </a:r>
            <a:r>
              <a:rPr lang="en-US" sz="2800" b="1" dirty="0">
                <a:ea typeface="+mn-lt"/>
                <a:cs typeface="+mn-lt"/>
              </a:rPr>
              <a:t> </a:t>
            </a:r>
            <a:r>
              <a:rPr lang="en-US" sz="2800" b="1" dirty="0" err="1">
                <a:ea typeface="+mn-lt"/>
                <a:cs typeface="+mn-lt"/>
              </a:rPr>
              <a:t>poprzez</a:t>
            </a:r>
            <a:r>
              <a:rPr lang="en-US" sz="2800" b="1" dirty="0">
                <a:ea typeface="+mn-lt"/>
                <a:cs typeface="+mn-lt"/>
              </a:rPr>
              <a:t> </a:t>
            </a:r>
            <a:r>
              <a:rPr lang="en-US" sz="2800" b="1" dirty="0" err="1">
                <a:ea typeface="+mn-lt"/>
                <a:cs typeface="+mn-lt"/>
              </a:rPr>
              <a:t>grywalizację</a:t>
            </a:r>
            <a:endParaRPr lang="en-US" sz="2800" b="1">
              <a:ea typeface="+mn-lt"/>
              <a:cs typeface="+mn-lt"/>
            </a:endParaRPr>
          </a:p>
          <a:p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0162499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677966-158B-156D-34E9-2A3BA14B2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C2DC665A-AF53-02BF-E6A1-99269261A2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6696971B-64E6-1214-DCCF-2FC51A2ED7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55526" y="2227167"/>
            <a:ext cx="4336168" cy="4630834"/>
            <a:chOff x="7855526" y="2145638"/>
            <a:chExt cx="4336168" cy="4630834"/>
          </a:xfrm>
          <a:gradFill>
            <a:gsLst>
              <a:gs pos="2000">
                <a:schemeClr val="bg1">
                  <a:alpha val="10000"/>
                </a:schemeClr>
              </a:gs>
              <a:gs pos="16000">
                <a:schemeClr val="accent6">
                  <a:alpha val="10000"/>
                </a:schemeClr>
              </a:gs>
              <a:gs pos="100000">
                <a:schemeClr val="bg1">
                  <a:alpha val="10000"/>
                </a:schemeClr>
              </a:gs>
              <a:gs pos="85000">
                <a:schemeClr val="accent1">
                  <a:alpha val="10000"/>
                </a:schemeClr>
              </a:gs>
            </a:gsLst>
            <a:lin ang="12000000" scaled="0"/>
          </a:gradFill>
        </p:grpSpPr>
        <p:sp useBgFill="1">
          <p:nvSpPr>
            <p:cNvPr id="39" name="Freeform: Shape 38">
              <a:extLst>
                <a:ext uri="{FF2B5EF4-FFF2-40B4-BE49-F238E27FC236}">
                  <a16:creationId xmlns:a16="http://schemas.microsoft.com/office/drawing/2014/main" id="{30F6E9B7-79C3-B69F-920F-B18D9BC74D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75903" y="2463723"/>
              <a:ext cx="4315791" cy="4312749"/>
            </a:xfrm>
            <a:custGeom>
              <a:avLst/>
              <a:gdLst>
                <a:gd name="connsiteX0" fmla="*/ 2987009 w 4315791"/>
                <a:gd name="connsiteY0" fmla="*/ 0 h 4312749"/>
                <a:gd name="connsiteX1" fmla="*/ 4136908 w 4315791"/>
                <a:gd name="connsiteY1" fmla="*/ 333995 h 4312749"/>
                <a:gd name="connsiteX2" fmla="*/ 4315791 w 4315791"/>
                <a:gd name="connsiteY2" fmla="*/ 445229 h 4312749"/>
                <a:gd name="connsiteX3" fmla="*/ 4315791 w 4315791"/>
                <a:gd name="connsiteY3" fmla="*/ 1208150 h 4312749"/>
                <a:gd name="connsiteX4" fmla="*/ 4145996 w 4315791"/>
                <a:gd name="connsiteY4" fmla="*/ 1085198 h 4312749"/>
                <a:gd name="connsiteX5" fmla="*/ 3631470 w 4315791"/>
                <a:gd name="connsiteY5" fmla="*/ 767158 h 4312749"/>
                <a:gd name="connsiteX6" fmla="*/ 2987009 w 4315791"/>
                <a:gd name="connsiteY6" fmla="*/ 611504 h 4312749"/>
                <a:gd name="connsiteX7" fmla="*/ 1985110 w 4315791"/>
                <a:gd name="connsiteY7" fmla="*/ 855943 h 4312749"/>
                <a:gd name="connsiteX8" fmla="*/ 1223061 w 4315791"/>
                <a:gd name="connsiteY8" fmla="*/ 1585590 h 4312749"/>
                <a:gd name="connsiteX9" fmla="*/ 1023311 w 4315791"/>
                <a:gd name="connsiteY9" fmla="*/ 1849089 h 4312749"/>
                <a:gd name="connsiteX10" fmla="*/ 652067 w 4315791"/>
                <a:gd name="connsiteY10" fmla="*/ 2610233 h 4312749"/>
                <a:gd name="connsiteX11" fmla="*/ 876921 w 4315791"/>
                <a:gd name="connsiteY11" fmla="*/ 3447930 h 4312749"/>
                <a:gd name="connsiteX12" fmla="*/ 1504428 w 4315791"/>
                <a:gd name="connsiteY12" fmla="*/ 4177169 h 4312749"/>
                <a:gd name="connsiteX13" fmla="*/ 1689053 w 4315791"/>
                <a:gd name="connsiteY13" fmla="*/ 4312749 h 4312749"/>
                <a:gd name="connsiteX14" fmla="*/ 729636 w 4315791"/>
                <a:gd name="connsiteY14" fmla="*/ 4312749 h 4312749"/>
                <a:gd name="connsiteX15" fmla="*/ 638463 w 4315791"/>
                <a:gd name="connsiteY15" fmla="*/ 4216521 h 4312749"/>
                <a:gd name="connsiteX16" fmla="*/ 0 w 4315791"/>
                <a:gd name="connsiteY16" fmla="*/ 2610335 h 4312749"/>
                <a:gd name="connsiteX17" fmla="*/ 683474 w 4315791"/>
                <a:gd name="connsiteY17" fmla="*/ 1242376 h 4312749"/>
                <a:gd name="connsiteX18" fmla="*/ 2987009 w 4315791"/>
                <a:gd name="connsiteY18" fmla="*/ 0 h 4312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315791" h="4312749">
                  <a:moveTo>
                    <a:pt x="2987009" y="0"/>
                  </a:moveTo>
                  <a:cubicBezTo>
                    <a:pt x="3434423" y="0"/>
                    <a:pt x="3798884" y="137413"/>
                    <a:pt x="4136908" y="333995"/>
                  </a:cubicBezTo>
                  <a:lnTo>
                    <a:pt x="4315791" y="445229"/>
                  </a:lnTo>
                  <a:lnTo>
                    <a:pt x="4315791" y="1208150"/>
                  </a:lnTo>
                  <a:lnTo>
                    <a:pt x="4145996" y="1085198"/>
                  </a:lnTo>
                  <a:cubicBezTo>
                    <a:pt x="3968282" y="958859"/>
                    <a:pt x="3800518" y="848961"/>
                    <a:pt x="3631470" y="767158"/>
                  </a:cubicBezTo>
                  <a:cubicBezTo>
                    <a:pt x="3411941" y="660943"/>
                    <a:pt x="3207191" y="611504"/>
                    <a:pt x="2987009" y="611504"/>
                  </a:cubicBezTo>
                  <a:cubicBezTo>
                    <a:pt x="2599030" y="611504"/>
                    <a:pt x="2271258" y="691421"/>
                    <a:pt x="1985110" y="855943"/>
                  </a:cubicBezTo>
                  <a:cubicBezTo>
                    <a:pt x="1715153" y="1011087"/>
                    <a:pt x="1465955" y="1249819"/>
                    <a:pt x="1223061" y="1585590"/>
                  </a:cubicBezTo>
                  <a:cubicBezTo>
                    <a:pt x="1154375" y="1680490"/>
                    <a:pt x="1087756" y="1766217"/>
                    <a:pt x="1023311" y="1849089"/>
                  </a:cubicBezTo>
                  <a:cubicBezTo>
                    <a:pt x="765853" y="2180172"/>
                    <a:pt x="652067" y="2338069"/>
                    <a:pt x="652067" y="2610233"/>
                  </a:cubicBezTo>
                  <a:cubicBezTo>
                    <a:pt x="652067" y="2895038"/>
                    <a:pt x="727707" y="3176887"/>
                    <a:pt x="876921" y="3447930"/>
                  </a:cubicBezTo>
                  <a:cubicBezTo>
                    <a:pt x="1022224" y="3711838"/>
                    <a:pt x="1239145" y="3964023"/>
                    <a:pt x="1504428" y="4177169"/>
                  </a:cubicBezTo>
                  <a:lnTo>
                    <a:pt x="1689053" y="4312749"/>
                  </a:lnTo>
                  <a:lnTo>
                    <a:pt x="729636" y="4312749"/>
                  </a:lnTo>
                  <a:lnTo>
                    <a:pt x="638463" y="4216521"/>
                  </a:lnTo>
                  <a:cubicBezTo>
                    <a:pt x="243716" y="3758034"/>
                    <a:pt x="0" y="3205314"/>
                    <a:pt x="0" y="2610335"/>
                  </a:cubicBezTo>
                  <a:cubicBezTo>
                    <a:pt x="0" y="2015344"/>
                    <a:pt x="351790" y="1700877"/>
                    <a:pt x="683474" y="1242376"/>
                  </a:cubicBezTo>
                  <a:cubicBezTo>
                    <a:pt x="1236211" y="478174"/>
                    <a:pt x="1925445" y="0"/>
                    <a:pt x="29870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 useBgFill="1">
          <p:nvSpPr>
            <p:cNvPr id="40" name="Freeform: Shape 39">
              <a:extLst>
                <a:ext uri="{FF2B5EF4-FFF2-40B4-BE49-F238E27FC236}">
                  <a16:creationId xmlns:a16="http://schemas.microsoft.com/office/drawing/2014/main" id="{A7D29DFA-8BC6-BBF5-591A-6AB2744DE9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75903" y="2463723"/>
              <a:ext cx="4315791" cy="4312749"/>
            </a:xfrm>
            <a:custGeom>
              <a:avLst/>
              <a:gdLst>
                <a:gd name="connsiteX0" fmla="*/ 2987009 w 4315791"/>
                <a:gd name="connsiteY0" fmla="*/ 0 h 4312749"/>
                <a:gd name="connsiteX1" fmla="*/ 4136908 w 4315791"/>
                <a:gd name="connsiteY1" fmla="*/ 333995 h 4312749"/>
                <a:gd name="connsiteX2" fmla="*/ 4315791 w 4315791"/>
                <a:gd name="connsiteY2" fmla="*/ 445229 h 4312749"/>
                <a:gd name="connsiteX3" fmla="*/ 4315791 w 4315791"/>
                <a:gd name="connsiteY3" fmla="*/ 1079495 h 4312749"/>
                <a:gd name="connsiteX4" fmla="*/ 4206793 w 4315791"/>
                <a:gd name="connsiteY4" fmla="*/ 1000737 h 4312749"/>
                <a:gd name="connsiteX5" fmla="*/ 2987119 w 4315791"/>
                <a:gd name="connsiteY5" fmla="*/ 509571 h 4312749"/>
                <a:gd name="connsiteX6" fmla="*/ 1133184 w 4315791"/>
                <a:gd name="connsiteY6" fmla="*/ 1528405 h 4312749"/>
                <a:gd name="connsiteX7" fmla="*/ 935607 w 4315791"/>
                <a:gd name="connsiteY7" fmla="*/ 1789050 h 4312749"/>
                <a:gd name="connsiteX8" fmla="*/ 543498 w 4315791"/>
                <a:gd name="connsiteY8" fmla="*/ 2610233 h 4312749"/>
                <a:gd name="connsiteX9" fmla="*/ 780416 w 4315791"/>
                <a:gd name="connsiteY9" fmla="*/ 3494616 h 4312749"/>
                <a:gd name="connsiteX10" fmla="*/ 1433786 w 4315791"/>
                <a:gd name="connsiteY10" fmla="*/ 4254537 h 4312749"/>
                <a:gd name="connsiteX11" fmla="*/ 1513041 w 4315791"/>
                <a:gd name="connsiteY11" fmla="*/ 4312749 h 4312749"/>
                <a:gd name="connsiteX12" fmla="*/ 729636 w 4315791"/>
                <a:gd name="connsiteY12" fmla="*/ 4312749 h 4312749"/>
                <a:gd name="connsiteX13" fmla="*/ 638463 w 4315791"/>
                <a:gd name="connsiteY13" fmla="*/ 4216521 h 4312749"/>
                <a:gd name="connsiteX14" fmla="*/ 0 w 4315791"/>
                <a:gd name="connsiteY14" fmla="*/ 2610335 h 4312749"/>
                <a:gd name="connsiteX15" fmla="*/ 683474 w 4315791"/>
                <a:gd name="connsiteY15" fmla="*/ 1242376 h 4312749"/>
                <a:gd name="connsiteX16" fmla="*/ 2987009 w 4315791"/>
                <a:gd name="connsiteY16" fmla="*/ 0 h 4312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315791" h="4312749">
                  <a:moveTo>
                    <a:pt x="2987009" y="0"/>
                  </a:moveTo>
                  <a:cubicBezTo>
                    <a:pt x="3434423" y="0"/>
                    <a:pt x="3798884" y="137413"/>
                    <a:pt x="4136908" y="333995"/>
                  </a:cubicBezTo>
                  <a:lnTo>
                    <a:pt x="4315791" y="445229"/>
                  </a:lnTo>
                  <a:lnTo>
                    <a:pt x="4315791" y="1079495"/>
                  </a:lnTo>
                  <a:lnTo>
                    <a:pt x="4206793" y="1000737"/>
                  </a:lnTo>
                  <a:cubicBezTo>
                    <a:pt x="3781561" y="699607"/>
                    <a:pt x="3436718" y="509571"/>
                    <a:pt x="2987119" y="509571"/>
                  </a:cubicBezTo>
                  <a:cubicBezTo>
                    <a:pt x="2204204" y="509571"/>
                    <a:pt x="1649730" y="814251"/>
                    <a:pt x="1133184" y="1528405"/>
                  </a:cubicBezTo>
                  <a:cubicBezTo>
                    <a:pt x="1065585" y="1621878"/>
                    <a:pt x="999510" y="1706892"/>
                    <a:pt x="935607" y="1789050"/>
                  </a:cubicBezTo>
                  <a:cubicBezTo>
                    <a:pt x="670760" y="2129716"/>
                    <a:pt x="543498" y="2306877"/>
                    <a:pt x="543498" y="2610233"/>
                  </a:cubicBezTo>
                  <a:cubicBezTo>
                    <a:pt x="543498" y="2911449"/>
                    <a:pt x="623267" y="3208997"/>
                    <a:pt x="780416" y="3494616"/>
                  </a:cubicBezTo>
                  <a:cubicBezTo>
                    <a:pt x="934194" y="3774018"/>
                    <a:pt x="1154050" y="4029772"/>
                    <a:pt x="1433786" y="4254537"/>
                  </a:cubicBezTo>
                  <a:lnTo>
                    <a:pt x="1513041" y="4312749"/>
                  </a:lnTo>
                  <a:lnTo>
                    <a:pt x="729636" y="4312749"/>
                  </a:lnTo>
                  <a:lnTo>
                    <a:pt x="638463" y="4216521"/>
                  </a:lnTo>
                  <a:cubicBezTo>
                    <a:pt x="243716" y="3758034"/>
                    <a:pt x="0" y="3205314"/>
                    <a:pt x="0" y="2610335"/>
                  </a:cubicBezTo>
                  <a:cubicBezTo>
                    <a:pt x="0" y="2015344"/>
                    <a:pt x="351790" y="1700877"/>
                    <a:pt x="683474" y="1242376"/>
                  </a:cubicBezTo>
                  <a:cubicBezTo>
                    <a:pt x="1236211" y="478174"/>
                    <a:pt x="1925445" y="0"/>
                    <a:pt x="29870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 useBgFill="1">
          <p:nvSpPr>
            <p:cNvPr id="41" name="Freeform: Shape 40">
              <a:extLst>
                <a:ext uri="{FF2B5EF4-FFF2-40B4-BE49-F238E27FC236}">
                  <a16:creationId xmlns:a16="http://schemas.microsoft.com/office/drawing/2014/main" id="{827CBAD3-767D-1A07-D65B-0BDB2C31F5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77037" y="2411531"/>
              <a:ext cx="4314657" cy="4364939"/>
            </a:xfrm>
            <a:custGeom>
              <a:avLst/>
              <a:gdLst>
                <a:gd name="connsiteX0" fmla="*/ 3028307 w 4314657"/>
                <a:gd name="connsiteY0" fmla="*/ 21 h 4364939"/>
                <a:gd name="connsiteX1" fmla="*/ 3066670 w 4314657"/>
                <a:gd name="connsiteY1" fmla="*/ 836 h 4364939"/>
                <a:gd name="connsiteX2" fmla="*/ 3220125 w 4314657"/>
                <a:gd name="connsiteY2" fmla="*/ 9909 h 4364939"/>
                <a:gd name="connsiteX3" fmla="*/ 3816113 w 4314657"/>
                <a:gd name="connsiteY3" fmla="*/ 150272 h 4364939"/>
                <a:gd name="connsiteX4" fmla="*/ 4089981 w 4314657"/>
                <a:gd name="connsiteY4" fmla="*/ 272287 h 4364939"/>
                <a:gd name="connsiteX5" fmla="*/ 4314657 w 4314657"/>
                <a:gd name="connsiteY5" fmla="*/ 398926 h 4364939"/>
                <a:gd name="connsiteX6" fmla="*/ 4314657 w 4314657"/>
                <a:gd name="connsiteY6" fmla="*/ 911199 h 4364939"/>
                <a:gd name="connsiteX7" fmla="*/ 4310597 w 4314657"/>
                <a:gd name="connsiteY7" fmla="*/ 908154 h 4364939"/>
                <a:gd name="connsiteX8" fmla="*/ 4203223 w 4314657"/>
                <a:gd name="connsiteY8" fmla="*/ 829562 h 4364939"/>
                <a:gd name="connsiteX9" fmla="*/ 4095850 w 4314657"/>
                <a:gd name="connsiteY9" fmla="*/ 753520 h 4364939"/>
                <a:gd name="connsiteX10" fmla="*/ 3652987 w 4314657"/>
                <a:gd name="connsiteY10" fmla="*/ 494811 h 4364939"/>
                <a:gd name="connsiteX11" fmla="*/ 3173610 w 4314657"/>
                <a:gd name="connsiteY11" fmla="*/ 347209 h 4364939"/>
                <a:gd name="connsiteX12" fmla="*/ 3047760 w 4314657"/>
                <a:gd name="connsiteY12" fmla="*/ 332632 h 4364939"/>
                <a:gd name="connsiteX13" fmla="*/ 3016027 w 4314657"/>
                <a:gd name="connsiteY13" fmla="*/ 330186 h 4364939"/>
                <a:gd name="connsiteX14" fmla="*/ 2984184 w 4314657"/>
                <a:gd name="connsiteY14" fmla="*/ 328658 h 4364939"/>
                <a:gd name="connsiteX15" fmla="*/ 2952233 w 4314657"/>
                <a:gd name="connsiteY15" fmla="*/ 327332 h 4364939"/>
                <a:gd name="connsiteX16" fmla="*/ 2919085 w 4314657"/>
                <a:gd name="connsiteY16" fmla="*/ 327026 h 4364939"/>
                <a:gd name="connsiteX17" fmla="*/ 2852901 w 4314657"/>
                <a:gd name="connsiteY17" fmla="*/ 326720 h 4364939"/>
                <a:gd name="connsiteX18" fmla="*/ 2786826 w 4314657"/>
                <a:gd name="connsiteY18" fmla="*/ 328148 h 4364939"/>
                <a:gd name="connsiteX19" fmla="*/ 2720965 w 4314657"/>
                <a:gd name="connsiteY19" fmla="*/ 331409 h 4364939"/>
                <a:gd name="connsiteX20" fmla="*/ 2655325 w 4314657"/>
                <a:gd name="connsiteY20" fmla="*/ 336098 h 4364939"/>
                <a:gd name="connsiteX21" fmla="*/ 2524803 w 4314657"/>
                <a:gd name="connsiteY21" fmla="*/ 350573 h 4364939"/>
                <a:gd name="connsiteX22" fmla="*/ 2460139 w 4314657"/>
                <a:gd name="connsiteY22" fmla="*/ 360664 h 4364939"/>
                <a:gd name="connsiteX23" fmla="*/ 2396019 w 4314657"/>
                <a:gd name="connsiteY23" fmla="*/ 372693 h 4364939"/>
                <a:gd name="connsiteX24" fmla="*/ 2145843 w 4314657"/>
                <a:gd name="connsiteY24" fmla="*/ 440989 h 4364939"/>
                <a:gd name="connsiteX25" fmla="*/ 1698635 w 4314657"/>
                <a:gd name="connsiteY25" fmla="*/ 682676 h 4364939"/>
                <a:gd name="connsiteX26" fmla="*/ 1498450 w 4314657"/>
                <a:gd name="connsiteY26" fmla="*/ 835474 h 4364939"/>
                <a:gd name="connsiteX27" fmla="*/ 1307285 w 4314657"/>
                <a:gd name="connsiteY27" fmla="*/ 1001220 h 4364939"/>
                <a:gd name="connsiteX28" fmla="*/ 947780 w 4314657"/>
                <a:gd name="connsiteY28" fmla="*/ 1369612 h 4364939"/>
                <a:gd name="connsiteX29" fmla="*/ 905939 w 4314657"/>
                <a:gd name="connsiteY29" fmla="*/ 1419458 h 4364939"/>
                <a:gd name="connsiteX30" fmla="*/ 863228 w 4314657"/>
                <a:gd name="connsiteY30" fmla="*/ 1471545 h 4364939"/>
                <a:gd name="connsiteX31" fmla="*/ 774330 w 4314657"/>
                <a:gd name="connsiteY31" fmla="*/ 1577659 h 4364939"/>
                <a:gd name="connsiteX32" fmla="*/ 595554 w 4314657"/>
                <a:gd name="connsiteY32" fmla="*/ 1780916 h 4364939"/>
                <a:gd name="connsiteX33" fmla="*/ 430365 w 4314657"/>
                <a:gd name="connsiteY33" fmla="*/ 1982644 h 4364939"/>
                <a:gd name="connsiteX34" fmla="*/ 358855 w 4314657"/>
                <a:gd name="connsiteY34" fmla="*/ 2087025 h 4364939"/>
                <a:gd name="connsiteX35" fmla="*/ 296583 w 4314657"/>
                <a:gd name="connsiteY35" fmla="*/ 2194872 h 4364939"/>
                <a:gd name="connsiteX36" fmla="*/ 207358 w 4314657"/>
                <a:gd name="connsiteY36" fmla="*/ 2423918 h 4364939"/>
                <a:gd name="connsiteX37" fmla="*/ 177146 w 4314657"/>
                <a:gd name="connsiteY37" fmla="*/ 2668765 h 4364939"/>
                <a:gd name="connsiteX38" fmla="*/ 248763 w 4314657"/>
                <a:gd name="connsiteY38" fmla="*/ 3168854 h 4364939"/>
                <a:gd name="connsiteX39" fmla="*/ 445688 w 4314657"/>
                <a:gd name="connsiteY39" fmla="*/ 3637956 h 4364939"/>
                <a:gd name="connsiteX40" fmla="*/ 735859 w 4314657"/>
                <a:gd name="connsiteY40" fmla="*/ 4062310 h 4364939"/>
                <a:gd name="connsiteX41" fmla="*/ 910884 w 4314657"/>
                <a:gd name="connsiteY41" fmla="*/ 4254366 h 4364939"/>
                <a:gd name="connsiteX42" fmla="*/ 1030507 w 4314657"/>
                <a:gd name="connsiteY42" fmla="*/ 4364939 h 4364939"/>
                <a:gd name="connsiteX43" fmla="*/ 676755 w 4314657"/>
                <a:gd name="connsiteY43" fmla="*/ 4364939 h 4364939"/>
                <a:gd name="connsiteX44" fmla="*/ 538105 w 4314657"/>
                <a:gd name="connsiteY44" fmla="*/ 4202315 h 4364939"/>
                <a:gd name="connsiteX45" fmla="*/ 241592 w 4314657"/>
                <a:gd name="connsiteY45" fmla="*/ 3731226 h 4364939"/>
                <a:gd name="connsiteX46" fmla="*/ 60317 w 4314657"/>
                <a:gd name="connsiteY46" fmla="*/ 3211362 h 4364939"/>
                <a:gd name="connsiteX47" fmla="*/ 0 w 4314657"/>
                <a:gd name="connsiteY47" fmla="*/ 2668765 h 4364939"/>
                <a:gd name="connsiteX48" fmla="*/ 21736 w 4314657"/>
                <a:gd name="connsiteY48" fmla="*/ 2390280 h 4364939"/>
                <a:gd name="connsiteX49" fmla="*/ 27605 w 4314657"/>
                <a:gd name="connsiteY49" fmla="*/ 2355521 h 4364939"/>
                <a:gd name="connsiteX50" fmla="*/ 34669 w 4314657"/>
                <a:gd name="connsiteY50" fmla="*/ 2320862 h 4364939"/>
                <a:gd name="connsiteX51" fmla="*/ 50753 w 4314657"/>
                <a:gd name="connsiteY51" fmla="*/ 2251750 h 4364939"/>
                <a:gd name="connsiteX52" fmla="*/ 93899 w 4314657"/>
                <a:gd name="connsiteY52" fmla="*/ 2116179 h 4364939"/>
                <a:gd name="connsiteX53" fmla="*/ 150194 w 4314657"/>
                <a:gd name="connsiteY53" fmla="*/ 1985498 h 4364939"/>
                <a:gd name="connsiteX54" fmla="*/ 216486 w 4314657"/>
                <a:gd name="connsiteY54" fmla="*/ 1860628 h 4364939"/>
                <a:gd name="connsiteX55" fmla="*/ 363527 w 4314657"/>
                <a:gd name="connsiteY55" fmla="*/ 1625058 h 4364939"/>
                <a:gd name="connsiteX56" fmla="*/ 514155 w 4314657"/>
                <a:gd name="connsiteY56" fmla="*/ 1402231 h 4364939"/>
                <a:gd name="connsiteX57" fmla="*/ 586861 w 4314657"/>
                <a:gd name="connsiteY57" fmla="*/ 1293160 h 4364939"/>
                <a:gd name="connsiteX58" fmla="*/ 623702 w 4314657"/>
                <a:gd name="connsiteY58" fmla="*/ 1236892 h 4364939"/>
                <a:gd name="connsiteX59" fmla="*/ 662283 w 4314657"/>
                <a:gd name="connsiteY59" fmla="*/ 1178892 h 4364939"/>
                <a:gd name="connsiteX60" fmla="*/ 827364 w 4314657"/>
                <a:gd name="connsiteY60" fmla="*/ 951170 h 4364939"/>
                <a:gd name="connsiteX61" fmla="*/ 1016355 w 4314657"/>
                <a:gd name="connsiteY61" fmla="*/ 736089 h 4364939"/>
                <a:gd name="connsiteX62" fmla="*/ 1482474 w 4314657"/>
                <a:gd name="connsiteY62" fmla="*/ 378707 h 4364939"/>
                <a:gd name="connsiteX63" fmla="*/ 2035644 w 4314657"/>
                <a:gd name="connsiteY63" fmla="*/ 149151 h 4364939"/>
                <a:gd name="connsiteX64" fmla="*/ 2324619 w 4314657"/>
                <a:gd name="connsiteY64" fmla="*/ 72802 h 4364939"/>
                <a:gd name="connsiteX65" fmla="*/ 2618809 w 4314657"/>
                <a:gd name="connsiteY65" fmla="*/ 24078 h 4364939"/>
                <a:gd name="connsiteX66" fmla="*/ 2914849 w 4314657"/>
                <a:gd name="connsiteY66" fmla="*/ 1957 h 4364939"/>
                <a:gd name="connsiteX67" fmla="*/ 2951907 w 4314657"/>
                <a:gd name="connsiteY67" fmla="*/ 633 h 4364939"/>
                <a:gd name="connsiteX68" fmla="*/ 2990052 w 4314657"/>
                <a:gd name="connsiteY68" fmla="*/ 224 h 4364939"/>
                <a:gd name="connsiteX69" fmla="*/ 3028307 w 4314657"/>
                <a:gd name="connsiteY69" fmla="*/ 21 h 4364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314657" h="4364939">
                  <a:moveTo>
                    <a:pt x="3028307" y="21"/>
                  </a:moveTo>
                  <a:lnTo>
                    <a:pt x="3066670" y="836"/>
                  </a:lnTo>
                  <a:cubicBezTo>
                    <a:pt x="3117749" y="1856"/>
                    <a:pt x="3168937" y="5320"/>
                    <a:pt x="3220125" y="9909"/>
                  </a:cubicBezTo>
                  <a:cubicBezTo>
                    <a:pt x="3424763" y="29073"/>
                    <a:pt x="3627448" y="77898"/>
                    <a:pt x="3816113" y="150272"/>
                  </a:cubicBezTo>
                  <a:cubicBezTo>
                    <a:pt x="3910880" y="185950"/>
                    <a:pt x="4001951" y="227538"/>
                    <a:pt x="4089981" y="272287"/>
                  </a:cubicBezTo>
                  <a:lnTo>
                    <a:pt x="4314657" y="398926"/>
                  </a:lnTo>
                  <a:lnTo>
                    <a:pt x="4314657" y="911199"/>
                  </a:lnTo>
                  <a:lnTo>
                    <a:pt x="4310597" y="908154"/>
                  </a:lnTo>
                  <a:cubicBezTo>
                    <a:pt x="4274842" y="881549"/>
                    <a:pt x="4239087" y="855352"/>
                    <a:pt x="4203223" y="829562"/>
                  </a:cubicBezTo>
                  <a:cubicBezTo>
                    <a:pt x="4167576" y="803773"/>
                    <a:pt x="4131821" y="778086"/>
                    <a:pt x="4095850" y="753520"/>
                  </a:cubicBezTo>
                  <a:cubicBezTo>
                    <a:pt x="3951852" y="654949"/>
                    <a:pt x="3806115" y="565043"/>
                    <a:pt x="3652987" y="494811"/>
                  </a:cubicBezTo>
                  <a:cubicBezTo>
                    <a:pt x="3500404" y="423761"/>
                    <a:pt x="3340213" y="373101"/>
                    <a:pt x="3173610" y="347209"/>
                  </a:cubicBezTo>
                  <a:cubicBezTo>
                    <a:pt x="3131987" y="341093"/>
                    <a:pt x="3090036" y="335792"/>
                    <a:pt x="3047760" y="332632"/>
                  </a:cubicBezTo>
                  <a:lnTo>
                    <a:pt x="3016027" y="330186"/>
                  </a:lnTo>
                  <a:cubicBezTo>
                    <a:pt x="3005485" y="329472"/>
                    <a:pt x="2994834" y="329168"/>
                    <a:pt x="2984184" y="328658"/>
                  </a:cubicBezTo>
                  <a:cubicBezTo>
                    <a:pt x="2973533" y="328249"/>
                    <a:pt x="2962992" y="327638"/>
                    <a:pt x="2952233" y="327332"/>
                  </a:cubicBezTo>
                  <a:lnTo>
                    <a:pt x="2919085" y="327026"/>
                  </a:lnTo>
                  <a:cubicBezTo>
                    <a:pt x="2897025" y="326925"/>
                    <a:pt x="2874854" y="326212"/>
                    <a:pt x="2852901" y="326720"/>
                  </a:cubicBezTo>
                  <a:lnTo>
                    <a:pt x="2786826" y="328148"/>
                  </a:lnTo>
                  <a:cubicBezTo>
                    <a:pt x="2764763" y="328759"/>
                    <a:pt x="2742919" y="330391"/>
                    <a:pt x="2720965" y="331409"/>
                  </a:cubicBezTo>
                  <a:cubicBezTo>
                    <a:pt x="2699013" y="332326"/>
                    <a:pt x="2677170" y="334162"/>
                    <a:pt x="2655325" y="336098"/>
                  </a:cubicBezTo>
                  <a:cubicBezTo>
                    <a:pt x="2611528" y="339463"/>
                    <a:pt x="2568165" y="345170"/>
                    <a:pt x="2524803" y="350573"/>
                  </a:cubicBezTo>
                  <a:lnTo>
                    <a:pt x="2460139" y="360664"/>
                  </a:lnTo>
                  <a:cubicBezTo>
                    <a:pt x="2438622" y="364130"/>
                    <a:pt x="2417430" y="368717"/>
                    <a:pt x="2396019" y="372693"/>
                  </a:cubicBezTo>
                  <a:cubicBezTo>
                    <a:pt x="2310709" y="389513"/>
                    <a:pt x="2226809" y="411836"/>
                    <a:pt x="2145843" y="440989"/>
                  </a:cubicBezTo>
                  <a:cubicBezTo>
                    <a:pt x="1983479" y="499295"/>
                    <a:pt x="1835678" y="585838"/>
                    <a:pt x="1698635" y="682676"/>
                  </a:cubicBezTo>
                  <a:cubicBezTo>
                    <a:pt x="1629841" y="730992"/>
                    <a:pt x="1563549" y="782367"/>
                    <a:pt x="1498450" y="835474"/>
                  </a:cubicBezTo>
                  <a:cubicBezTo>
                    <a:pt x="1433352" y="888583"/>
                    <a:pt x="1369775" y="943932"/>
                    <a:pt x="1307285" y="1001220"/>
                  </a:cubicBezTo>
                  <a:cubicBezTo>
                    <a:pt x="1182958" y="1116304"/>
                    <a:pt x="1060588" y="1237708"/>
                    <a:pt x="947780" y="1369612"/>
                  </a:cubicBezTo>
                  <a:cubicBezTo>
                    <a:pt x="933325" y="1385818"/>
                    <a:pt x="919958" y="1402841"/>
                    <a:pt x="905939" y="1419458"/>
                  </a:cubicBezTo>
                  <a:lnTo>
                    <a:pt x="863228" y="1471545"/>
                  </a:lnTo>
                  <a:cubicBezTo>
                    <a:pt x="833776" y="1507529"/>
                    <a:pt x="804215" y="1543001"/>
                    <a:pt x="774330" y="1577659"/>
                  </a:cubicBezTo>
                  <a:cubicBezTo>
                    <a:pt x="714665" y="1647178"/>
                    <a:pt x="653806" y="1714046"/>
                    <a:pt x="595554" y="1780916"/>
                  </a:cubicBezTo>
                  <a:cubicBezTo>
                    <a:pt x="537303" y="1847683"/>
                    <a:pt x="481009" y="1914144"/>
                    <a:pt x="430365" y="1982644"/>
                  </a:cubicBezTo>
                  <a:cubicBezTo>
                    <a:pt x="405369" y="2016995"/>
                    <a:pt x="381351" y="2051756"/>
                    <a:pt x="358855" y="2087025"/>
                  </a:cubicBezTo>
                  <a:cubicBezTo>
                    <a:pt x="336685" y="2122396"/>
                    <a:pt x="315601" y="2158277"/>
                    <a:pt x="296583" y="2194872"/>
                  </a:cubicBezTo>
                  <a:cubicBezTo>
                    <a:pt x="258980" y="2268161"/>
                    <a:pt x="227572" y="2344307"/>
                    <a:pt x="207358" y="2423918"/>
                  </a:cubicBezTo>
                  <a:cubicBezTo>
                    <a:pt x="186817" y="2503426"/>
                    <a:pt x="178124" y="2585790"/>
                    <a:pt x="177146" y="2668765"/>
                  </a:cubicBezTo>
                  <a:cubicBezTo>
                    <a:pt x="177037" y="2837670"/>
                    <a:pt x="201490" y="3006472"/>
                    <a:pt x="248763" y="3168854"/>
                  </a:cubicBezTo>
                  <a:cubicBezTo>
                    <a:pt x="295931" y="3331644"/>
                    <a:pt x="363962" y="3488316"/>
                    <a:pt x="445688" y="3637956"/>
                  </a:cubicBezTo>
                  <a:cubicBezTo>
                    <a:pt x="527413" y="3787697"/>
                    <a:pt x="625115" y="3929794"/>
                    <a:pt x="735859" y="4062310"/>
                  </a:cubicBezTo>
                  <a:cubicBezTo>
                    <a:pt x="791121" y="4128668"/>
                    <a:pt x="849589" y="4192733"/>
                    <a:pt x="910884" y="4254366"/>
                  </a:cubicBezTo>
                  <a:lnTo>
                    <a:pt x="1030507" y="4364939"/>
                  </a:lnTo>
                  <a:lnTo>
                    <a:pt x="676755" y="4364939"/>
                  </a:lnTo>
                  <a:lnTo>
                    <a:pt x="538105" y="4202315"/>
                  </a:lnTo>
                  <a:cubicBezTo>
                    <a:pt x="423518" y="4054791"/>
                    <a:pt x="323372" y="3897379"/>
                    <a:pt x="241592" y="3731226"/>
                  </a:cubicBezTo>
                  <a:cubicBezTo>
                    <a:pt x="160193" y="3565073"/>
                    <a:pt x="99768" y="3389950"/>
                    <a:pt x="60317" y="3211362"/>
                  </a:cubicBezTo>
                  <a:cubicBezTo>
                    <a:pt x="20759" y="3032669"/>
                    <a:pt x="435" y="2850716"/>
                    <a:pt x="0" y="2668765"/>
                  </a:cubicBezTo>
                  <a:cubicBezTo>
                    <a:pt x="0" y="2576309"/>
                    <a:pt x="6413" y="2483039"/>
                    <a:pt x="21736" y="2390280"/>
                  </a:cubicBezTo>
                  <a:lnTo>
                    <a:pt x="27605" y="2355521"/>
                  </a:lnTo>
                  <a:lnTo>
                    <a:pt x="34669" y="2320862"/>
                  </a:lnTo>
                  <a:cubicBezTo>
                    <a:pt x="39343" y="2297723"/>
                    <a:pt x="45102" y="2274686"/>
                    <a:pt x="50753" y="2251750"/>
                  </a:cubicBezTo>
                  <a:cubicBezTo>
                    <a:pt x="62708" y="2205881"/>
                    <a:pt x="77379" y="2160723"/>
                    <a:pt x="93899" y="2116179"/>
                  </a:cubicBezTo>
                  <a:cubicBezTo>
                    <a:pt x="110744" y="2071734"/>
                    <a:pt x="129762" y="2028209"/>
                    <a:pt x="150194" y="1985498"/>
                  </a:cubicBezTo>
                  <a:cubicBezTo>
                    <a:pt x="170734" y="1942890"/>
                    <a:pt x="193229" y="1901402"/>
                    <a:pt x="216486" y="1860628"/>
                  </a:cubicBezTo>
                  <a:cubicBezTo>
                    <a:pt x="263109" y="1779183"/>
                    <a:pt x="312993" y="1701000"/>
                    <a:pt x="363527" y="1625058"/>
                  </a:cubicBezTo>
                  <a:lnTo>
                    <a:pt x="514155" y="1402231"/>
                  </a:lnTo>
                  <a:cubicBezTo>
                    <a:pt x="538825" y="1365636"/>
                    <a:pt x="563277" y="1329551"/>
                    <a:pt x="586861" y="1293160"/>
                  </a:cubicBezTo>
                  <a:lnTo>
                    <a:pt x="623702" y="1236892"/>
                  </a:lnTo>
                  <a:cubicBezTo>
                    <a:pt x="636526" y="1217525"/>
                    <a:pt x="649025" y="1198055"/>
                    <a:pt x="662283" y="1178892"/>
                  </a:cubicBezTo>
                  <a:cubicBezTo>
                    <a:pt x="713905" y="1101523"/>
                    <a:pt x="769222" y="1025786"/>
                    <a:pt x="827364" y="951170"/>
                  </a:cubicBezTo>
                  <a:cubicBezTo>
                    <a:pt x="885834" y="876861"/>
                    <a:pt x="947997" y="804283"/>
                    <a:pt x="1016355" y="736089"/>
                  </a:cubicBezTo>
                  <a:cubicBezTo>
                    <a:pt x="1152311" y="599497"/>
                    <a:pt x="1308047" y="476054"/>
                    <a:pt x="1482474" y="378707"/>
                  </a:cubicBezTo>
                  <a:cubicBezTo>
                    <a:pt x="1656793" y="281156"/>
                    <a:pt x="1845132" y="207966"/>
                    <a:pt x="2035644" y="149151"/>
                  </a:cubicBezTo>
                  <a:cubicBezTo>
                    <a:pt x="2131063" y="119997"/>
                    <a:pt x="2227460" y="94412"/>
                    <a:pt x="2324619" y="72802"/>
                  </a:cubicBezTo>
                  <a:cubicBezTo>
                    <a:pt x="2421885" y="51396"/>
                    <a:pt x="2520239" y="35291"/>
                    <a:pt x="2618809" y="24078"/>
                  </a:cubicBezTo>
                  <a:cubicBezTo>
                    <a:pt x="2717272" y="12252"/>
                    <a:pt x="2816168" y="4914"/>
                    <a:pt x="2914849" y="1957"/>
                  </a:cubicBezTo>
                  <a:lnTo>
                    <a:pt x="2951907" y="633"/>
                  </a:lnTo>
                  <a:lnTo>
                    <a:pt x="2990052" y="224"/>
                  </a:lnTo>
                  <a:cubicBezTo>
                    <a:pt x="3002768" y="224"/>
                    <a:pt x="3015592" y="-81"/>
                    <a:pt x="3028307" y="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 useBgFill="1">
          <p:nvSpPr>
            <p:cNvPr id="42" name="Freeform: Shape 41">
              <a:extLst>
                <a:ext uri="{FF2B5EF4-FFF2-40B4-BE49-F238E27FC236}">
                  <a16:creationId xmlns:a16="http://schemas.microsoft.com/office/drawing/2014/main" id="{C69CBDAA-DA33-B73F-0491-08A999C326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55526" y="2145638"/>
              <a:ext cx="4336168" cy="4630833"/>
            </a:xfrm>
            <a:custGeom>
              <a:avLst/>
              <a:gdLst>
                <a:gd name="connsiteX0" fmla="*/ 3053738 w 4336168"/>
                <a:gd name="connsiteY0" fmla="*/ 111 h 4630833"/>
                <a:gd name="connsiteX1" fmla="*/ 3093948 w 4336168"/>
                <a:gd name="connsiteY1" fmla="*/ 316 h 4630833"/>
                <a:gd name="connsiteX2" fmla="*/ 3134268 w 4336168"/>
                <a:gd name="connsiteY2" fmla="*/ 1743 h 4630833"/>
                <a:gd name="connsiteX3" fmla="*/ 3295438 w 4336168"/>
                <a:gd name="connsiteY3" fmla="*/ 13058 h 4630833"/>
                <a:gd name="connsiteX4" fmla="*/ 3918813 w 4336168"/>
                <a:gd name="connsiteY4" fmla="*/ 169935 h 4630833"/>
                <a:gd name="connsiteX5" fmla="*/ 4203331 w 4336168"/>
                <a:gd name="connsiteY5" fmla="*/ 305405 h 4630833"/>
                <a:gd name="connsiteX6" fmla="*/ 4336168 w 4336168"/>
                <a:gd name="connsiteY6" fmla="*/ 386579 h 4630833"/>
                <a:gd name="connsiteX7" fmla="*/ 4336168 w 4336168"/>
                <a:gd name="connsiteY7" fmla="*/ 772673 h 4630833"/>
                <a:gd name="connsiteX8" fmla="*/ 4270820 w 4336168"/>
                <a:gd name="connsiteY8" fmla="*/ 728127 h 4630833"/>
                <a:gd name="connsiteX9" fmla="*/ 4030208 w 4336168"/>
                <a:gd name="connsiteY9" fmla="*/ 587253 h 4630833"/>
                <a:gd name="connsiteX10" fmla="*/ 3781010 w 4336168"/>
                <a:gd name="connsiteY10" fmla="*/ 471455 h 4630833"/>
                <a:gd name="connsiteX11" fmla="*/ 3254466 w 4336168"/>
                <a:gd name="connsiteY11" fmla="*/ 338024 h 4630833"/>
                <a:gd name="connsiteX12" fmla="*/ 3117966 w 4336168"/>
                <a:gd name="connsiteY12" fmla="*/ 326812 h 4630833"/>
                <a:gd name="connsiteX13" fmla="*/ 3083625 w 4336168"/>
                <a:gd name="connsiteY13" fmla="*/ 325179 h 4630833"/>
                <a:gd name="connsiteX14" fmla="*/ 3049173 w 4336168"/>
                <a:gd name="connsiteY14" fmla="*/ 324366 h 4630833"/>
                <a:gd name="connsiteX15" fmla="*/ 2978858 w 4336168"/>
                <a:gd name="connsiteY15" fmla="*/ 323855 h 4630833"/>
                <a:gd name="connsiteX16" fmla="*/ 2695862 w 4336168"/>
                <a:gd name="connsiteY16" fmla="*/ 335373 h 4630833"/>
                <a:gd name="connsiteX17" fmla="*/ 2417972 w 4336168"/>
                <a:gd name="connsiteY17" fmla="*/ 372070 h 4630833"/>
                <a:gd name="connsiteX18" fmla="*/ 2148451 w 4336168"/>
                <a:gd name="connsiteY18" fmla="*/ 437613 h 4630833"/>
                <a:gd name="connsiteX19" fmla="*/ 1889690 w 4336168"/>
                <a:gd name="connsiteY19" fmla="*/ 532515 h 4630833"/>
                <a:gd name="connsiteX20" fmla="*/ 1644512 w 4336168"/>
                <a:gd name="connsiteY20" fmla="*/ 658098 h 4630833"/>
                <a:gd name="connsiteX21" fmla="*/ 1200999 w 4336168"/>
                <a:gd name="connsiteY21" fmla="*/ 992137 h 4630833"/>
                <a:gd name="connsiteX22" fmla="*/ 1003531 w 4336168"/>
                <a:gd name="connsiteY22" fmla="*/ 1192234 h 4630833"/>
                <a:gd name="connsiteX23" fmla="*/ 910394 w 4336168"/>
                <a:gd name="connsiteY23" fmla="*/ 1298347 h 4630833"/>
                <a:gd name="connsiteX24" fmla="*/ 821278 w 4336168"/>
                <a:gd name="connsiteY24" fmla="*/ 1408233 h 4630833"/>
                <a:gd name="connsiteX25" fmla="*/ 732162 w 4336168"/>
                <a:gd name="connsiteY25" fmla="*/ 1521993 h 4630833"/>
                <a:gd name="connsiteX26" fmla="*/ 640548 w 4336168"/>
                <a:gd name="connsiteY26" fmla="*/ 1634323 h 4630833"/>
                <a:gd name="connsiteX27" fmla="*/ 457317 w 4336168"/>
                <a:gd name="connsiteY27" fmla="*/ 1855930 h 4630833"/>
                <a:gd name="connsiteX28" fmla="*/ 369288 w 4336168"/>
                <a:gd name="connsiteY28" fmla="*/ 1967955 h 4630833"/>
                <a:gd name="connsiteX29" fmla="*/ 287128 w 4336168"/>
                <a:gd name="connsiteY29" fmla="*/ 2083243 h 4630833"/>
                <a:gd name="connsiteX30" fmla="*/ 212683 w 4336168"/>
                <a:gd name="connsiteY30" fmla="*/ 2202607 h 4630833"/>
                <a:gd name="connsiteX31" fmla="*/ 179101 w 4336168"/>
                <a:gd name="connsiteY31" fmla="*/ 2264177 h 4630833"/>
                <a:gd name="connsiteX32" fmla="*/ 148890 w 4336168"/>
                <a:gd name="connsiteY32" fmla="*/ 2327172 h 4630833"/>
                <a:gd name="connsiteX33" fmla="*/ 61295 w 4336168"/>
                <a:gd name="connsiteY33" fmla="*/ 2590672 h 4630833"/>
                <a:gd name="connsiteX34" fmla="*/ 32604 w 4336168"/>
                <a:gd name="connsiteY34" fmla="*/ 2866202 h 4630833"/>
                <a:gd name="connsiteX35" fmla="*/ 100853 w 4336168"/>
                <a:gd name="connsiteY35" fmla="*/ 3418074 h 4630833"/>
                <a:gd name="connsiteX36" fmla="*/ 184971 w 4336168"/>
                <a:gd name="connsiteY36" fmla="*/ 3684428 h 4630833"/>
                <a:gd name="connsiteX37" fmla="*/ 210836 w 4336168"/>
                <a:gd name="connsiteY37" fmla="*/ 3749462 h 4630833"/>
                <a:gd name="connsiteX38" fmla="*/ 238440 w 4336168"/>
                <a:gd name="connsiteY38" fmla="*/ 3813783 h 4630833"/>
                <a:gd name="connsiteX39" fmla="*/ 252894 w 4336168"/>
                <a:gd name="connsiteY39" fmla="*/ 3845688 h 4630833"/>
                <a:gd name="connsiteX40" fmla="*/ 268109 w 4336168"/>
                <a:gd name="connsiteY40" fmla="*/ 3877287 h 4630833"/>
                <a:gd name="connsiteX41" fmla="*/ 299409 w 4336168"/>
                <a:gd name="connsiteY41" fmla="*/ 3939978 h 4630833"/>
                <a:gd name="connsiteX42" fmla="*/ 440689 w 4336168"/>
                <a:gd name="connsiteY42" fmla="*/ 4182378 h 4630833"/>
                <a:gd name="connsiteX43" fmla="*/ 606640 w 4336168"/>
                <a:gd name="connsiteY43" fmla="*/ 4409488 h 4630833"/>
                <a:gd name="connsiteX44" fmla="*/ 792425 w 4336168"/>
                <a:gd name="connsiteY44" fmla="*/ 4621205 h 4630833"/>
                <a:gd name="connsiteX45" fmla="*/ 802442 w 4336168"/>
                <a:gd name="connsiteY45" fmla="*/ 4630833 h 4630833"/>
                <a:gd name="connsiteX46" fmla="*/ 592561 w 4336168"/>
                <a:gd name="connsiteY46" fmla="*/ 4630833 h 4630833"/>
                <a:gd name="connsiteX47" fmla="*/ 489377 w 4336168"/>
                <a:gd name="connsiteY47" fmla="*/ 4483185 h 4630833"/>
                <a:gd name="connsiteX48" fmla="*/ 344944 w 4336168"/>
                <a:gd name="connsiteY48" fmla="*/ 4231611 h 4630833"/>
                <a:gd name="connsiteX49" fmla="*/ 224311 w 4336168"/>
                <a:gd name="connsiteY49" fmla="*/ 3970456 h 4630833"/>
                <a:gd name="connsiteX50" fmla="*/ 0 w 4336168"/>
                <a:gd name="connsiteY50" fmla="*/ 2866202 h 4630833"/>
                <a:gd name="connsiteX51" fmla="*/ 25105 w 4336168"/>
                <a:gd name="connsiteY51" fmla="*/ 2584351 h 4630833"/>
                <a:gd name="connsiteX52" fmla="*/ 105200 w 4336168"/>
                <a:gd name="connsiteY52" fmla="*/ 2310863 h 4630833"/>
                <a:gd name="connsiteX53" fmla="*/ 232245 w 4336168"/>
                <a:gd name="connsiteY53" fmla="*/ 2053172 h 4630833"/>
                <a:gd name="connsiteX54" fmla="*/ 307667 w 4336168"/>
                <a:gd name="connsiteY54" fmla="*/ 1930341 h 4630833"/>
                <a:gd name="connsiteX55" fmla="*/ 386893 w 4336168"/>
                <a:gd name="connsiteY55" fmla="*/ 1810161 h 4630833"/>
                <a:gd name="connsiteX56" fmla="*/ 548823 w 4336168"/>
                <a:gd name="connsiteY56" fmla="*/ 1573876 h 4630833"/>
                <a:gd name="connsiteX57" fmla="*/ 626419 w 4336168"/>
                <a:gd name="connsiteY57" fmla="*/ 1455224 h 4630833"/>
                <a:gd name="connsiteX58" fmla="*/ 701081 w 4336168"/>
                <a:gd name="connsiteY58" fmla="*/ 1334534 h 4630833"/>
                <a:gd name="connsiteX59" fmla="*/ 861162 w 4336168"/>
                <a:gd name="connsiteY59" fmla="*/ 1091320 h 4630833"/>
                <a:gd name="connsiteX60" fmla="*/ 1042329 w 4336168"/>
                <a:gd name="connsiteY60" fmla="*/ 858093 h 4630833"/>
                <a:gd name="connsiteX61" fmla="*/ 1487799 w 4336168"/>
                <a:gd name="connsiteY61" fmla="*/ 446686 h 4630833"/>
                <a:gd name="connsiteX62" fmla="*/ 1754060 w 4336168"/>
                <a:gd name="connsiteY62" fmla="*/ 283388 h 4630833"/>
                <a:gd name="connsiteX63" fmla="*/ 2044121 w 4336168"/>
                <a:gd name="connsiteY63" fmla="*/ 157906 h 4630833"/>
                <a:gd name="connsiteX64" fmla="*/ 2349287 w 4336168"/>
                <a:gd name="connsiteY64" fmla="*/ 71364 h 4630833"/>
                <a:gd name="connsiteX65" fmla="*/ 2661411 w 4336168"/>
                <a:gd name="connsiteY65" fmla="*/ 21213 h 4630833"/>
                <a:gd name="connsiteX66" fmla="*/ 2818124 w 4336168"/>
                <a:gd name="connsiteY66" fmla="*/ 7146 h 4630833"/>
                <a:gd name="connsiteX67" fmla="*/ 2974728 w 4336168"/>
                <a:gd name="connsiteY67" fmla="*/ 1029 h 4630833"/>
                <a:gd name="connsiteX68" fmla="*/ 3053738 w 4336168"/>
                <a:gd name="connsiteY68" fmla="*/ 111 h 463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</a:cxnLst>
              <a:rect l="l" t="t" r="r" b="b"/>
              <a:pathLst>
                <a:path w="4336168" h="4630833">
                  <a:moveTo>
                    <a:pt x="3053738" y="111"/>
                  </a:moveTo>
                  <a:lnTo>
                    <a:pt x="3093948" y="316"/>
                  </a:lnTo>
                  <a:lnTo>
                    <a:pt x="3134268" y="1743"/>
                  </a:lnTo>
                  <a:cubicBezTo>
                    <a:pt x="3187955" y="3475"/>
                    <a:pt x="3241749" y="7756"/>
                    <a:pt x="3295438" y="13058"/>
                  </a:cubicBezTo>
                  <a:cubicBezTo>
                    <a:pt x="3510076" y="35585"/>
                    <a:pt x="3722324" y="89406"/>
                    <a:pt x="3918813" y="169935"/>
                  </a:cubicBezTo>
                  <a:cubicBezTo>
                    <a:pt x="4017384" y="209689"/>
                    <a:pt x="4111933" y="255763"/>
                    <a:pt x="4203331" y="305405"/>
                  </a:cubicBezTo>
                  <a:lnTo>
                    <a:pt x="4336168" y="386579"/>
                  </a:lnTo>
                  <a:lnTo>
                    <a:pt x="4336168" y="772673"/>
                  </a:lnTo>
                  <a:lnTo>
                    <a:pt x="4270820" y="728127"/>
                  </a:lnTo>
                  <a:cubicBezTo>
                    <a:pt x="4191920" y="677771"/>
                    <a:pt x="4111825" y="630168"/>
                    <a:pt x="4030208" y="587253"/>
                  </a:cubicBezTo>
                  <a:cubicBezTo>
                    <a:pt x="3948699" y="544136"/>
                    <a:pt x="3865886" y="504687"/>
                    <a:pt x="3781010" y="471455"/>
                  </a:cubicBezTo>
                  <a:cubicBezTo>
                    <a:pt x="3611688" y="404384"/>
                    <a:pt x="3435522" y="358818"/>
                    <a:pt x="3254466" y="338024"/>
                  </a:cubicBezTo>
                  <a:cubicBezTo>
                    <a:pt x="3209255" y="333029"/>
                    <a:pt x="3163720" y="328748"/>
                    <a:pt x="3117966" y="326812"/>
                  </a:cubicBezTo>
                  <a:lnTo>
                    <a:pt x="3083625" y="325179"/>
                  </a:lnTo>
                  <a:lnTo>
                    <a:pt x="3049173" y="324366"/>
                  </a:lnTo>
                  <a:cubicBezTo>
                    <a:pt x="3026568" y="323447"/>
                    <a:pt x="3002550" y="323855"/>
                    <a:pt x="2978858" y="323855"/>
                  </a:cubicBezTo>
                  <a:cubicBezTo>
                    <a:pt x="2883983" y="323956"/>
                    <a:pt x="2789434" y="327423"/>
                    <a:pt x="2695862" y="335373"/>
                  </a:cubicBezTo>
                  <a:cubicBezTo>
                    <a:pt x="2602290" y="343223"/>
                    <a:pt x="2509371" y="354945"/>
                    <a:pt x="2417972" y="372070"/>
                  </a:cubicBezTo>
                  <a:cubicBezTo>
                    <a:pt x="2326683" y="389500"/>
                    <a:pt x="2236697" y="411009"/>
                    <a:pt x="2148451" y="437613"/>
                  </a:cubicBezTo>
                  <a:cubicBezTo>
                    <a:pt x="2060204" y="464116"/>
                    <a:pt x="1973588" y="495411"/>
                    <a:pt x="1889690" y="532515"/>
                  </a:cubicBezTo>
                  <a:cubicBezTo>
                    <a:pt x="1805247" y="568599"/>
                    <a:pt x="1723848" y="611411"/>
                    <a:pt x="1644512" y="658098"/>
                  </a:cubicBezTo>
                  <a:cubicBezTo>
                    <a:pt x="1486169" y="751979"/>
                    <a:pt x="1338149" y="865229"/>
                    <a:pt x="1200999" y="992137"/>
                  </a:cubicBezTo>
                  <a:cubicBezTo>
                    <a:pt x="1132531" y="1055744"/>
                    <a:pt x="1066782" y="1122715"/>
                    <a:pt x="1003531" y="1192234"/>
                  </a:cubicBezTo>
                  <a:cubicBezTo>
                    <a:pt x="971688" y="1226790"/>
                    <a:pt x="941150" y="1262568"/>
                    <a:pt x="910394" y="1298347"/>
                  </a:cubicBezTo>
                  <a:cubicBezTo>
                    <a:pt x="880507" y="1334738"/>
                    <a:pt x="850187" y="1370925"/>
                    <a:pt x="821278" y="1408233"/>
                  </a:cubicBezTo>
                  <a:cubicBezTo>
                    <a:pt x="792152" y="1444624"/>
                    <a:pt x="762266" y="1484480"/>
                    <a:pt x="732162" y="1521993"/>
                  </a:cubicBezTo>
                  <a:cubicBezTo>
                    <a:pt x="701950" y="1559810"/>
                    <a:pt x="671302" y="1597219"/>
                    <a:pt x="640548" y="1634323"/>
                  </a:cubicBezTo>
                  <a:cubicBezTo>
                    <a:pt x="579362" y="1708838"/>
                    <a:pt x="516980" y="1781618"/>
                    <a:pt x="457317" y="1855930"/>
                  </a:cubicBezTo>
                  <a:cubicBezTo>
                    <a:pt x="427540" y="1893033"/>
                    <a:pt x="397870" y="1930239"/>
                    <a:pt x="369288" y="1967955"/>
                  </a:cubicBezTo>
                  <a:cubicBezTo>
                    <a:pt x="341141" y="2005976"/>
                    <a:pt x="313211" y="2044100"/>
                    <a:pt x="287128" y="2083243"/>
                  </a:cubicBezTo>
                  <a:cubicBezTo>
                    <a:pt x="260936" y="2122284"/>
                    <a:pt x="235506" y="2161835"/>
                    <a:pt x="212683" y="2202607"/>
                  </a:cubicBezTo>
                  <a:cubicBezTo>
                    <a:pt x="200728" y="2222791"/>
                    <a:pt x="190187" y="2243586"/>
                    <a:pt x="179101" y="2264177"/>
                  </a:cubicBezTo>
                  <a:cubicBezTo>
                    <a:pt x="168886" y="2285072"/>
                    <a:pt x="158127" y="2305867"/>
                    <a:pt x="148890" y="2327172"/>
                  </a:cubicBezTo>
                  <a:cubicBezTo>
                    <a:pt x="109982" y="2411777"/>
                    <a:pt x="81183" y="2500256"/>
                    <a:pt x="61295" y="2590672"/>
                  </a:cubicBezTo>
                  <a:cubicBezTo>
                    <a:pt x="42386" y="2681292"/>
                    <a:pt x="33147" y="2773643"/>
                    <a:pt x="32604" y="2866202"/>
                  </a:cubicBezTo>
                  <a:cubicBezTo>
                    <a:pt x="32495" y="3051925"/>
                    <a:pt x="55643" y="3237650"/>
                    <a:pt x="100853" y="3418074"/>
                  </a:cubicBezTo>
                  <a:cubicBezTo>
                    <a:pt x="123133" y="3508490"/>
                    <a:pt x="151498" y="3597377"/>
                    <a:pt x="184971" y="3684428"/>
                  </a:cubicBezTo>
                  <a:cubicBezTo>
                    <a:pt x="192796" y="3706344"/>
                    <a:pt x="202250" y="3727751"/>
                    <a:pt x="210836" y="3749462"/>
                  </a:cubicBezTo>
                  <a:cubicBezTo>
                    <a:pt x="219421" y="3771175"/>
                    <a:pt x="228985" y="3792479"/>
                    <a:pt x="238440" y="3813783"/>
                  </a:cubicBezTo>
                  <a:lnTo>
                    <a:pt x="252894" y="3845688"/>
                  </a:lnTo>
                  <a:lnTo>
                    <a:pt x="268109" y="3877287"/>
                  </a:lnTo>
                  <a:cubicBezTo>
                    <a:pt x="278215" y="3898287"/>
                    <a:pt x="288432" y="3919284"/>
                    <a:pt x="299409" y="3939978"/>
                  </a:cubicBezTo>
                  <a:cubicBezTo>
                    <a:pt x="341792" y="4023258"/>
                    <a:pt x="389828" y="4103787"/>
                    <a:pt x="440689" y="4182378"/>
                  </a:cubicBezTo>
                  <a:cubicBezTo>
                    <a:pt x="492420" y="4260561"/>
                    <a:pt x="547953" y="4336299"/>
                    <a:pt x="606640" y="4409488"/>
                  </a:cubicBezTo>
                  <a:cubicBezTo>
                    <a:pt x="665381" y="4482677"/>
                    <a:pt x="727435" y="4553292"/>
                    <a:pt x="792425" y="4621205"/>
                  </a:cubicBezTo>
                  <a:lnTo>
                    <a:pt x="802442" y="4630833"/>
                  </a:lnTo>
                  <a:lnTo>
                    <a:pt x="592561" y="4630833"/>
                  </a:lnTo>
                  <a:lnTo>
                    <a:pt x="489377" y="4483185"/>
                  </a:lnTo>
                  <a:cubicBezTo>
                    <a:pt x="437212" y="4401230"/>
                    <a:pt x="388850" y="4317339"/>
                    <a:pt x="344944" y="4231611"/>
                  </a:cubicBezTo>
                  <a:cubicBezTo>
                    <a:pt x="300386" y="4146191"/>
                    <a:pt x="260828" y="4058731"/>
                    <a:pt x="224311" y="3970456"/>
                  </a:cubicBezTo>
                  <a:cubicBezTo>
                    <a:pt x="78901" y="3617049"/>
                    <a:pt x="1413" y="3242136"/>
                    <a:pt x="0" y="2866202"/>
                  </a:cubicBezTo>
                  <a:cubicBezTo>
                    <a:pt x="0" y="2771912"/>
                    <a:pt x="8043" y="2677417"/>
                    <a:pt x="25105" y="2584351"/>
                  </a:cubicBezTo>
                  <a:cubicBezTo>
                    <a:pt x="42928" y="2491285"/>
                    <a:pt x="69446" y="2399444"/>
                    <a:pt x="105200" y="2310863"/>
                  </a:cubicBezTo>
                  <a:cubicBezTo>
                    <a:pt x="140304" y="2221974"/>
                    <a:pt x="184318" y="2136351"/>
                    <a:pt x="232245" y="2053172"/>
                  </a:cubicBezTo>
                  <a:cubicBezTo>
                    <a:pt x="256154" y="2011379"/>
                    <a:pt x="281802" y="1970810"/>
                    <a:pt x="307667" y="1930341"/>
                  </a:cubicBezTo>
                  <a:cubicBezTo>
                    <a:pt x="333533" y="1889873"/>
                    <a:pt x="360049" y="1849915"/>
                    <a:pt x="386893" y="1810161"/>
                  </a:cubicBezTo>
                  <a:lnTo>
                    <a:pt x="548823" y="1573876"/>
                  </a:lnTo>
                  <a:cubicBezTo>
                    <a:pt x="575341" y="1534529"/>
                    <a:pt x="601098" y="1494877"/>
                    <a:pt x="626419" y="1455224"/>
                  </a:cubicBezTo>
                  <a:cubicBezTo>
                    <a:pt x="651959" y="1415266"/>
                    <a:pt x="675434" y="1376225"/>
                    <a:pt x="701081" y="1334534"/>
                  </a:cubicBezTo>
                  <a:cubicBezTo>
                    <a:pt x="751290" y="1252070"/>
                    <a:pt x="804324" y="1170828"/>
                    <a:pt x="861162" y="1091320"/>
                  </a:cubicBezTo>
                  <a:cubicBezTo>
                    <a:pt x="917894" y="1011810"/>
                    <a:pt x="977884" y="933729"/>
                    <a:pt x="1042329" y="858093"/>
                  </a:cubicBezTo>
                  <a:cubicBezTo>
                    <a:pt x="1171765" y="707536"/>
                    <a:pt x="1319348" y="566764"/>
                    <a:pt x="1487799" y="446686"/>
                  </a:cubicBezTo>
                  <a:cubicBezTo>
                    <a:pt x="1571699" y="386340"/>
                    <a:pt x="1661031" y="332010"/>
                    <a:pt x="1754060" y="283388"/>
                  </a:cubicBezTo>
                  <a:cubicBezTo>
                    <a:pt x="1847414" y="235478"/>
                    <a:pt x="1944463" y="193278"/>
                    <a:pt x="2044121" y="157906"/>
                  </a:cubicBezTo>
                  <a:cubicBezTo>
                    <a:pt x="2143778" y="122638"/>
                    <a:pt x="2245936" y="93789"/>
                    <a:pt x="2349287" y="71364"/>
                  </a:cubicBezTo>
                  <a:cubicBezTo>
                    <a:pt x="2452641" y="48939"/>
                    <a:pt x="2556971" y="32935"/>
                    <a:pt x="2661411" y="21213"/>
                  </a:cubicBezTo>
                  <a:cubicBezTo>
                    <a:pt x="2713576" y="14994"/>
                    <a:pt x="2765850" y="11222"/>
                    <a:pt x="2818124" y="7146"/>
                  </a:cubicBezTo>
                  <a:cubicBezTo>
                    <a:pt x="2870290" y="4596"/>
                    <a:pt x="2922672" y="1640"/>
                    <a:pt x="2974728" y="1029"/>
                  </a:cubicBezTo>
                  <a:cubicBezTo>
                    <a:pt x="3000811" y="519"/>
                    <a:pt x="3026568" y="-296"/>
                    <a:pt x="3053738" y="11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78E86A81-7C6E-C4F0-FE0E-A685115BBD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5112326" y="0"/>
            <a:ext cx="4683941" cy="3456291"/>
            <a:chOff x="4345582" y="0"/>
            <a:chExt cx="5069918" cy="3741104"/>
          </a:xfrm>
          <a:solidFill>
            <a:schemeClr val="accent5">
              <a:alpha val="5000"/>
            </a:schemeClr>
          </a:solidFill>
        </p:grpSpPr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2C1F82DC-3AC0-8237-AEB6-565D0952ED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45582" y="1"/>
              <a:ext cx="5069918" cy="3741103"/>
            </a:xfrm>
            <a:custGeom>
              <a:avLst/>
              <a:gdLst>
                <a:gd name="connsiteX0" fmla="*/ 475344 w 5069918"/>
                <a:gd name="connsiteY0" fmla="*/ 0 h 3741103"/>
                <a:gd name="connsiteX1" fmla="*/ 643707 w 5069918"/>
                <a:gd name="connsiteY1" fmla="*/ 0 h 3741103"/>
                <a:gd name="connsiteX2" fmla="*/ 635672 w 5069918"/>
                <a:gd name="connsiteY2" fmla="*/ 7778 h 3741103"/>
                <a:gd name="connsiteX3" fmla="*/ 486638 w 5069918"/>
                <a:gd name="connsiteY3" fmla="*/ 178818 h 3741103"/>
                <a:gd name="connsiteX4" fmla="*/ 353514 w 5069918"/>
                <a:gd name="connsiteY4" fmla="*/ 362293 h 3741103"/>
                <a:gd name="connsiteX5" fmla="*/ 240181 w 5069918"/>
                <a:gd name="connsiteY5" fmla="*/ 558120 h 3741103"/>
                <a:gd name="connsiteX6" fmla="*/ 215073 w 5069918"/>
                <a:gd name="connsiteY6" fmla="*/ 608766 h 3741103"/>
                <a:gd name="connsiteX7" fmla="*/ 202868 w 5069918"/>
                <a:gd name="connsiteY7" fmla="*/ 634294 h 3741103"/>
                <a:gd name="connsiteX8" fmla="*/ 191273 w 5069918"/>
                <a:gd name="connsiteY8" fmla="*/ 660069 h 3741103"/>
                <a:gd name="connsiteX9" fmla="*/ 169129 w 5069918"/>
                <a:gd name="connsiteY9" fmla="*/ 712032 h 3741103"/>
                <a:gd name="connsiteX10" fmla="*/ 148381 w 5069918"/>
                <a:gd name="connsiteY10" fmla="*/ 764571 h 3741103"/>
                <a:gd name="connsiteX11" fmla="*/ 80903 w 5069918"/>
                <a:gd name="connsiteY11" fmla="*/ 979750 h 3741103"/>
                <a:gd name="connsiteX12" fmla="*/ 26154 w 5069918"/>
                <a:gd name="connsiteY12" fmla="*/ 1425590 h 3741103"/>
                <a:gd name="connsiteX13" fmla="*/ 49170 w 5069918"/>
                <a:gd name="connsiteY13" fmla="*/ 1648182 h 3741103"/>
                <a:gd name="connsiteX14" fmla="*/ 119437 w 5069918"/>
                <a:gd name="connsiteY14" fmla="*/ 1861055 h 3741103"/>
                <a:gd name="connsiteX15" fmla="*/ 143672 w 5069918"/>
                <a:gd name="connsiteY15" fmla="*/ 1911947 h 3741103"/>
                <a:gd name="connsiteX16" fmla="*/ 170611 w 5069918"/>
                <a:gd name="connsiteY16" fmla="*/ 1961687 h 3741103"/>
                <a:gd name="connsiteX17" fmla="*/ 230330 w 5069918"/>
                <a:gd name="connsiteY17" fmla="*/ 2058118 h 3741103"/>
                <a:gd name="connsiteX18" fmla="*/ 296237 w 5069918"/>
                <a:gd name="connsiteY18" fmla="*/ 2151255 h 3741103"/>
                <a:gd name="connsiteX19" fmla="*/ 366853 w 5069918"/>
                <a:gd name="connsiteY19" fmla="*/ 2241757 h 3741103"/>
                <a:gd name="connsiteX20" fmla="*/ 513838 w 5069918"/>
                <a:gd name="connsiteY20" fmla="*/ 2420786 h 3741103"/>
                <a:gd name="connsiteX21" fmla="*/ 587330 w 5069918"/>
                <a:gd name="connsiteY21" fmla="*/ 2511534 h 3741103"/>
                <a:gd name="connsiteX22" fmla="*/ 658817 w 5069918"/>
                <a:gd name="connsiteY22" fmla="*/ 2603437 h 3741103"/>
                <a:gd name="connsiteX23" fmla="*/ 730305 w 5069918"/>
                <a:gd name="connsiteY23" fmla="*/ 2692210 h 3741103"/>
                <a:gd name="connsiteX24" fmla="*/ 805018 w 5069918"/>
                <a:gd name="connsiteY24" fmla="*/ 2777936 h 3741103"/>
                <a:gd name="connsiteX25" fmla="*/ 963424 w 5069918"/>
                <a:gd name="connsiteY25" fmla="*/ 2939588 h 3741103"/>
                <a:gd name="connsiteX26" fmla="*/ 1319204 w 5069918"/>
                <a:gd name="connsiteY26" fmla="*/ 3209447 h 3741103"/>
                <a:gd name="connsiteX27" fmla="*/ 1515882 w 5069918"/>
                <a:gd name="connsiteY27" fmla="*/ 3310902 h 3741103"/>
                <a:gd name="connsiteX28" fmla="*/ 1723456 w 5069918"/>
                <a:gd name="connsiteY28" fmla="*/ 3387570 h 3741103"/>
                <a:gd name="connsiteX29" fmla="*/ 1939662 w 5069918"/>
                <a:gd name="connsiteY29" fmla="*/ 3440520 h 3741103"/>
                <a:gd name="connsiteX30" fmla="*/ 2162581 w 5069918"/>
                <a:gd name="connsiteY30" fmla="*/ 3470167 h 3741103"/>
                <a:gd name="connsiteX31" fmla="*/ 2389597 w 5069918"/>
                <a:gd name="connsiteY31" fmla="*/ 3479472 h 3741103"/>
                <a:gd name="connsiteX32" fmla="*/ 2446002 w 5069918"/>
                <a:gd name="connsiteY32" fmla="*/ 3479059 h 3741103"/>
                <a:gd name="connsiteX33" fmla="*/ 2473639 w 5069918"/>
                <a:gd name="connsiteY33" fmla="*/ 3478402 h 3741103"/>
                <a:gd name="connsiteX34" fmla="*/ 2501187 w 5069918"/>
                <a:gd name="connsiteY34" fmla="*/ 3477083 h 3741103"/>
                <a:gd name="connsiteX35" fmla="*/ 2610685 w 5069918"/>
                <a:gd name="connsiteY35" fmla="*/ 3468025 h 3741103"/>
                <a:gd name="connsiteX36" fmla="*/ 3033071 w 5069918"/>
                <a:gd name="connsiteY36" fmla="*/ 3360230 h 3741103"/>
                <a:gd name="connsiteX37" fmla="*/ 3232974 w 5069918"/>
                <a:gd name="connsiteY37" fmla="*/ 3266681 h 3741103"/>
                <a:gd name="connsiteX38" fmla="*/ 3425990 w 5069918"/>
                <a:gd name="connsiteY38" fmla="*/ 3152873 h 3741103"/>
                <a:gd name="connsiteX39" fmla="*/ 3613601 w 5069918"/>
                <a:gd name="connsiteY39" fmla="*/ 3024078 h 3741103"/>
                <a:gd name="connsiteX40" fmla="*/ 3706185 w 5069918"/>
                <a:gd name="connsiteY40" fmla="*/ 2955893 h 3741103"/>
                <a:gd name="connsiteX41" fmla="*/ 3799729 w 5069918"/>
                <a:gd name="connsiteY41" fmla="*/ 2885155 h 3741103"/>
                <a:gd name="connsiteX42" fmla="*/ 4175561 w 5069918"/>
                <a:gd name="connsiteY42" fmla="*/ 2606072 h 3741103"/>
                <a:gd name="connsiteX43" fmla="*/ 4517132 w 5069918"/>
                <a:gd name="connsiteY43" fmla="*/ 2312331 h 3741103"/>
                <a:gd name="connsiteX44" fmla="*/ 4659758 w 5069918"/>
                <a:gd name="connsiteY44" fmla="*/ 2148703 h 3741103"/>
                <a:gd name="connsiteX45" fmla="*/ 4773178 w 5069918"/>
                <a:gd name="connsiteY45" fmla="*/ 1969674 h 3741103"/>
                <a:gd name="connsiteX46" fmla="*/ 4892092 w 5069918"/>
                <a:gd name="connsiteY46" fmla="*/ 1567562 h 3741103"/>
                <a:gd name="connsiteX47" fmla="*/ 4898804 w 5069918"/>
                <a:gd name="connsiteY47" fmla="*/ 1460754 h 3741103"/>
                <a:gd name="connsiteX48" fmla="*/ 4899153 w 5069918"/>
                <a:gd name="connsiteY48" fmla="*/ 1406239 h 3741103"/>
                <a:gd name="connsiteX49" fmla="*/ 4898456 w 5069918"/>
                <a:gd name="connsiteY49" fmla="*/ 1350735 h 3741103"/>
                <a:gd name="connsiteX50" fmla="*/ 4886774 w 5069918"/>
                <a:gd name="connsiteY50" fmla="*/ 1128886 h 3741103"/>
                <a:gd name="connsiteX51" fmla="*/ 4815896 w 5069918"/>
                <a:gd name="connsiteY51" fmla="*/ 689221 h 3741103"/>
                <a:gd name="connsiteX52" fmla="*/ 4673183 w 5069918"/>
                <a:gd name="connsiteY52" fmla="*/ 264874 h 3741103"/>
                <a:gd name="connsiteX53" fmla="*/ 4625496 w 5069918"/>
                <a:gd name="connsiteY53" fmla="*/ 162925 h 3741103"/>
                <a:gd name="connsiteX54" fmla="*/ 4572490 w 5069918"/>
                <a:gd name="connsiteY54" fmla="*/ 63364 h 3741103"/>
                <a:gd name="connsiteX55" fmla="*/ 4532299 w 5069918"/>
                <a:gd name="connsiteY55" fmla="*/ 0 h 3741103"/>
                <a:gd name="connsiteX56" fmla="*/ 4626680 w 5069918"/>
                <a:gd name="connsiteY56" fmla="*/ 0 h 3741103"/>
                <a:gd name="connsiteX57" fmla="*/ 4643978 w 5069918"/>
                <a:gd name="connsiteY57" fmla="*/ 26636 h 3741103"/>
                <a:gd name="connsiteX58" fmla="*/ 4700644 w 5069918"/>
                <a:gd name="connsiteY58" fmla="*/ 128338 h 3741103"/>
                <a:gd name="connsiteX59" fmla="*/ 4753214 w 5069918"/>
                <a:gd name="connsiteY59" fmla="*/ 232016 h 3741103"/>
                <a:gd name="connsiteX60" fmla="*/ 4921297 w 5069918"/>
                <a:gd name="connsiteY60" fmla="*/ 663363 h 3741103"/>
                <a:gd name="connsiteX61" fmla="*/ 5027482 w 5069918"/>
                <a:gd name="connsiteY61" fmla="*/ 1112991 h 3741103"/>
                <a:gd name="connsiteX62" fmla="*/ 5058082 w 5069918"/>
                <a:gd name="connsiteY62" fmla="*/ 1342088 h 3741103"/>
                <a:gd name="connsiteX63" fmla="*/ 5063486 w 5069918"/>
                <a:gd name="connsiteY63" fmla="*/ 1399651 h 3741103"/>
                <a:gd name="connsiteX64" fmla="*/ 5067846 w 5069918"/>
                <a:gd name="connsiteY64" fmla="*/ 1458284 h 3741103"/>
                <a:gd name="connsiteX65" fmla="*/ 5069414 w 5069918"/>
                <a:gd name="connsiteY65" fmla="*/ 1577772 h 3741103"/>
                <a:gd name="connsiteX66" fmla="*/ 5040732 w 5069918"/>
                <a:gd name="connsiteY66" fmla="*/ 1817822 h 3741103"/>
                <a:gd name="connsiteX67" fmla="*/ 4964102 w 5069918"/>
                <a:gd name="connsiteY67" fmla="*/ 2050871 h 3741103"/>
                <a:gd name="connsiteX68" fmla="*/ 4689486 w 5069918"/>
                <a:gd name="connsiteY68" fmla="*/ 2458008 h 3741103"/>
                <a:gd name="connsiteX69" fmla="*/ 4333792 w 5069918"/>
                <a:gd name="connsiteY69" fmla="*/ 2784606 h 3741103"/>
                <a:gd name="connsiteX70" fmla="*/ 3965197 w 5069918"/>
                <a:gd name="connsiteY70" fmla="*/ 3076041 h 3741103"/>
                <a:gd name="connsiteX71" fmla="*/ 3873745 w 5069918"/>
                <a:gd name="connsiteY71" fmla="*/ 3149167 h 3741103"/>
                <a:gd name="connsiteX72" fmla="*/ 3779416 w 5069918"/>
                <a:gd name="connsiteY72" fmla="*/ 3222705 h 3741103"/>
                <a:gd name="connsiteX73" fmla="*/ 3582739 w 5069918"/>
                <a:gd name="connsiteY73" fmla="*/ 3364594 h 3741103"/>
                <a:gd name="connsiteX74" fmla="*/ 3371851 w 5069918"/>
                <a:gd name="connsiteY74" fmla="*/ 3494377 h 3741103"/>
                <a:gd name="connsiteX75" fmla="*/ 3143615 w 5069918"/>
                <a:gd name="connsiteY75" fmla="*/ 3603819 h 3741103"/>
                <a:gd name="connsiteX76" fmla="*/ 2643552 w 5069918"/>
                <a:gd name="connsiteY76" fmla="*/ 3730555 h 3741103"/>
                <a:gd name="connsiteX77" fmla="*/ 2514264 w 5069918"/>
                <a:gd name="connsiteY77" fmla="*/ 3739696 h 3741103"/>
                <a:gd name="connsiteX78" fmla="*/ 2481920 w 5069918"/>
                <a:gd name="connsiteY78" fmla="*/ 3740849 h 3741103"/>
                <a:gd name="connsiteX79" fmla="*/ 2449664 w 5069918"/>
                <a:gd name="connsiteY79" fmla="*/ 3741014 h 3741103"/>
                <a:gd name="connsiteX80" fmla="*/ 2386284 w 5069918"/>
                <a:gd name="connsiteY80" fmla="*/ 3740273 h 3741103"/>
                <a:gd name="connsiteX81" fmla="*/ 2260658 w 5069918"/>
                <a:gd name="connsiteY81" fmla="*/ 3735331 h 3741103"/>
                <a:gd name="connsiteX82" fmla="*/ 2134945 w 5069918"/>
                <a:gd name="connsiteY82" fmla="*/ 3723967 h 3741103"/>
                <a:gd name="connsiteX83" fmla="*/ 1884564 w 5069918"/>
                <a:gd name="connsiteY83" fmla="*/ 3683451 h 3741103"/>
                <a:gd name="connsiteX84" fmla="*/ 1639764 w 5069918"/>
                <a:gd name="connsiteY84" fmla="*/ 3613537 h 3741103"/>
                <a:gd name="connsiteX85" fmla="*/ 1407081 w 5069918"/>
                <a:gd name="connsiteY85" fmla="*/ 3512164 h 3741103"/>
                <a:gd name="connsiteX86" fmla="*/ 1193491 w 5069918"/>
                <a:gd name="connsiteY86" fmla="*/ 3380240 h 3741103"/>
                <a:gd name="connsiteX87" fmla="*/ 836141 w 5069918"/>
                <a:gd name="connsiteY87" fmla="*/ 3047878 h 3741103"/>
                <a:gd name="connsiteX88" fmla="*/ 690812 w 5069918"/>
                <a:gd name="connsiteY88" fmla="*/ 2859461 h 3741103"/>
                <a:gd name="connsiteX89" fmla="*/ 562397 w 5069918"/>
                <a:gd name="connsiteY89" fmla="*/ 2662976 h 3741103"/>
                <a:gd name="connsiteX90" fmla="*/ 502504 w 5069918"/>
                <a:gd name="connsiteY90" fmla="*/ 2565474 h 3741103"/>
                <a:gd name="connsiteX91" fmla="*/ 440258 w 5069918"/>
                <a:gd name="connsiteY91" fmla="*/ 2469619 h 3741103"/>
                <a:gd name="connsiteX92" fmla="*/ 310360 w 5069918"/>
                <a:gd name="connsiteY92" fmla="*/ 2278732 h 3741103"/>
                <a:gd name="connsiteX93" fmla="*/ 246806 w 5069918"/>
                <a:gd name="connsiteY93" fmla="*/ 2181642 h 3741103"/>
                <a:gd name="connsiteX94" fmla="*/ 186303 w 5069918"/>
                <a:gd name="connsiteY94" fmla="*/ 2082411 h 3741103"/>
                <a:gd name="connsiteX95" fmla="*/ 84390 w 5069918"/>
                <a:gd name="connsiteY95" fmla="*/ 1874231 h 3741103"/>
                <a:gd name="connsiteX96" fmla="*/ 20139 w 5069918"/>
                <a:gd name="connsiteY96" fmla="*/ 1653288 h 3741103"/>
                <a:gd name="connsiteX97" fmla="*/ 0 w 5069918"/>
                <a:gd name="connsiteY97" fmla="*/ 1425590 h 3741103"/>
                <a:gd name="connsiteX98" fmla="*/ 179939 w 5069918"/>
                <a:gd name="connsiteY98" fmla="*/ 533498 h 3741103"/>
                <a:gd name="connsiteX99" fmla="*/ 276709 w 5069918"/>
                <a:gd name="connsiteY99" fmla="*/ 322519 h 3741103"/>
                <a:gd name="connsiteX100" fmla="*/ 392571 w 5069918"/>
                <a:gd name="connsiteY100" fmla="*/ 119280 h 3741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5069918" h="3741103">
                  <a:moveTo>
                    <a:pt x="475344" y="0"/>
                  </a:moveTo>
                  <a:lnTo>
                    <a:pt x="643707" y="0"/>
                  </a:lnTo>
                  <a:lnTo>
                    <a:pt x="635672" y="7778"/>
                  </a:lnTo>
                  <a:cubicBezTo>
                    <a:pt x="583538" y="62643"/>
                    <a:pt x="533759" y="119691"/>
                    <a:pt x="486638" y="178818"/>
                  </a:cubicBezTo>
                  <a:cubicBezTo>
                    <a:pt x="439560" y="237945"/>
                    <a:pt x="395012" y="299131"/>
                    <a:pt x="353514" y="362293"/>
                  </a:cubicBezTo>
                  <a:cubicBezTo>
                    <a:pt x="312714" y="425784"/>
                    <a:pt x="274180" y="490841"/>
                    <a:pt x="240181" y="558120"/>
                  </a:cubicBezTo>
                  <a:cubicBezTo>
                    <a:pt x="231376" y="574838"/>
                    <a:pt x="223180" y="591801"/>
                    <a:pt x="215073" y="608766"/>
                  </a:cubicBezTo>
                  <a:lnTo>
                    <a:pt x="202868" y="634294"/>
                  </a:lnTo>
                  <a:lnTo>
                    <a:pt x="191273" y="660069"/>
                  </a:lnTo>
                  <a:cubicBezTo>
                    <a:pt x="183688" y="677280"/>
                    <a:pt x="176016" y="694491"/>
                    <a:pt x="169129" y="712032"/>
                  </a:cubicBezTo>
                  <a:cubicBezTo>
                    <a:pt x="162242" y="729572"/>
                    <a:pt x="154658" y="746866"/>
                    <a:pt x="148381" y="764571"/>
                  </a:cubicBezTo>
                  <a:cubicBezTo>
                    <a:pt x="121529" y="834897"/>
                    <a:pt x="98775" y="906706"/>
                    <a:pt x="80903" y="979750"/>
                  </a:cubicBezTo>
                  <a:cubicBezTo>
                    <a:pt x="44636" y="1125509"/>
                    <a:pt x="26067" y="1275550"/>
                    <a:pt x="26154" y="1425590"/>
                  </a:cubicBezTo>
                  <a:cubicBezTo>
                    <a:pt x="26590" y="1500365"/>
                    <a:pt x="34001" y="1574973"/>
                    <a:pt x="49170" y="1648182"/>
                  </a:cubicBezTo>
                  <a:cubicBezTo>
                    <a:pt x="65124" y="1721226"/>
                    <a:pt x="88226" y="1792705"/>
                    <a:pt x="119437" y="1861055"/>
                  </a:cubicBezTo>
                  <a:cubicBezTo>
                    <a:pt x="126847" y="1878267"/>
                    <a:pt x="135478" y="1895066"/>
                    <a:pt x="143672" y="1911947"/>
                  </a:cubicBezTo>
                  <a:cubicBezTo>
                    <a:pt x="152565" y="1928582"/>
                    <a:pt x="161021" y="1945381"/>
                    <a:pt x="170611" y="1961687"/>
                  </a:cubicBezTo>
                  <a:cubicBezTo>
                    <a:pt x="188919" y="1994626"/>
                    <a:pt x="209319" y="2026578"/>
                    <a:pt x="230330" y="2058118"/>
                  </a:cubicBezTo>
                  <a:cubicBezTo>
                    <a:pt x="251253" y="2089740"/>
                    <a:pt x="273658" y="2120539"/>
                    <a:pt x="296237" y="2151255"/>
                  </a:cubicBezTo>
                  <a:cubicBezTo>
                    <a:pt x="319165" y="2181725"/>
                    <a:pt x="342966" y="2211782"/>
                    <a:pt x="366853" y="2241757"/>
                  </a:cubicBezTo>
                  <a:cubicBezTo>
                    <a:pt x="414714" y="2301791"/>
                    <a:pt x="464756" y="2360588"/>
                    <a:pt x="513838" y="2420786"/>
                  </a:cubicBezTo>
                  <a:cubicBezTo>
                    <a:pt x="538509" y="2450761"/>
                    <a:pt x="563094" y="2480983"/>
                    <a:pt x="587330" y="2511534"/>
                  </a:cubicBezTo>
                  <a:cubicBezTo>
                    <a:pt x="611479" y="2541839"/>
                    <a:pt x="635453" y="2574038"/>
                    <a:pt x="658817" y="2603437"/>
                  </a:cubicBezTo>
                  <a:cubicBezTo>
                    <a:pt x="682008" y="2633577"/>
                    <a:pt x="706330" y="2662811"/>
                    <a:pt x="730305" y="2692210"/>
                  </a:cubicBezTo>
                  <a:cubicBezTo>
                    <a:pt x="754977" y="2721115"/>
                    <a:pt x="779474" y="2750019"/>
                    <a:pt x="805018" y="2777936"/>
                  </a:cubicBezTo>
                  <a:cubicBezTo>
                    <a:pt x="855757" y="2834098"/>
                    <a:pt x="908500" y="2888202"/>
                    <a:pt x="963424" y="2939588"/>
                  </a:cubicBezTo>
                  <a:cubicBezTo>
                    <a:pt x="1073444" y="3042113"/>
                    <a:pt x="1192183" y="3133604"/>
                    <a:pt x="1319204" y="3209447"/>
                  </a:cubicBezTo>
                  <a:cubicBezTo>
                    <a:pt x="1382846" y="3247164"/>
                    <a:pt x="1448143" y="3281751"/>
                    <a:pt x="1515882" y="3310902"/>
                  </a:cubicBezTo>
                  <a:cubicBezTo>
                    <a:pt x="1583184" y="3340877"/>
                    <a:pt x="1652666" y="3366159"/>
                    <a:pt x="1723456" y="3387570"/>
                  </a:cubicBezTo>
                  <a:cubicBezTo>
                    <a:pt x="1794246" y="3409063"/>
                    <a:pt x="1866431" y="3426439"/>
                    <a:pt x="1939662" y="3440520"/>
                  </a:cubicBezTo>
                  <a:cubicBezTo>
                    <a:pt x="2012981" y="3454355"/>
                    <a:pt x="2087519" y="3463825"/>
                    <a:pt x="2162581" y="3470167"/>
                  </a:cubicBezTo>
                  <a:cubicBezTo>
                    <a:pt x="2237643" y="3476589"/>
                    <a:pt x="2313489" y="3479390"/>
                    <a:pt x="2389597" y="3479472"/>
                  </a:cubicBezTo>
                  <a:cubicBezTo>
                    <a:pt x="2408602" y="3479472"/>
                    <a:pt x="2427869" y="3479801"/>
                    <a:pt x="2446002" y="3479059"/>
                  </a:cubicBezTo>
                  <a:lnTo>
                    <a:pt x="2473639" y="3478402"/>
                  </a:lnTo>
                  <a:lnTo>
                    <a:pt x="2501187" y="3477083"/>
                  </a:lnTo>
                  <a:cubicBezTo>
                    <a:pt x="2537890" y="3475519"/>
                    <a:pt x="2574418" y="3472060"/>
                    <a:pt x="2610685" y="3468025"/>
                  </a:cubicBezTo>
                  <a:cubicBezTo>
                    <a:pt x="2755926" y="3451226"/>
                    <a:pt x="2897244" y="3414415"/>
                    <a:pt x="3033071" y="3360230"/>
                  </a:cubicBezTo>
                  <a:cubicBezTo>
                    <a:pt x="3101158" y="3333383"/>
                    <a:pt x="3167589" y="3301514"/>
                    <a:pt x="3232974" y="3266681"/>
                  </a:cubicBezTo>
                  <a:cubicBezTo>
                    <a:pt x="3298446" y="3232011"/>
                    <a:pt x="3362697" y="3193554"/>
                    <a:pt x="3425990" y="3152873"/>
                  </a:cubicBezTo>
                  <a:cubicBezTo>
                    <a:pt x="3489282" y="3112110"/>
                    <a:pt x="3551529" y="3068712"/>
                    <a:pt x="3613601" y="3024078"/>
                  </a:cubicBezTo>
                  <a:cubicBezTo>
                    <a:pt x="3644549" y="3001762"/>
                    <a:pt x="3675411" y="2978868"/>
                    <a:pt x="3706185" y="2955893"/>
                  </a:cubicBezTo>
                  <a:lnTo>
                    <a:pt x="3799729" y="2885155"/>
                  </a:lnTo>
                  <a:cubicBezTo>
                    <a:pt x="3926402" y="2790205"/>
                    <a:pt x="4053597" y="2699374"/>
                    <a:pt x="4175561" y="2606072"/>
                  </a:cubicBezTo>
                  <a:cubicBezTo>
                    <a:pt x="4297526" y="2512852"/>
                    <a:pt x="4414084" y="2416833"/>
                    <a:pt x="4517132" y="2312331"/>
                  </a:cubicBezTo>
                  <a:cubicBezTo>
                    <a:pt x="4568480" y="2259956"/>
                    <a:pt x="4616604" y="2205689"/>
                    <a:pt x="4659758" y="2148703"/>
                  </a:cubicBezTo>
                  <a:cubicBezTo>
                    <a:pt x="4702650" y="2091634"/>
                    <a:pt x="4741184" y="2032096"/>
                    <a:pt x="4773178" y="1969674"/>
                  </a:cubicBezTo>
                  <a:cubicBezTo>
                    <a:pt x="4837865" y="1845080"/>
                    <a:pt x="4877446" y="1709038"/>
                    <a:pt x="4892092" y="1567562"/>
                  </a:cubicBezTo>
                  <a:cubicBezTo>
                    <a:pt x="4895666" y="1532233"/>
                    <a:pt x="4897845" y="1496576"/>
                    <a:pt x="4898804" y="1460754"/>
                  </a:cubicBezTo>
                  <a:cubicBezTo>
                    <a:pt x="4899066" y="1442884"/>
                    <a:pt x="4899414" y="1425015"/>
                    <a:pt x="4899153" y="1406239"/>
                  </a:cubicBezTo>
                  <a:cubicBezTo>
                    <a:pt x="4898979" y="1387711"/>
                    <a:pt x="4899066" y="1369263"/>
                    <a:pt x="4898456" y="1350735"/>
                  </a:cubicBezTo>
                  <a:cubicBezTo>
                    <a:pt x="4896974" y="1276703"/>
                    <a:pt x="4893226" y="1202753"/>
                    <a:pt x="4886774" y="1128886"/>
                  </a:cubicBezTo>
                  <a:cubicBezTo>
                    <a:pt x="4873610" y="981232"/>
                    <a:pt x="4851030" y="833991"/>
                    <a:pt x="4815896" y="689221"/>
                  </a:cubicBezTo>
                  <a:cubicBezTo>
                    <a:pt x="4780676" y="544533"/>
                    <a:pt x="4733860" y="402068"/>
                    <a:pt x="4673183" y="264874"/>
                  </a:cubicBezTo>
                  <a:cubicBezTo>
                    <a:pt x="4658101" y="230533"/>
                    <a:pt x="4642147" y="196605"/>
                    <a:pt x="4625496" y="162925"/>
                  </a:cubicBezTo>
                  <a:cubicBezTo>
                    <a:pt x="4608583" y="129326"/>
                    <a:pt x="4590885" y="96222"/>
                    <a:pt x="4572490" y="63364"/>
                  </a:cubicBezTo>
                  <a:lnTo>
                    <a:pt x="4532299" y="0"/>
                  </a:lnTo>
                  <a:lnTo>
                    <a:pt x="4626680" y="0"/>
                  </a:lnTo>
                  <a:lnTo>
                    <a:pt x="4643978" y="26636"/>
                  </a:lnTo>
                  <a:cubicBezTo>
                    <a:pt x="4663594" y="60152"/>
                    <a:pt x="4682598" y="94080"/>
                    <a:pt x="4700644" y="128338"/>
                  </a:cubicBezTo>
                  <a:cubicBezTo>
                    <a:pt x="4718866" y="162595"/>
                    <a:pt x="4736476" y="197100"/>
                    <a:pt x="4753214" y="232016"/>
                  </a:cubicBezTo>
                  <a:cubicBezTo>
                    <a:pt x="4820082" y="371681"/>
                    <a:pt x="4875964" y="515957"/>
                    <a:pt x="4921297" y="663363"/>
                  </a:cubicBezTo>
                  <a:cubicBezTo>
                    <a:pt x="4966630" y="810687"/>
                    <a:pt x="5002460" y="960975"/>
                    <a:pt x="5027482" y="1112991"/>
                  </a:cubicBezTo>
                  <a:cubicBezTo>
                    <a:pt x="5040123" y="1189000"/>
                    <a:pt x="5050323" y="1265421"/>
                    <a:pt x="5058082" y="1342088"/>
                  </a:cubicBezTo>
                  <a:cubicBezTo>
                    <a:pt x="5060261" y="1361276"/>
                    <a:pt x="5061743" y="1380464"/>
                    <a:pt x="5063486" y="1399651"/>
                  </a:cubicBezTo>
                  <a:cubicBezTo>
                    <a:pt x="5065318" y="1418591"/>
                    <a:pt x="5066625" y="1438437"/>
                    <a:pt x="5067846" y="1458284"/>
                  </a:cubicBezTo>
                  <a:cubicBezTo>
                    <a:pt x="5069851" y="1497894"/>
                    <a:pt x="5070461" y="1537751"/>
                    <a:pt x="5069414" y="1577772"/>
                  </a:cubicBezTo>
                  <a:cubicBezTo>
                    <a:pt x="5067060" y="1657734"/>
                    <a:pt x="5057820" y="1738272"/>
                    <a:pt x="5040732" y="1817822"/>
                  </a:cubicBezTo>
                  <a:cubicBezTo>
                    <a:pt x="5023123" y="1897289"/>
                    <a:pt x="4997578" y="1975686"/>
                    <a:pt x="4964102" y="2050871"/>
                  </a:cubicBezTo>
                  <a:cubicBezTo>
                    <a:pt x="4897409" y="2201736"/>
                    <a:pt x="4799942" y="2338271"/>
                    <a:pt x="4689486" y="2458008"/>
                  </a:cubicBezTo>
                  <a:cubicBezTo>
                    <a:pt x="4579116" y="2578485"/>
                    <a:pt x="4456716" y="2684139"/>
                    <a:pt x="4333792" y="2784606"/>
                  </a:cubicBezTo>
                  <a:cubicBezTo>
                    <a:pt x="4210520" y="2884908"/>
                    <a:pt x="4085853" y="2979775"/>
                    <a:pt x="3965197" y="3076041"/>
                  </a:cubicBezTo>
                  <a:lnTo>
                    <a:pt x="3873745" y="3149167"/>
                  </a:lnTo>
                  <a:cubicBezTo>
                    <a:pt x="3842621" y="3173790"/>
                    <a:pt x="3811325" y="3198413"/>
                    <a:pt x="3779416" y="3222705"/>
                  </a:cubicBezTo>
                  <a:cubicBezTo>
                    <a:pt x="3715863" y="3271374"/>
                    <a:pt x="3650652" y="3319055"/>
                    <a:pt x="3582739" y="3364594"/>
                  </a:cubicBezTo>
                  <a:cubicBezTo>
                    <a:pt x="3514913" y="3410051"/>
                    <a:pt x="3445170" y="3454190"/>
                    <a:pt x="3371851" y="3494377"/>
                  </a:cubicBezTo>
                  <a:cubicBezTo>
                    <a:pt x="3298533" y="3534481"/>
                    <a:pt x="3222687" y="3571703"/>
                    <a:pt x="3143615" y="3603819"/>
                  </a:cubicBezTo>
                  <a:cubicBezTo>
                    <a:pt x="2985994" y="3668876"/>
                    <a:pt x="2815732" y="3712356"/>
                    <a:pt x="2643552" y="3730555"/>
                  </a:cubicBezTo>
                  <a:cubicBezTo>
                    <a:pt x="2600484" y="3734838"/>
                    <a:pt x="2557331" y="3738297"/>
                    <a:pt x="2514264" y="3739696"/>
                  </a:cubicBezTo>
                  <a:lnTo>
                    <a:pt x="2481920" y="3740849"/>
                  </a:lnTo>
                  <a:lnTo>
                    <a:pt x="2449664" y="3741014"/>
                  </a:lnTo>
                  <a:cubicBezTo>
                    <a:pt x="2427869" y="3741343"/>
                    <a:pt x="2407207" y="3740685"/>
                    <a:pt x="2386284" y="3740273"/>
                  </a:cubicBezTo>
                  <a:cubicBezTo>
                    <a:pt x="2344525" y="3739779"/>
                    <a:pt x="2302505" y="3737391"/>
                    <a:pt x="2260658" y="3735331"/>
                  </a:cubicBezTo>
                  <a:cubicBezTo>
                    <a:pt x="2218725" y="3732038"/>
                    <a:pt x="2176791" y="3728991"/>
                    <a:pt x="2134945" y="3723967"/>
                  </a:cubicBezTo>
                  <a:cubicBezTo>
                    <a:pt x="2051165" y="3714497"/>
                    <a:pt x="1967473" y="3701568"/>
                    <a:pt x="1884564" y="3683451"/>
                  </a:cubicBezTo>
                  <a:cubicBezTo>
                    <a:pt x="1801657" y="3665335"/>
                    <a:pt x="1719708" y="3642029"/>
                    <a:pt x="1639764" y="3613537"/>
                  </a:cubicBezTo>
                  <a:cubicBezTo>
                    <a:pt x="1559820" y="3584961"/>
                    <a:pt x="1481969" y="3550869"/>
                    <a:pt x="1407081" y="3512164"/>
                  </a:cubicBezTo>
                  <a:cubicBezTo>
                    <a:pt x="1332455" y="3472884"/>
                    <a:pt x="1260794" y="3428992"/>
                    <a:pt x="1193491" y="3380240"/>
                  </a:cubicBezTo>
                  <a:cubicBezTo>
                    <a:pt x="1058362" y="3283233"/>
                    <a:pt x="939973" y="3169508"/>
                    <a:pt x="836141" y="3047878"/>
                  </a:cubicBezTo>
                  <a:cubicBezTo>
                    <a:pt x="784444" y="2986774"/>
                    <a:pt x="736321" y="2923695"/>
                    <a:pt x="690812" y="2859461"/>
                  </a:cubicBezTo>
                  <a:cubicBezTo>
                    <a:pt x="645217" y="2795229"/>
                    <a:pt x="602674" y="2729596"/>
                    <a:pt x="562397" y="2662976"/>
                  </a:cubicBezTo>
                  <a:cubicBezTo>
                    <a:pt x="541823" y="2629295"/>
                    <a:pt x="522992" y="2597755"/>
                    <a:pt x="502504" y="2565474"/>
                  </a:cubicBezTo>
                  <a:cubicBezTo>
                    <a:pt x="482192" y="2533440"/>
                    <a:pt x="461530" y="2501406"/>
                    <a:pt x="440258" y="2469619"/>
                  </a:cubicBezTo>
                  <a:lnTo>
                    <a:pt x="310360" y="2278732"/>
                  </a:lnTo>
                  <a:cubicBezTo>
                    <a:pt x="288826" y="2246616"/>
                    <a:pt x="267555" y="2214335"/>
                    <a:pt x="246806" y="2181642"/>
                  </a:cubicBezTo>
                  <a:cubicBezTo>
                    <a:pt x="226057" y="2148949"/>
                    <a:pt x="205483" y="2116174"/>
                    <a:pt x="186303" y="2082411"/>
                  </a:cubicBezTo>
                  <a:cubicBezTo>
                    <a:pt x="147857" y="2015213"/>
                    <a:pt x="112550" y="1946041"/>
                    <a:pt x="84390" y="1874231"/>
                  </a:cubicBezTo>
                  <a:cubicBezTo>
                    <a:pt x="55708" y="1802669"/>
                    <a:pt x="34436" y="1728473"/>
                    <a:pt x="20139" y="1653288"/>
                  </a:cubicBezTo>
                  <a:cubicBezTo>
                    <a:pt x="6452" y="1578103"/>
                    <a:pt x="0" y="1501764"/>
                    <a:pt x="0" y="1425590"/>
                  </a:cubicBezTo>
                  <a:cubicBezTo>
                    <a:pt x="1133" y="1121885"/>
                    <a:pt x="63293" y="819004"/>
                    <a:pt x="179939" y="533498"/>
                  </a:cubicBezTo>
                  <a:cubicBezTo>
                    <a:pt x="209232" y="462183"/>
                    <a:pt x="240965" y="391527"/>
                    <a:pt x="276709" y="322519"/>
                  </a:cubicBezTo>
                  <a:cubicBezTo>
                    <a:pt x="311930" y="253262"/>
                    <a:pt x="350725" y="185489"/>
                    <a:pt x="392571" y="11928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89A3112D-36D6-0A96-199A-76B4BD810B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62838" y="1"/>
              <a:ext cx="4960548" cy="3526297"/>
            </a:xfrm>
            <a:custGeom>
              <a:avLst/>
              <a:gdLst>
                <a:gd name="connsiteX0" fmla="*/ 542883 w 4960548"/>
                <a:gd name="connsiteY0" fmla="*/ 0 h 3526297"/>
                <a:gd name="connsiteX1" fmla="*/ 826658 w 4960548"/>
                <a:gd name="connsiteY1" fmla="*/ 0 h 3526297"/>
                <a:gd name="connsiteX2" fmla="*/ 730698 w 4960548"/>
                <a:gd name="connsiteY2" fmla="*/ 89329 h 3526297"/>
                <a:gd name="connsiteX3" fmla="*/ 590295 w 4960548"/>
                <a:gd name="connsiteY3" fmla="*/ 244485 h 3526297"/>
                <a:gd name="connsiteX4" fmla="*/ 357524 w 4960548"/>
                <a:gd name="connsiteY4" fmla="*/ 587307 h 3526297"/>
                <a:gd name="connsiteX5" fmla="*/ 199554 w 4960548"/>
                <a:gd name="connsiteY5" fmla="*/ 966280 h 3526297"/>
                <a:gd name="connsiteX6" fmla="*/ 142104 w 4960548"/>
                <a:gd name="connsiteY6" fmla="*/ 1370286 h 3526297"/>
                <a:gd name="connsiteX7" fmla="*/ 166339 w 4960548"/>
                <a:gd name="connsiteY7" fmla="*/ 1568090 h 3526297"/>
                <a:gd name="connsiteX8" fmla="*/ 237914 w 4960548"/>
                <a:gd name="connsiteY8" fmla="*/ 1753129 h 3526297"/>
                <a:gd name="connsiteX9" fmla="*/ 287868 w 4960548"/>
                <a:gd name="connsiteY9" fmla="*/ 1840255 h 3526297"/>
                <a:gd name="connsiteX10" fmla="*/ 345232 w 4960548"/>
                <a:gd name="connsiteY10" fmla="*/ 1924581 h 3526297"/>
                <a:gd name="connsiteX11" fmla="*/ 477745 w 4960548"/>
                <a:gd name="connsiteY11" fmla="*/ 2087551 h 3526297"/>
                <a:gd name="connsiteX12" fmla="*/ 621156 w 4960548"/>
                <a:gd name="connsiteY12" fmla="*/ 2251756 h 3526297"/>
                <a:gd name="connsiteX13" fmla="*/ 692469 w 4960548"/>
                <a:gd name="connsiteY13" fmla="*/ 2337482 h 3526297"/>
                <a:gd name="connsiteX14" fmla="*/ 726731 w 4960548"/>
                <a:gd name="connsiteY14" fmla="*/ 2379562 h 3526297"/>
                <a:gd name="connsiteX15" fmla="*/ 760295 w 4960548"/>
                <a:gd name="connsiteY15" fmla="*/ 2419831 h 3526297"/>
                <a:gd name="connsiteX16" fmla="*/ 1048685 w 4960548"/>
                <a:gd name="connsiteY16" fmla="*/ 2717443 h 3526297"/>
                <a:gd name="connsiteX17" fmla="*/ 1202035 w 4960548"/>
                <a:gd name="connsiteY17" fmla="*/ 2851344 h 3526297"/>
                <a:gd name="connsiteX18" fmla="*/ 1362620 w 4960548"/>
                <a:gd name="connsiteY18" fmla="*/ 2974785 h 3526297"/>
                <a:gd name="connsiteX19" fmla="*/ 1721364 w 4960548"/>
                <a:gd name="connsiteY19" fmla="*/ 3170036 h 3526297"/>
                <a:gd name="connsiteX20" fmla="*/ 1922052 w 4960548"/>
                <a:gd name="connsiteY20" fmla="*/ 3225210 h 3526297"/>
                <a:gd name="connsiteX21" fmla="*/ 1973488 w 4960548"/>
                <a:gd name="connsiteY21" fmla="*/ 3234928 h 3526297"/>
                <a:gd name="connsiteX22" fmla="*/ 2025360 w 4960548"/>
                <a:gd name="connsiteY22" fmla="*/ 3243080 h 3526297"/>
                <a:gd name="connsiteX23" fmla="*/ 2130063 w 4960548"/>
                <a:gd name="connsiteY23" fmla="*/ 3254774 h 3526297"/>
                <a:gd name="connsiteX24" fmla="*/ 2182719 w 4960548"/>
                <a:gd name="connsiteY24" fmla="*/ 3258562 h 3526297"/>
                <a:gd name="connsiteX25" fmla="*/ 2235551 w 4960548"/>
                <a:gd name="connsiteY25" fmla="*/ 3261197 h 3526297"/>
                <a:gd name="connsiteX26" fmla="*/ 2288556 w 4960548"/>
                <a:gd name="connsiteY26" fmla="*/ 3262350 h 3526297"/>
                <a:gd name="connsiteX27" fmla="*/ 2341648 w 4960548"/>
                <a:gd name="connsiteY27" fmla="*/ 3262103 h 3526297"/>
                <a:gd name="connsiteX28" fmla="*/ 2368238 w 4960548"/>
                <a:gd name="connsiteY28" fmla="*/ 3261856 h 3526297"/>
                <a:gd name="connsiteX29" fmla="*/ 2393869 w 4960548"/>
                <a:gd name="connsiteY29" fmla="*/ 3260785 h 3526297"/>
                <a:gd name="connsiteX30" fmla="*/ 2419413 w 4960548"/>
                <a:gd name="connsiteY30" fmla="*/ 3259550 h 3526297"/>
                <a:gd name="connsiteX31" fmla="*/ 2444869 w 4960548"/>
                <a:gd name="connsiteY31" fmla="*/ 3257574 h 3526297"/>
                <a:gd name="connsiteX32" fmla="*/ 2545824 w 4960548"/>
                <a:gd name="connsiteY32" fmla="*/ 3245798 h 3526297"/>
                <a:gd name="connsiteX33" fmla="*/ 2930373 w 4960548"/>
                <a:gd name="connsiteY33" fmla="*/ 3126555 h 3526297"/>
                <a:gd name="connsiteX34" fmla="*/ 3285631 w 4960548"/>
                <a:gd name="connsiteY34" fmla="*/ 2917552 h 3526297"/>
                <a:gd name="connsiteX35" fmla="*/ 3371764 w 4960548"/>
                <a:gd name="connsiteY35" fmla="*/ 2856120 h 3526297"/>
                <a:gd name="connsiteX36" fmla="*/ 3457898 w 4960548"/>
                <a:gd name="connsiteY36" fmla="*/ 2792628 h 3526297"/>
                <a:gd name="connsiteX37" fmla="*/ 3632344 w 4960548"/>
                <a:gd name="connsiteY37" fmla="*/ 2660869 h 3526297"/>
                <a:gd name="connsiteX38" fmla="*/ 3990915 w 4960548"/>
                <a:gd name="connsiteY38" fmla="*/ 2405832 h 3526297"/>
                <a:gd name="connsiteX39" fmla="*/ 4324988 w 4960548"/>
                <a:gd name="connsiteY39" fmla="*/ 2152196 h 3526297"/>
                <a:gd name="connsiteX40" fmla="*/ 4592106 w 4960548"/>
                <a:gd name="connsiteY40" fmla="*/ 1861501 h 3526297"/>
                <a:gd name="connsiteX41" fmla="*/ 4683122 w 4960548"/>
                <a:gd name="connsiteY41" fmla="*/ 1692521 h 3526297"/>
                <a:gd name="connsiteX42" fmla="*/ 4738568 w 4960548"/>
                <a:gd name="connsiteY42" fmla="*/ 1507893 h 3526297"/>
                <a:gd name="connsiteX43" fmla="*/ 4753912 w 4960548"/>
                <a:gd name="connsiteY43" fmla="*/ 1411050 h 3526297"/>
                <a:gd name="connsiteX44" fmla="*/ 4756440 w 4960548"/>
                <a:gd name="connsiteY44" fmla="*/ 1386509 h 3526297"/>
                <a:gd name="connsiteX45" fmla="*/ 4758358 w 4960548"/>
                <a:gd name="connsiteY45" fmla="*/ 1361475 h 3526297"/>
                <a:gd name="connsiteX46" fmla="*/ 4761148 w 4960548"/>
                <a:gd name="connsiteY46" fmla="*/ 1309759 h 3526297"/>
                <a:gd name="connsiteX47" fmla="*/ 4756354 w 4960548"/>
                <a:gd name="connsiteY47" fmla="*/ 1102980 h 3526297"/>
                <a:gd name="connsiteX48" fmla="*/ 4725578 w 4960548"/>
                <a:gd name="connsiteY48" fmla="*/ 898753 h 3526297"/>
                <a:gd name="connsiteX49" fmla="*/ 4673358 w 4960548"/>
                <a:gd name="connsiteY49" fmla="*/ 699384 h 3526297"/>
                <a:gd name="connsiteX50" fmla="*/ 4538491 w 4960548"/>
                <a:gd name="connsiteY50" fmla="*/ 312754 h 3526297"/>
                <a:gd name="connsiteX51" fmla="*/ 4446604 w 4960548"/>
                <a:gd name="connsiteY51" fmla="*/ 129196 h 3526297"/>
                <a:gd name="connsiteX52" fmla="*/ 4419840 w 4960548"/>
                <a:gd name="connsiteY52" fmla="*/ 85222 h 3526297"/>
                <a:gd name="connsiteX53" fmla="*/ 4391680 w 4960548"/>
                <a:gd name="connsiteY53" fmla="*/ 42071 h 3526297"/>
                <a:gd name="connsiteX54" fmla="*/ 4361930 w 4960548"/>
                <a:gd name="connsiteY54" fmla="*/ 0 h 3526297"/>
                <a:gd name="connsiteX55" fmla="*/ 4588871 w 4960548"/>
                <a:gd name="connsiteY55" fmla="*/ 0 h 3526297"/>
                <a:gd name="connsiteX56" fmla="*/ 4613640 w 4960548"/>
                <a:gd name="connsiteY56" fmla="*/ 38859 h 3526297"/>
                <a:gd name="connsiteX57" fmla="*/ 4724445 w 4960548"/>
                <a:gd name="connsiteY57" fmla="*/ 234687 h 3526297"/>
                <a:gd name="connsiteX58" fmla="*/ 4876138 w 4960548"/>
                <a:gd name="connsiteY58" fmla="*/ 653022 h 3526297"/>
                <a:gd name="connsiteX59" fmla="*/ 4911707 w 4960548"/>
                <a:gd name="connsiteY59" fmla="*/ 870671 h 3526297"/>
                <a:gd name="connsiteX60" fmla="*/ 4934810 w 4960548"/>
                <a:gd name="connsiteY60" fmla="*/ 1088487 h 3526297"/>
                <a:gd name="connsiteX61" fmla="*/ 4953206 w 4960548"/>
                <a:gd name="connsiteY61" fmla="*/ 1306301 h 3526297"/>
                <a:gd name="connsiteX62" fmla="*/ 4956954 w 4960548"/>
                <a:gd name="connsiteY62" fmla="*/ 1360899 h 3526297"/>
                <a:gd name="connsiteX63" fmla="*/ 4958610 w 4960548"/>
                <a:gd name="connsiteY63" fmla="*/ 1388980 h 3526297"/>
                <a:gd name="connsiteX64" fmla="*/ 4959830 w 4960548"/>
                <a:gd name="connsiteY64" fmla="*/ 1417555 h 3526297"/>
                <a:gd name="connsiteX65" fmla="*/ 4958174 w 4960548"/>
                <a:gd name="connsiteY65" fmla="*/ 1532680 h 3526297"/>
                <a:gd name="connsiteX66" fmla="*/ 4834030 w 4960548"/>
                <a:gd name="connsiteY66" fmla="*/ 1984861 h 3526297"/>
                <a:gd name="connsiteX67" fmla="*/ 4558106 w 4960548"/>
                <a:gd name="connsiteY67" fmla="*/ 2368857 h 3526297"/>
                <a:gd name="connsiteX68" fmla="*/ 4389936 w 4960548"/>
                <a:gd name="connsiteY68" fmla="*/ 2528945 h 3526297"/>
                <a:gd name="connsiteX69" fmla="*/ 4214618 w 4960548"/>
                <a:gd name="connsiteY69" fmla="*/ 2674457 h 3526297"/>
                <a:gd name="connsiteX70" fmla="*/ 3858489 w 4960548"/>
                <a:gd name="connsiteY70" fmla="*/ 2936658 h 3526297"/>
                <a:gd name="connsiteX71" fmla="*/ 3768868 w 4960548"/>
                <a:gd name="connsiteY71" fmla="*/ 3000643 h 3526297"/>
                <a:gd name="connsiteX72" fmla="*/ 3676806 w 4960548"/>
                <a:gd name="connsiteY72" fmla="*/ 3065040 h 3526297"/>
                <a:gd name="connsiteX73" fmla="*/ 3582477 w 4960548"/>
                <a:gd name="connsiteY73" fmla="*/ 3128614 h 3526297"/>
                <a:gd name="connsiteX74" fmla="*/ 3485185 w 4960548"/>
                <a:gd name="connsiteY74" fmla="*/ 3190377 h 3526297"/>
                <a:gd name="connsiteX75" fmla="*/ 3280923 w 4960548"/>
                <a:gd name="connsiteY75" fmla="*/ 3306325 h 3526297"/>
                <a:gd name="connsiteX76" fmla="*/ 3061230 w 4960548"/>
                <a:gd name="connsiteY76" fmla="*/ 3404897 h 3526297"/>
                <a:gd name="connsiteX77" fmla="*/ 2583137 w 4960548"/>
                <a:gd name="connsiteY77" fmla="*/ 3518292 h 3526297"/>
                <a:gd name="connsiteX78" fmla="*/ 2460038 w 4960548"/>
                <a:gd name="connsiteY78" fmla="*/ 3525622 h 3526297"/>
                <a:gd name="connsiteX79" fmla="*/ 2429264 w 4960548"/>
                <a:gd name="connsiteY79" fmla="*/ 3526280 h 3526297"/>
                <a:gd name="connsiteX80" fmla="*/ 2398576 w 4960548"/>
                <a:gd name="connsiteY80" fmla="*/ 3526116 h 3526297"/>
                <a:gd name="connsiteX81" fmla="*/ 2367977 w 4960548"/>
                <a:gd name="connsiteY81" fmla="*/ 3525786 h 3526297"/>
                <a:gd name="connsiteX82" fmla="*/ 2338249 w 4960548"/>
                <a:gd name="connsiteY82" fmla="*/ 3524716 h 3526297"/>
                <a:gd name="connsiteX83" fmla="*/ 2100770 w 4960548"/>
                <a:gd name="connsiteY83" fmla="*/ 3506845 h 3526297"/>
                <a:gd name="connsiteX84" fmla="*/ 1864776 w 4960548"/>
                <a:gd name="connsiteY84" fmla="*/ 3467483 h 3526297"/>
                <a:gd name="connsiteX85" fmla="*/ 1632964 w 4960548"/>
                <a:gd name="connsiteY85" fmla="*/ 3405803 h 3526297"/>
                <a:gd name="connsiteX86" fmla="*/ 1189219 w 4960548"/>
                <a:gd name="connsiteY86" fmla="*/ 3220352 h 3526297"/>
                <a:gd name="connsiteX87" fmla="*/ 815305 w 4960548"/>
                <a:gd name="connsiteY87" fmla="*/ 2931634 h 3526297"/>
                <a:gd name="connsiteX88" fmla="*/ 663699 w 4960548"/>
                <a:gd name="connsiteY88" fmla="*/ 2757877 h 3526297"/>
                <a:gd name="connsiteX89" fmla="*/ 531274 w 4960548"/>
                <a:gd name="connsiteY89" fmla="*/ 2573907 h 3526297"/>
                <a:gd name="connsiteX90" fmla="*/ 500325 w 4960548"/>
                <a:gd name="connsiteY90" fmla="*/ 2527051 h 3526297"/>
                <a:gd name="connsiteX91" fmla="*/ 470771 w 4960548"/>
                <a:gd name="connsiteY91" fmla="*/ 2481594 h 3526297"/>
                <a:gd name="connsiteX92" fmla="*/ 412448 w 4960548"/>
                <a:gd name="connsiteY92" fmla="*/ 2393479 h 3526297"/>
                <a:gd name="connsiteX93" fmla="*/ 291616 w 4960548"/>
                <a:gd name="connsiteY93" fmla="*/ 2213464 h 3526297"/>
                <a:gd name="connsiteX94" fmla="*/ 173662 w 4960548"/>
                <a:gd name="connsiteY94" fmla="*/ 2023154 h 3526297"/>
                <a:gd name="connsiteX95" fmla="*/ 120483 w 4960548"/>
                <a:gd name="connsiteY95" fmla="*/ 1922276 h 3526297"/>
                <a:gd name="connsiteX96" fmla="*/ 75324 w 4960548"/>
                <a:gd name="connsiteY96" fmla="*/ 1816703 h 3526297"/>
                <a:gd name="connsiteX97" fmla="*/ 40713 w 4960548"/>
                <a:gd name="connsiteY97" fmla="*/ 1707179 h 3526297"/>
                <a:gd name="connsiteX98" fmla="*/ 27811 w 4960548"/>
                <a:gd name="connsiteY98" fmla="*/ 1651346 h 3526297"/>
                <a:gd name="connsiteX99" fmla="*/ 22144 w 4960548"/>
                <a:gd name="connsiteY99" fmla="*/ 1623346 h 3526297"/>
                <a:gd name="connsiteX100" fmla="*/ 17436 w 4960548"/>
                <a:gd name="connsiteY100" fmla="*/ 1595265 h 3526297"/>
                <a:gd name="connsiteX101" fmla="*/ 0 w 4960548"/>
                <a:gd name="connsiteY101" fmla="*/ 1370286 h 3526297"/>
                <a:gd name="connsiteX102" fmla="*/ 48385 w 4960548"/>
                <a:gd name="connsiteY102" fmla="*/ 931939 h 3526297"/>
                <a:gd name="connsiteX103" fmla="*/ 193801 w 4960548"/>
                <a:gd name="connsiteY103" fmla="*/ 511957 h 3526297"/>
                <a:gd name="connsiteX104" fmla="*/ 431660 w 4960548"/>
                <a:gd name="connsiteY104" fmla="*/ 131379 h 3526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4960548" h="3526297">
                  <a:moveTo>
                    <a:pt x="542883" y="0"/>
                  </a:moveTo>
                  <a:lnTo>
                    <a:pt x="826658" y="0"/>
                  </a:lnTo>
                  <a:lnTo>
                    <a:pt x="730698" y="89329"/>
                  </a:lnTo>
                  <a:cubicBezTo>
                    <a:pt x="681528" y="139120"/>
                    <a:pt x="634626" y="190876"/>
                    <a:pt x="590295" y="244485"/>
                  </a:cubicBezTo>
                  <a:cubicBezTo>
                    <a:pt x="501458" y="351540"/>
                    <a:pt x="423083" y="466336"/>
                    <a:pt x="357524" y="587307"/>
                  </a:cubicBezTo>
                  <a:cubicBezTo>
                    <a:pt x="291965" y="708196"/>
                    <a:pt x="237391" y="834767"/>
                    <a:pt x="199554" y="966280"/>
                  </a:cubicBezTo>
                  <a:cubicBezTo>
                    <a:pt x="161632" y="1097463"/>
                    <a:pt x="142016" y="1233833"/>
                    <a:pt x="142104" y="1370286"/>
                  </a:cubicBezTo>
                  <a:cubicBezTo>
                    <a:pt x="142888" y="1437319"/>
                    <a:pt x="149862" y="1503858"/>
                    <a:pt x="166339" y="1568090"/>
                  </a:cubicBezTo>
                  <a:cubicBezTo>
                    <a:pt x="182555" y="1632405"/>
                    <a:pt x="207750" y="1693921"/>
                    <a:pt x="237914" y="1753129"/>
                  </a:cubicBezTo>
                  <a:cubicBezTo>
                    <a:pt x="253170" y="1782693"/>
                    <a:pt x="270084" y="1811680"/>
                    <a:pt x="287868" y="1840255"/>
                  </a:cubicBezTo>
                  <a:cubicBezTo>
                    <a:pt x="305914" y="1868748"/>
                    <a:pt x="325181" y="1896830"/>
                    <a:pt x="345232" y="1924581"/>
                  </a:cubicBezTo>
                  <a:cubicBezTo>
                    <a:pt x="385858" y="1979920"/>
                    <a:pt x="431017" y="2033612"/>
                    <a:pt x="477745" y="2087551"/>
                  </a:cubicBezTo>
                  <a:cubicBezTo>
                    <a:pt x="524474" y="2141573"/>
                    <a:pt x="573294" y="2195594"/>
                    <a:pt x="621156" y="2251756"/>
                  </a:cubicBezTo>
                  <a:cubicBezTo>
                    <a:pt x="645130" y="2279755"/>
                    <a:pt x="668843" y="2308412"/>
                    <a:pt x="692469" y="2337482"/>
                  </a:cubicBezTo>
                  <a:lnTo>
                    <a:pt x="726731" y="2379562"/>
                  </a:lnTo>
                  <a:cubicBezTo>
                    <a:pt x="737977" y="2392986"/>
                    <a:pt x="748700" y="2406738"/>
                    <a:pt x="760295" y="2419831"/>
                  </a:cubicBezTo>
                  <a:cubicBezTo>
                    <a:pt x="850788" y="2526392"/>
                    <a:pt x="948952" y="2624470"/>
                    <a:pt x="1048685" y="2717443"/>
                  </a:cubicBezTo>
                  <a:cubicBezTo>
                    <a:pt x="1098814" y="2763724"/>
                    <a:pt x="1149814" y="2808439"/>
                    <a:pt x="1202035" y="2851344"/>
                  </a:cubicBezTo>
                  <a:cubicBezTo>
                    <a:pt x="1254256" y="2894248"/>
                    <a:pt x="1307435" y="2935752"/>
                    <a:pt x="1362620" y="2974785"/>
                  </a:cubicBezTo>
                  <a:cubicBezTo>
                    <a:pt x="1472554" y="3053017"/>
                    <a:pt x="1591118" y="3122932"/>
                    <a:pt x="1721364" y="3170036"/>
                  </a:cubicBezTo>
                  <a:cubicBezTo>
                    <a:pt x="1786314" y="3193588"/>
                    <a:pt x="1853617" y="3211622"/>
                    <a:pt x="1922052" y="3225210"/>
                  </a:cubicBezTo>
                  <a:cubicBezTo>
                    <a:pt x="1939227" y="3228422"/>
                    <a:pt x="1956227" y="3232128"/>
                    <a:pt x="1973488" y="3234928"/>
                  </a:cubicBezTo>
                  <a:lnTo>
                    <a:pt x="2025360" y="3243080"/>
                  </a:lnTo>
                  <a:cubicBezTo>
                    <a:pt x="2060145" y="3247445"/>
                    <a:pt x="2094930" y="3252056"/>
                    <a:pt x="2130063" y="3254774"/>
                  </a:cubicBezTo>
                  <a:cubicBezTo>
                    <a:pt x="2147587" y="3256338"/>
                    <a:pt x="2165109" y="3257821"/>
                    <a:pt x="2182719" y="3258562"/>
                  </a:cubicBezTo>
                  <a:cubicBezTo>
                    <a:pt x="2200330" y="3259385"/>
                    <a:pt x="2217853" y="3260703"/>
                    <a:pt x="2235551" y="3261197"/>
                  </a:cubicBezTo>
                  <a:lnTo>
                    <a:pt x="2288556" y="3262350"/>
                  </a:lnTo>
                  <a:cubicBezTo>
                    <a:pt x="2306166" y="3262761"/>
                    <a:pt x="2323951" y="3262185"/>
                    <a:pt x="2341648" y="3262103"/>
                  </a:cubicBezTo>
                  <a:lnTo>
                    <a:pt x="2368238" y="3261856"/>
                  </a:lnTo>
                  <a:cubicBezTo>
                    <a:pt x="2376869" y="3261609"/>
                    <a:pt x="2385325" y="3261115"/>
                    <a:pt x="2393869" y="3260785"/>
                  </a:cubicBezTo>
                  <a:cubicBezTo>
                    <a:pt x="2402412" y="3260373"/>
                    <a:pt x="2410956" y="3260127"/>
                    <a:pt x="2419413" y="3259550"/>
                  </a:cubicBezTo>
                  <a:lnTo>
                    <a:pt x="2444869" y="3257574"/>
                  </a:lnTo>
                  <a:cubicBezTo>
                    <a:pt x="2478782" y="3255021"/>
                    <a:pt x="2512434" y="3250739"/>
                    <a:pt x="2545824" y="3245798"/>
                  </a:cubicBezTo>
                  <a:cubicBezTo>
                    <a:pt x="2679470" y="3224881"/>
                    <a:pt x="2807973" y="3183954"/>
                    <a:pt x="2930373" y="3126555"/>
                  </a:cubicBezTo>
                  <a:cubicBezTo>
                    <a:pt x="3053210" y="3069817"/>
                    <a:pt x="3170118" y="2997184"/>
                    <a:pt x="3285631" y="2917552"/>
                  </a:cubicBezTo>
                  <a:cubicBezTo>
                    <a:pt x="3314487" y="2897706"/>
                    <a:pt x="3343169" y="2876954"/>
                    <a:pt x="3371764" y="2856120"/>
                  </a:cubicBezTo>
                  <a:cubicBezTo>
                    <a:pt x="3400534" y="2835285"/>
                    <a:pt x="3429216" y="2814121"/>
                    <a:pt x="3457898" y="2792628"/>
                  </a:cubicBezTo>
                  <a:lnTo>
                    <a:pt x="3632344" y="2660869"/>
                  </a:lnTo>
                  <a:cubicBezTo>
                    <a:pt x="3752043" y="2571190"/>
                    <a:pt x="3872873" y="2487687"/>
                    <a:pt x="3990915" y="2405832"/>
                  </a:cubicBezTo>
                  <a:cubicBezTo>
                    <a:pt x="4108869" y="2323976"/>
                    <a:pt x="4222378" y="2241297"/>
                    <a:pt x="4324988" y="2152196"/>
                  </a:cubicBezTo>
                  <a:cubicBezTo>
                    <a:pt x="4427598" y="2063258"/>
                    <a:pt x="4520270" y="1968474"/>
                    <a:pt x="4592106" y="1861501"/>
                  </a:cubicBezTo>
                  <a:cubicBezTo>
                    <a:pt x="4628024" y="1808057"/>
                    <a:pt x="4658712" y="1751730"/>
                    <a:pt x="4683122" y="1692521"/>
                  </a:cubicBezTo>
                  <a:cubicBezTo>
                    <a:pt x="4707706" y="1633393"/>
                    <a:pt x="4725404" y="1571467"/>
                    <a:pt x="4738568" y="1507893"/>
                  </a:cubicBezTo>
                  <a:cubicBezTo>
                    <a:pt x="4745106" y="1476106"/>
                    <a:pt x="4750338" y="1443742"/>
                    <a:pt x="4753912" y="1411050"/>
                  </a:cubicBezTo>
                  <a:cubicBezTo>
                    <a:pt x="4754958" y="1402897"/>
                    <a:pt x="4755656" y="1394662"/>
                    <a:pt x="4756440" y="1386509"/>
                  </a:cubicBezTo>
                  <a:cubicBezTo>
                    <a:pt x="4757138" y="1378274"/>
                    <a:pt x="4758010" y="1370204"/>
                    <a:pt x="4758358" y="1361475"/>
                  </a:cubicBezTo>
                  <a:lnTo>
                    <a:pt x="4761148" y="1309759"/>
                  </a:lnTo>
                  <a:cubicBezTo>
                    <a:pt x="4763676" y="1240751"/>
                    <a:pt x="4762106" y="1171659"/>
                    <a:pt x="4756354" y="1102980"/>
                  </a:cubicBezTo>
                  <a:cubicBezTo>
                    <a:pt x="4750774" y="1034218"/>
                    <a:pt x="4740050" y="966033"/>
                    <a:pt x="4725578" y="898753"/>
                  </a:cubicBezTo>
                  <a:cubicBezTo>
                    <a:pt x="4710932" y="831473"/>
                    <a:pt x="4692624" y="765100"/>
                    <a:pt x="4673358" y="699384"/>
                  </a:cubicBezTo>
                  <a:cubicBezTo>
                    <a:pt x="4634912" y="568037"/>
                    <a:pt x="4592456" y="438419"/>
                    <a:pt x="4538491" y="312754"/>
                  </a:cubicBezTo>
                  <a:cubicBezTo>
                    <a:pt x="4511464" y="250003"/>
                    <a:pt x="4481301" y="188406"/>
                    <a:pt x="4446604" y="129196"/>
                  </a:cubicBezTo>
                  <a:cubicBezTo>
                    <a:pt x="4438147" y="114291"/>
                    <a:pt x="4428819" y="99798"/>
                    <a:pt x="4419840" y="85222"/>
                  </a:cubicBezTo>
                  <a:cubicBezTo>
                    <a:pt x="4410598" y="70728"/>
                    <a:pt x="4401008" y="56482"/>
                    <a:pt x="4391680" y="42071"/>
                  </a:cubicBezTo>
                  <a:lnTo>
                    <a:pt x="4361930" y="0"/>
                  </a:lnTo>
                  <a:lnTo>
                    <a:pt x="4588871" y="0"/>
                  </a:lnTo>
                  <a:lnTo>
                    <a:pt x="4613640" y="38859"/>
                  </a:lnTo>
                  <a:cubicBezTo>
                    <a:pt x="4653306" y="102762"/>
                    <a:pt x="4690706" y="167901"/>
                    <a:pt x="4724445" y="234687"/>
                  </a:cubicBezTo>
                  <a:cubicBezTo>
                    <a:pt x="4792096" y="368257"/>
                    <a:pt x="4844230" y="508828"/>
                    <a:pt x="4876138" y="653022"/>
                  </a:cubicBezTo>
                  <a:cubicBezTo>
                    <a:pt x="4892005" y="725161"/>
                    <a:pt x="4903077" y="797874"/>
                    <a:pt x="4911707" y="870671"/>
                  </a:cubicBezTo>
                  <a:cubicBezTo>
                    <a:pt x="4920513" y="943386"/>
                    <a:pt x="4927574" y="1016019"/>
                    <a:pt x="4934810" y="1088487"/>
                  </a:cubicBezTo>
                  <a:cubicBezTo>
                    <a:pt x="4941697" y="1161036"/>
                    <a:pt x="4947799" y="1233586"/>
                    <a:pt x="4953206" y="1306301"/>
                  </a:cubicBezTo>
                  <a:lnTo>
                    <a:pt x="4956954" y="1360899"/>
                  </a:lnTo>
                  <a:cubicBezTo>
                    <a:pt x="4957651" y="1369875"/>
                    <a:pt x="4958087" y="1379510"/>
                    <a:pt x="4958610" y="1388980"/>
                  </a:cubicBezTo>
                  <a:cubicBezTo>
                    <a:pt x="4959133" y="1398450"/>
                    <a:pt x="4959656" y="1408003"/>
                    <a:pt x="4959830" y="1417555"/>
                  </a:cubicBezTo>
                  <a:cubicBezTo>
                    <a:pt x="4961138" y="1455683"/>
                    <a:pt x="4960702" y="1494140"/>
                    <a:pt x="4958174" y="1532680"/>
                  </a:cubicBezTo>
                  <a:cubicBezTo>
                    <a:pt x="4948760" y="1686920"/>
                    <a:pt x="4904908" y="1842314"/>
                    <a:pt x="4834030" y="1984861"/>
                  </a:cubicBezTo>
                  <a:cubicBezTo>
                    <a:pt x="4763328" y="2127820"/>
                    <a:pt x="4665860" y="2256121"/>
                    <a:pt x="4558106" y="2368857"/>
                  </a:cubicBezTo>
                  <a:cubicBezTo>
                    <a:pt x="4504230" y="2425432"/>
                    <a:pt x="4447650" y="2478465"/>
                    <a:pt x="4389936" y="2528945"/>
                  </a:cubicBezTo>
                  <a:cubicBezTo>
                    <a:pt x="4332223" y="2579425"/>
                    <a:pt x="4273726" y="2628011"/>
                    <a:pt x="4214618" y="2674457"/>
                  </a:cubicBezTo>
                  <a:cubicBezTo>
                    <a:pt x="4096664" y="2767759"/>
                    <a:pt x="3976094" y="2852826"/>
                    <a:pt x="3858489" y="2936658"/>
                  </a:cubicBezTo>
                  <a:lnTo>
                    <a:pt x="3768868" y="3000643"/>
                  </a:lnTo>
                  <a:cubicBezTo>
                    <a:pt x="3738530" y="3022136"/>
                    <a:pt x="3707929" y="3043794"/>
                    <a:pt x="3676806" y="3065040"/>
                  </a:cubicBezTo>
                  <a:cubicBezTo>
                    <a:pt x="3645770" y="3086369"/>
                    <a:pt x="3614386" y="3107615"/>
                    <a:pt x="3582477" y="3128614"/>
                  </a:cubicBezTo>
                  <a:cubicBezTo>
                    <a:pt x="3550483" y="3149449"/>
                    <a:pt x="3518226" y="3170118"/>
                    <a:pt x="3485185" y="3190377"/>
                  </a:cubicBezTo>
                  <a:cubicBezTo>
                    <a:pt x="3419452" y="3230975"/>
                    <a:pt x="3351625" y="3270338"/>
                    <a:pt x="3280923" y="3306325"/>
                  </a:cubicBezTo>
                  <a:cubicBezTo>
                    <a:pt x="3210307" y="3342476"/>
                    <a:pt x="3137251" y="3376074"/>
                    <a:pt x="3061230" y="3404897"/>
                  </a:cubicBezTo>
                  <a:cubicBezTo>
                    <a:pt x="2909886" y="3463366"/>
                    <a:pt x="2747295" y="3502810"/>
                    <a:pt x="2583137" y="3518292"/>
                  </a:cubicBezTo>
                  <a:cubicBezTo>
                    <a:pt x="2542075" y="3521999"/>
                    <a:pt x="2501013" y="3524798"/>
                    <a:pt x="2460038" y="3525622"/>
                  </a:cubicBezTo>
                  <a:lnTo>
                    <a:pt x="2429264" y="3526280"/>
                  </a:lnTo>
                  <a:cubicBezTo>
                    <a:pt x="2419064" y="3526363"/>
                    <a:pt x="2408777" y="3526116"/>
                    <a:pt x="2398576" y="3526116"/>
                  </a:cubicBezTo>
                  <a:lnTo>
                    <a:pt x="2367977" y="3525786"/>
                  </a:lnTo>
                  <a:lnTo>
                    <a:pt x="2338249" y="3524716"/>
                  </a:lnTo>
                  <a:cubicBezTo>
                    <a:pt x="2259089" y="3522327"/>
                    <a:pt x="2179756" y="3516399"/>
                    <a:pt x="2100770" y="3506845"/>
                  </a:cubicBezTo>
                  <a:cubicBezTo>
                    <a:pt x="2021699" y="3497787"/>
                    <a:pt x="1942801" y="3484776"/>
                    <a:pt x="1864776" y="3467483"/>
                  </a:cubicBezTo>
                  <a:cubicBezTo>
                    <a:pt x="1786836" y="3450025"/>
                    <a:pt x="1709508" y="3429355"/>
                    <a:pt x="1632964" y="3405803"/>
                  </a:cubicBezTo>
                  <a:cubicBezTo>
                    <a:pt x="1480138" y="3358288"/>
                    <a:pt x="1329055" y="3299160"/>
                    <a:pt x="1189219" y="3220352"/>
                  </a:cubicBezTo>
                  <a:cubicBezTo>
                    <a:pt x="1049296" y="3141708"/>
                    <a:pt x="924367" y="3041982"/>
                    <a:pt x="815305" y="2931634"/>
                  </a:cubicBezTo>
                  <a:cubicBezTo>
                    <a:pt x="760469" y="2876542"/>
                    <a:pt x="710603" y="2817909"/>
                    <a:pt x="663699" y="2757877"/>
                  </a:cubicBezTo>
                  <a:cubicBezTo>
                    <a:pt x="617059" y="2697597"/>
                    <a:pt x="572684" y="2636411"/>
                    <a:pt x="531274" y="2573907"/>
                  </a:cubicBezTo>
                  <a:cubicBezTo>
                    <a:pt x="520638" y="2558426"/>
                    <a:pt x="510612" y="2542697"/>
                    <a:pt x="500325" y="2527051"/>
                  </a:cubicBezTo>
                  <a:lnTo>
                    <a:pt x="470771" y="2481594"/>
                  </a:lnTo>
                  <a:cubicBezTo>
                    <a:pt x="451853" y="2452195"/>
                    <a:pt x="432238" y="2423043"/>
                    <a:pt x="412448" y="2393479"/>
                  </a:cubicBezTo>
                  <a:lnTo>
                    <a:pt x="291616" y="2213464"/>
                  </a:lnTo>
                  <a:cubicBezTo>
                    <a:pt x="251078" y="2152113"/>
                    <a:pt x="211062" y="2088951"/>
                    <a:pt x="173662" y="2023154"/>
                  </a:cubicBezTo>
                  <a:cubicBezTo>
                    <a:pt x="155005" y="1990214"/>
                    <a:pt x="136960" y="1956697"/>
                    <a:pt x="120483" y="1922276"/>
                  </a:cubicBezTo>
                  <a:cubicBezTo>
                    <a:pt x="104093" y="1887771"/>
                    <a:pt x="88837" y="1852608"/>
                    <a:pt x="75324" y="1816703"/>
                  </a:cubicBezTo>
                  <a:cubicBezTo>
                    <a:pt x="62072" y="1780717"/>
                    <a:pt x="50303" y="1744235"/>
                    <a:pt x="40713" y="1707179"/>
                  </a:cubicBezTo>
                  <a:cubicBezTo>
                    <a:pt x="36180" y="1688650"/>
                    <a:pt x="31560" y="1670039"/>
                    <a:pt x="27811" y="1651346"/>
                  </a:cubicBezTo>
                  <a:lnTo>
                    <a:pt x="22144" y="1623346"/>
                  </a:lnTo>
                  <a:lnTo>
                    <a:pt x="17436" y="1595265"/>
                  </a:lnTo>
                  <a:cubicBezTo>
                    <a:pt x="5144" y="1520328"/>
                    <a:pt x="0" y="1444978"/>
                    <a:pt x="0" y="1370286"/>
                  </a:cubicBezTo>
                  <a:cubicBezTo>
                    <a:pt x="349" y="1223293"/>
                    <a:pt x="16652" y="1076299"/>
                    <a:pt x="48385" y="931939"/>
                  </a:cubicBezTo>
                  <a:cubicBezTo>
                    <a:pt x="80032" y="787663"/>
                    <a:pt x="128504" y="646187"/>
                    <a:pt x="193801" y="511957"/>
                  </a:cubicBezTo>
                  <a:cubicBezTo>
                    <a:pt x="259404" y="377727"/>
                    <a:pt x="339740" y="250559"/>
                    <a:pt x="431660" y="13137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37F18A98-E8E8-0D98-5C2C-39FCD51D15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61928" y="0"/>
              <a:ext cx="4934374" cy="3484134"/>
            </a:xfrm>
            <a:custGeom>
              <a:avLst/>
              <a:gdLst>
                <a:gd name="connsiteX0" fmla="*/ 585303 w 4934374"/>
                <a:gd name="connsiteY0" fmla="*/ 0 h 3484134"/>
                <a:gd name="connsiteX1" fmla="*/ 1213739 w 4934374"/>
                <a:gd name="connsiteY1" fmla="*/ 0 h 3484134"/>
                <a:gd name="connsiteX2" fmla="*/ 1150162 w 4934374"/>
                <a:gd name="connsiteY2" fmla="*/ 47028 h 3484134"/>
                <a:gd name="connsiteX3" fmla="*/ 626038 w 4934374"/>
                <a:gd name="connsiteY3" fmla="*/ 660944 h 3484134"/>
                <a:gd name="connsiteX4" fmla="*/ 435986 w 4934374"/>
                <a:gd name="connsiteY4" fmla="*/ 1375409 h 3484134"/>
                <a:gd name="connsiteX5" fmla="*/ 750530 w 4934374"/>
                <a:gd name="connsiteY5" fmla="*/ 2038817 h 3484134"/>
                <a:gd name="connsiteX6" fmla="*/ 909024 w 4934374"/>
                <a:gd name="connsiteY6" fmla="*/ 2249384 h 3484134"/>
                <a:gd name="connsiteX7" fmla="*/ 2396223 w 4934374"/>
                <a:gd name="connsiteY7" fmla="*/ 3072468 h 3484134"/>
                <a:gd name="connsiteX8" fmla="*/ 3525201 w 4934374"/>
                <a:gd name="connsiteY8" fmla="*/ 2566101 h 3484134"/>
                <a:gd name="connsiteX9" fmla="*/ 3662596 w 4934374"/>
                <a:gd name="connsiteY9" fmla="*/ 2465552 h 3484134"/>
                <a:gd name="connsiteX10" fmla="*/ 4287500 w 4934374"/>
                <a:gd name="connsiteY10" fmla="*/ 1939915 h 3484134"/>
                <a:gd name="connsiteX11" fmla="*/ 4498563 w 4934374"/>
                <a:gd name="connsiteY11" fmla="*/ 1375409 h 3484134"/>
                <a:gd name="connsiteX12" fmla="*/ 4132831 w 4934374"/>
                <a:gd name="connsiteY12" fmla="*/ 134540 h 3484134"/>
                <a:gd name="connsiteX13" fmla="*/ 4025590 w 4934374"/>
                <a:gd name="connsiteY13" fmla="*/ 0 h 3484134"/>
                <a:gd name="connsiteX14" fmla="*/ 4555675 w 4934374"/>
                <a:gd name="connsiteY14" fmla="*/ 0 h 3484134"/>
                <a:gd name="connsiteX15" fmla="*/ 4605933 w 4934374"/>
                <a:gd name="connsiteY15" fmla="*/ 77740 h 3484134"/>
                <a:gd name="connsiteX16" fmla="*/ 4934374 w 4934374"/>
                <a:gd name="connsiteY16" fmla="*/ 1375327 h 3484134"/>
                <a:gd name="connsiteX17" fmla="*/ 3793540 w 4934374"/>
                <a:gd name="connsiteY17" fmla="*/ 2890475 h 3484134"/>
                <a:gd name="connsiteX18" fmla="*/ 2396135 w 4934374"/>
                <a:gd name="connsiteY18" fmla="*/ 3484134 h 3484134"/>
                <a:gd name="connsiteX19" fmla="*/ 548273 w 4934374"/>
                <a:gd name="connsiteY19" fmla="*/ 2480458 h 3484134"/>
                <a:gd name="connsiteX20" fmla="*/ 0 w 4934374"/>
                <a:gd name="connsiteY20" fmla="*/ 1375327 h 3484134"/>
                <a:gd name="connsiteX21" fmla="*/ 512166 w 4934374"/>
                <a:gd name="connsiteY21" fmla="*/ 77740 h 3484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934374" h="3484134">
                  <a:moveTo>
                    <a:pt x="585303" y="0"/>
                  </a:moveTo>
                  <a:lnTo>
                    <a:pt x="1213739" y="0"/>
                  </a:lnTo>
                  <a:lnTo>
                    <a:pt x="1150162" y="47028"/>
                  </a:lnTo>
                  <a:cubicBezTo>
                    <a:pt x="925762" y="228608"/>
                    <a:pt x="749397" y="435224"/>
                    <a:pt x="626038" y="660944"/>
                  </a:cubicBezTo>
                  <a:cubicBezTo>
                    <a:pt x="499976" y="891687"/>
                    <a:pt x="435986" y="1132066"/>
                    <a:pt x="435986" y="1375409"/>
                  </a:cubicBezTo>
                  <a:cubicBezTo>
                    <a:pt x="435986" y="1620481"/>
                    <a:pt x="538074" y="1763604"/>
                    <a:pt x="750530" y="2038817"/>
                  </a:cubicBezTo>
                  <a:cubicBezTo>
                    <a:pt x="801792" y="2105190"/>
                    <a:pt x="854797" y="2173870"/>
                    <a:pt x="909024" y="2249384"/>
                  </a:cubicBezTo>
                  <a:cubicBezTo>
                    <a:pt x="1323389" y="2826326"/>
                    <a:pt x="1768180" y="3072468"/>
                    <a:pt x="2396223" y="3072468"/>
                  </a:cubicBezTo>
                  <a:cubicBezTo>
                    <a:pt x="2808409" y="3072468"/>
                    <a:pt x="3110835" y="2871947"/>
                    <a:pt x="3525201" y="2566101"/>
                  </a:cubicBezTo>
                  <a:cubicBezTo>
                    <a:pt x="3571493" y="2531926"/>
                    <a:pt x="3617786" y="2498162"/>
                    <a:pt x="3662596" y="2465552"/>
                  </a:cubicBezTo>
                  <a:cubicBezTo>
                    <a:pt x="3905479" y="2288583"/>
                    <a:pt x="4134849" y="2121414"/>
                    <a:pt x="4287500" y="1939915"/>
                  </a:cubicBezTo>
                  <a:cubicBezTo>
                    <a:pt x="4433440" y="1766404"/>
                    <a:pt x="4498563" y="1592317"/>
                    <a:pt x="4498563" y="1375409"/>
                  </a:cubicBezTo>
                  <a:cubicBezTo>
                    <a:pt x="4498563" y="899696"/>
                    <a:pt x="4369741" y="465973"/>
                    <a:pt x="4132831" y="134540"/>
                  </a:cubicBezTo>
                  <a:lnTo>
                    <a:pt x="4025590" y="0"/>
                  </a:lnTo>
                  <a:lnTo>
                    <a:pt x="4555675" y="0"/>
                  </a:lnTo>
                  <a:lnTo>
                    <a:pt x="4605933" y="77740"/>
                  </a:lnTo>
                  <a:cubicBezTo>
                    <a:pt x="4820335" y="448137"/>
                    <a:pt x="4934374" y="894662"/>
                    <a:pt x="4934374" y="1375327"/>
                  </a:cubicBezTo>
                  <a:cubicBezTo>
                    <a:pt x="4934374" y="2116884"/>
                    <a:pt x="4369100" y="2465635"/>
                    <a:pt x="3793540" y="2890475"/>
                  </a:cubicBezTo>
                  <a:cubicBezTo>
                    <a:pt x="3374293" y="3199945"/>
                    <a:pt x="2970389" y="3484134"/>
                    <a:pt x="2396135" y="3484134"/>
                  </a:cubicBezTo>
                  <a:cubicBezTo>
                    <a:pt x="1544564" y="3484134"/>
                    <a:pt x="991670" y="3097832"/>
                    <a:pt x="548273" y="2480458"/>
                  </a:cubicBezTo>
                  <a:cubicBezTo>
                    <a:pt x="282201" y="2110049"/>
                    <a:pt x="0" y="1856001"/>
                    <a:pt x="0" y="1375327"/>
                  </a:cubicBezTo>
                  <a:cubicBezTo>
                    <a:pt x="0" y="894662"/>
                    <a:pt x="195505" y="448137"/>
                    <a:pt x="512166" y="777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F4B0A497-CE44-2806-28CB-E5E36EB72F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61928" y="0"/>
              <a:ext cx="4934374" cy="3484134"/>
            </a:xfrm>
            <a:custGeom>
              <a:avLst/>
              <a:gdLst>
                <a:gd name="connsiteX0" fmla="*/ 585303 w 4934374"/>
                <a:gd name="connsiteY0" fmla="*/ 0 h 3484134"/>
                <a:gd name="connsiteX1" fmla="*/ 1354934 w 4934374"/>
                <a:gd name="connsiteY1" fmla="*/ 0 h 3484134"/>
                <a:gd name="connsiteX2" fmla="*/ 1206830 w 4934374"/>
                <a:gd name="connsiteY2" fmla="*/ 109531 h 3484134"/>
                <a:gd name="connsiteX3" fmla="*/ 703453 w 4934374"/>
                <a:gd name="connsiteY3" fmla="*/ 698660 h 3484134"/>
                <a:gd name="connsiteX4" fmla="*/ 523079 w 4934374"/>
                <a:gd name="connsiteY4" fmla="*/ 1375409 h 3484134"/>
                <a:gd name="connsiteX5" fmla="*/ 820885 w 4934374"/>
                <a:gd name="connsiteY5" fmla="*/ 1990313 h 3484134"/>
                <a:gd name="connsiteX6" fmla="*/ 981122 w 4934374"/>
                <a:gd name="connsiteY6" fmla="*/ 2203186 h 3484134"/>
                <a:gd name="connsiteX7" fmla="*/ 1592426 w 4934374"/>
                <a:gd name="connsiteY7" fmla="*/ 2792645 h 3484134"/>
                <a:gd name="connsiteX8" fmla="*/ 2396135 w 4934374"/>
                <a:gd name="connsiteY8" fmla="*/ 2990119 h 3484134"/>
                <a:gd name="connsiteX9" fmla="*/ 2913112 w 4934374"/>
                <a:gd name="connsiteY9" fmla="*/ 2864371 h 3484134"/>
                <a:gd name="connsiteX10" fmla="*/ 3471411 w 4934374"/>
                <a:gd name="connsiteY10" fmla="*/ 2501292 h 3484134"/>
                <a:gd name="connsiteX11" fmla="*/ 3609242 w 4934374"/>
                <a:gd name="connsiteY11" fmla="*/ 2400414 h 3484134"/>
                <a:gd name="connsiteX12" fmla="*/ 4219151 w 4934374"/>
                <a:gd name="connsiteY12" fmla="*/ 1888693 h 3484134"/>
                <a:gd name="connsiteX13" fmla="*/ 4411296 w 4934374"/>
                <a:gd name="connsiteY13" fmla="*/ 1375409 h 3484134"/>
                <a:gd name="connsiteX14" fmla="*/ 3957874 w 4934374"/>
                <a:gd name="connsiteY14" fmla="*/ 51887 h 3484134"/>
                <a:gd name="connsiteX15" fmla="*/ 3906637 w 4934374"/>
                <a:gd name="connsiteY15" fmla="*/ 0 h 3484134"/>
                <a:gd name="connsiteX16" fmla="*/ 4555675 w 4934374"/>
                <a:gd name="connsiteY16" fmla="*/ 0 h 3484134"/>
                <a:gd name="connsiteX17" fmla="*/ 4605933 w 4934374"/>
                <a:gd name="connsiteY17" fmla="*/ 77740 h 3484134"/>
                <a:gd name="connsiteX18" fmla="*/ 4934374 w 4934374"/>
                <a:gd name="connsiteY18" fmla="*/ 1375327 h 3484134"/>
                <a:gd name="connsiteX19" fmla="*/ 3793540 w 4934374"/>
                <a:gd name="connsiteY19" fmla="*/ 2890475 h 3484134"/>
                <a:gd name="connsiteX20" fmla="*/ 2396135 w 4934374"/>
                <a:gd name="connsiteY20" fmla="*/ 3484134 h 3484134"/>
                <a:gd name="connsiteX21" fmla="*/ 548273 w 4934374"/>
                <a:gd name="connsiteY21" fmla="*/ 2480458 h 3484134"/>
                <a:gd name="connsiteX22" fmla="*/ 0 w 4934374"/>
                <a:gd name="connsiteY22" fmla="*/ 1375327 h 3484134"/>
                <a:gd name="connsiteX23" fmla="*/ 512166 w 4934374"/>
                <a:gd name="connsiteY23" fmla="*/ 77740 h 3484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934374" h="3484134">
                  <a:moveTo>
                    <a:pt x="585303" y="0"/>
                  </a:moveTo>
                  <a:lnTo>
                    <a:pt x="1354934" y="0"/>
                  </a:lnTo>
                  <a:lnTo>
                    <a:pt x="1206830" y="109531"/>
                  </a:lnTo>
                  <a:cubicBezTo>
                    <a:pt x="994024" y="281725"/>
                    <a:pt x="820013" y="485457"/>
                    <a:pt x="703453" y="698660"/>
                  </a:cubicBezTo>
                  <a:cubicBezTo>
                    <a:pt x="583756" y="917627"/>
                    <a:pt x="523079" y="1145324"/>
                    <a:pt x="523079" y="1375409"/>
                  </a:cubicBezTo>
                  <a:cubicBezTo>
                    <a:pt x="523079" y="1595282"/>
                    <a:pt x="614356" y="1722842"/>
                    <a:pt x="820885" y="1990313"/>
                  </a:cubicBezTo>
                  <a:cubicBezTo>
                    <a:pt x="872582" y="2057263"/>
                    <a:pt x="926023" y="2126519"/>
                    <a:pt x="981122" y="2203186"/>
                  </a:cubicBezTo>
                  <a:cubicBezTo>
                    <a:pt x="1175968" y="2474445"/>
                    <a:pt x="1375871" y="2667309"/>
                    <a:pt x="1592426" y="2792645"/>
                  </a:cubicBezTo>
                  <a:cubicBezTo>
                    <a:pt x="1821970" y="2925557"/>
                    <a:pt x="2084904" y="2990119"/>
                    <a:pt x="2396135" y="2990119"/>
                  </a:cubicBezTo>
                  <a:cubicBezTo>
                    <a:pt x="2572762" y="2990119"/>
                    <a:pt x="2737009" y="2950179"/>
                    <a:pt x="2913112" y="2864371"/>
                  </a:cubicBezTo>
                  <a:cubicBezTo>
                    <a:pt x="3093922" y="2776257"/>
                    <a:pt x="3272903" y="2647792"/>
                    <a:pt x="3471411" y="2501292"/>
                  </a:cubicBezTo>
                  <a:cubicBezTo>
                    <a:pt x="3517964" y="2466952"/>
                    <a:pt x="3564344" y="2433106"/>
                    <a:pt x="3609242" y="2400414"/>
                  </a:cubicBezTo>
                  <a:cubicBezTo>
                    <a:pt x="3847766" y="2226574"/>
                    <a:pt x="4073038" y="2062368"/>
                    <a:pt x="4219151" y="1888693"/>
                  </a:cubicBezTo>
                  <a:cubicBezTo>
                    <a:pt x="4353844" y="1728606"/>
                    <a:pt x="4411296" y="1575106"/>
                    <a:pt x="4411296" y="1375409"/>
                  </a:cubicBezTo>
                  <a:cubicBezTo>
                    <a:pt x="4411296" y="851089"/>
                    <a:pt x="4250274" y="381038"/>
                    <a:pt x="3957874" y="51887"/>
                  </a:cubicBezTo>
                  <a:lnTo>
                    <a:pt x="3906637" y="0"/>
                  </a:lnTo>
                  <a:lnTo>
                    <a:pt x="4555675" y="0"/>
                  </a:lnTo>
                  <a:lnTo>
                    <a:pt x="4605933" y="77740"/>
                  </a:lnTo>
                  <a:cubicBezTo>
                    <a:pt x="4820335" y="448137"/>
                    <a:pt x="4934374" y="894662"/>
                    <a:pt x="4934374" y="1375327"/>
                  </a:cubicBezTo>
                  <a:cubicBezTo>
                    <a:pt x="4934374" y="2116884"/>
                    <a:pt x="4369100" y="2465635"/>
                    <a:pt x="3793540" y="2890475"/>
                  </a:cubicBezTo>
                  <a:cubicBezTo>
                    <a:pt x="3374293" y="3199945"/>
                    <a:pt x="2970389" y="3484134"/>
                    <a:pt x="2396135" y="3484134"/>
                  </a:cubicBezTo>
                  <a:cubicBezTo>
                    <a:pt x="1544564" y="3484134"/>
                    <a:pt x="991670" y="3097832"/>
                    <a:pt x="548273" y="2480458"/>
                  </a:cubicBezTo>
                  <a:cubicBezTo>
                    <a:pt x="282201" y="2110049"/>
                    <a:pt x="0" y="1856001"/>
                    <a:pt x="0" y="1375327"/>
                  </a:cubicBezTo>
                  <a:cubicBezTo>
                    <a:pt x="0" y="894662"/>
                    <a:pt x="195505" y="448137"/>
                    <a:pt x="512166" y="777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60DFD85B-6721-1BAE-66A6-24401C2465FF}"/>
              </a:ext>
            </a:extLst>
          </p:cNvPr>
          <p:cNvSpPr txBox="1"/>
          <p:nvPr/>
        </p:nvSpPr>
        <p:spPr>
          <a:xfrm>
            <a:off x="728860" y="782884"/>
            <a:ext cx="5368188" cy="14465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400" b="1" dirty="0">
                <a:ea typeface="+mn-lt"/>
                <a:cs typeface="+mn-lt"/>
              </a:rPr>
              <a:t>Cel </a:t>
            </a:r>
            <a:r>
              <a:rPr lang="en-US" sz="4400" b="1" dirty="0" err="1">
                <a:ea typeface="+mn-lt"/>
                <a:cs typeface="+mn-lt"/>
              </a:rPr>
              <a:t>i</a:t>
            </a:r>
            <a:r>
              <a:rPr lang="en-US" sz="4400" b="1" dirty="0">
                <a:ea typeface="+mn-lt"/>
                <a:cs typeface="+mn-lt"/>
              </a:rPr>
              <a:t> </a:t>
            </a:r>
            <a:r>
              <a:rPr lang="en-US" sz="4400" b="1" dirty="0" err="1">
                <a:ea typeface="+mn-lt"/>
                <a:cs typeface="+mn-lt"/>
              </a:rPr>
              <a:t>założenia</a:t>
            </a:r>
            <a:r>
              <a:rPr lang="en-US" sz="4400" b="1" dirty="0">
                <a:ea typeface="+mn-lt"/>
                <a:cs typeface="+mn-lt"/>
              </a:rPr>
              <a:t> </a:t>
            </a:r>
            <a:r>
              <a:rPr lang="en-US" sz="4400" b="1" dirty="0" err="1">
                <a:ea typeface="+mn-lt"/>
                <a:cs typeface="+mn-lt"/>
              </a:rPr>
              <a:t>projektu</a:t>
            </a:r>
            <a:r>
              <a:rPr lang="en-US" sz="4400" b="1" dirty="0">
                <a:ea typeface="+mn-lt"/>
                <a:cs typeface="+mn-lt"/>
              </a:rPr>
              <a:t>:</a:t>
            </a:r>
            <a:endParaRPr lang="en-US" b="1" dirty="0" err="1">
              <a:ea typeface="+mn-lt"/>
              <a:cs typeface="+mn-lt"/>
            </a:endParaRP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FCFDFDBB-9C04-90BD-DA9E-EB96826DFA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32865" y="2310840"/>
            <a:ext cx="4753534" cy="4045189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2800" b="1" err="1">
                <a:ea typeface="+mn-lt"/>
                <a:cs typeface="+mn-lt"/>
              </a:rPr>
              <a:t>Rozwój</a:t>
            </a:r>
            <a:r>
              <a:rPr lang="en-US" sz="2800" b="1" dirty="0">
                <a:ea typeface="+mn-lt"/>
                <a:cs typeface="+mn-lt"/>
              </a:rPr>
              <a:t> </a:t>
            </a:r>
            <a:r>
              <a:rPr lang="en-US" sz="2800" b="1" err="1">
                <a:ea typeface="+mn-lt"/>
                <a:cs typeface="+mn-lt"/>
              </a:rPr>
              <a:t>kompetencji</a:t>
            </a:r>
            <a:r>
              <a:rPr lang="en-US" sz="2800" b="1" dirty="0">
                <a:ea typeface="+mn-lt"/>
                <a:cs typeface="+mn-lt"/>
              </a:rPr>
              <a:t> </a:t>
            </a:r>
            <a:r>
              <a:rPr lang="en-US" sz="2800" b="1" err="1">
                <a:ea typeface="+mn-lt"/>
                <a:cs typeface="+mn-lt"/>
              </a:rPr>
              <a:t>inżynierskich</a:t>
            </a:r>
            <a:r>
              <a:rPr lang="en-US" sz="2800" b="1" dirty="0">
                <a:ea typeface="+mn-lt"/>
                <a:cs typeface="+mn-lt"/>
              </a:rPr>
              <a:t> </a:t>
            </a:r>
            <a:r>
              <a:rPr lang="en-US" sz="2800" b="1" err="1">
                <a:ea typeface="+mn-lt"/>
                <a:cs typeface="+mn-lt"/>
              </a:rPr>
              <a:t>i</a:t>
            </a:r>
            <a:r>
              <a:rPr lang="en-US" sz="2800" b="1" dirty="0">
                <a:ea typeface="+mn-lt"/>
                <a:cs typeface="+mn-lt"/>
              </a:rPr>
              <a:t> </a:t>
            </a:r>
            <a:r>
              <a:rPr lang="en-US" sz="2800" b="1" err="1">
                <a:ea typeface="+mn-lt"/>
                <a:cs typeface="+mn-lt"/>
              </a:rPr>
              <a:t>zespołowych</a:t>
            </a:r>
            <a:endParaRPr lang="en-US" b="1" err="1"/>
          </a:p>
          <a:p>
            <a:pPr algn="ctr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1181092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ECB469-E6B6-DD44-1FDE-48E5F5FD6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3" name="Rectangle 52">
            <a:extLst>
              <a:ext uri="{FF2B5EF4-FFF2-40B4-BE49-F238E27FC236}">
                <a16:creationId xmlns:a16="http://schemas.microsoft.com/office/drawing/2014/main" id="{0647B1DF-ABF9-DEEC-DC02-6AC1D92D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59E81F2-DD00-16CA-9A86-92B2B1337B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F85764-7619-64FE-8097-34D28B55E6E4}"/>
              </a:ext>
            </a:extLst>
          </p:cNvPr>
          <p:cNvSpPr txBox="1"/>
          <p:nvPr/>
        </p:nvSpPr>
        <p:spPr>
          <a:xfrm>
            <a:off x="1169701" y="1823604"/>
            <a:ext cx="9833548" cy="1325563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Organizacja </a:t>
            </a:r>
            <a:r>
              <a:rPr lang="en-US" sz="4000" b="1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pracy</a:t>
            </a:r>
            <a:r>
              <a:rPr lang="en-US" sz="40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 </a:t>
            </a:r>
            <a:r>
              <a:rPr lang="en-US" sz="4000" b="1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i</a:t>
            </a:r>
            <a:r>
              <a:rPr lang="en-US" sz="40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 </a:t>
            </a:r>
            <a:r>
              <a:rPr lang="en-US" sz="4000" b="1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komunikacja</a:t>
            </a:r>
            <a:endParaRPr lang="en-US" sz="4000" b="1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dirty="0" err="1">
                <a:solidFill>
                  <a:schemeClr val="tx2"/>
                </a:solidFill>
                <a:latin typeface="Aptos Display"/>
                <a:ea typeface="+mj-ea"/>
                <a:cs typeface="+mj-cs"/>
              </a:rPr>
              <a:t>Nadzór</a:t>
            </a:r>
            <a:r>
              <a:rPr lang="en-US" sz="4000" b="1" dirty="0">
                <a:solidFill>
                  <a:schemeClr val="tx2"/>
                </a:solidFill>
                <a:latin typeface="Aptos Display"/>
                <a:ea typeface="+mj-ea"/>
                <a:cs typeface="+mj-cs"/>
              </a:rPr>
              <a:t> </a:t>
            </a:r>
            <a:r>
              <a:rPr lang="en-US" sz="4000" b="1" dirty="0" err="1">
                <a:solidFill>
                  <a:schemeClr val="tx2"/>
                </a:solidFill>
                <a:latin typeface="Aptos Display"/>
                <a:ea typeface="+mj-ea"/>
                <a:cs typeface="+mj-cs"/>
              </a:rPr>
              <a:t>merytoryczny</a:t>
            </a:r>
            <a:r>
              <a:rPr lang="en-US" sz="4000" b="1" dirty="0">
                <a:solidFill>
                  <a:schemeClr val="tx2"/>
                </a:solidFill>
                <a:latin typeface="Aptos Display"/>
                <a:ea typeface="+mj-ea"/>
                <a:cs typeface="+mj-cs"/>
              </a:rPr>
              <a:t>:</a:t>
            </a: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5DD9111E-938F-28FF-F0B1-19E49420F7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89890" y="0"/>
            <a:ext cx="3902110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50BE4962-3323-934D-BB48-E6BCEA6AD1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AE1FCA54-5CB1-E6A6-CC11-557B303011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07F72904-ADA7-1FEA-0900-FEAAB753DC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C8AB5EE1-3B49-1BA2-CEA9-93D5CEE5D4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840E4997-0A68-3235-F684-829A404A19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884201" y="3433904"/>
            <a:ext cx="6414073" cy="2693976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r>
              <a:rPr lang="en-US" sz="2800" b="1" dirty="0" err="1">
                <a:solidFill>
                  <a:schemeClr val="tx2"/>
                </a:solidFill>
                <a:ea typeface="+mn-lt"/>
                <a:cs typeface="+mn-lt"/>
              </a:rPr>
              <a:t>Comiesięczne</a:t>
            </a:r>
            <a:r>
              <a:rPr lang="en-US" sz="2800" b="1" dirty="0">
                <a:solidFill>
                  <a:schemeClr val="tx2"/>
                </a:solidFill>
                <a:ea typeface="+mn-lt"/>
                <a:cs typeface="+mn-lt"/>
              </a:rPr>
              <a:t> </a:t>
            </a:r>
            <a:r>
              <a:rPr lang="en-US" sz="2800" b="1" dirty="0" err="1">
                <a:solidFill>
                  <a:schemeClr val="tx2"/>
                </a:solidFill>
                <a:ea typeface="+mn-lt"/>
                <a:cs typeface="+mn-lt"/>
              </a:rPr>
              <a:t>konsultacje</a:t>
            </a:r>
            <a:r>
              <a:rPr lang="en-US" sz="2800" b="1" dirty="0">
                <a:solidFill>
                  <a:schemeClr val="tx2"/>
                </a:solidFill>
                <a:ea typeface="+mn-lt"/>
                <a:cs typeface="+mn-lt"/>
              </a:rPr>
              <a:t> z </a:t>
            </a:r>
            <a:r>
              <a:rPr lang="en-US" sz="2800" b="1" dirty="0" err="1">
                <a:solidFill>
                  <a:schemeClr val="tx2"/>
                </a:solidFill>
                <a:ea typeface="+mn-lt"/>
                <a:cs typeface="+mn-lt"/>
              </a:rPr>
              <a:t>opiekunem</a:t>
            </a:r>
          </a:p>
          <a:p>
            <a:pPr marL="457200" indent="-457200">
              <a:buFont typeface="Courier New" panose="020B0604020202020204" pitchFamily="34" charset="0"/>
              <a:buChar char="o"/>
            </a:pPr>
            <a:r>
              <a:rPr lang="en-US" sz="2800" err="1">
                <a:solidFill>
                  <a:schemeClr val="tx2"/>
                </a:solidFill>
                <a:ea typeface="+mn-lt"/>
                <a:cs typeface="+mn-lt"/>
              </a:rPr>
              <a:t>Weryfikacja</a:t>
            </a:r>
            <a:r>
              <a:rPr lang="en-US" sz="2800" dirty="0">
                <a:solidFill>
                  <a:schemeClr val="tx2"/>
                </a:solidFill>
                <a:ea typeface="+mn-lt"/>
                <a:cs typeface="+mn-lt"/>
              </a:rPr>
              <a:t> </a:t>
            </a:r>
            <a:r>
              <a:rPr lang="en-US" sz="2800" err="1">
                <a:solidFill>
                  <a:schemeClr val="tx2"/>
                </a:solidFill>
                <a:ea typeface="+mn-lt"/>
                <a:cs typeface="+mn-lt"/>
              </a:rPr>
              <a:t>postępów</a:t>
            </a:r>
            <a:endParaRPr lang="en-US" sz="2800" b="1" err="1">
              <a:solidFill>
                <a:schemeClr val="tx2"/>
              </a:solidFill>
              <a:ea typeface="+mn-lt"/>
              <a:cs typeface="+mn-lt"/>
            </a:endParaRPr>
          </a:p>
          <a:p>
            <a:pPr marL="457200" indent="-457200">
              <a:buFont typeface="Courier New" panose="020B0604020202020204" pitchFamily="34" charset="0"/>
              <a:buChar char="o"/>
            </a:pPr>
            <a:r>
              <a:rPr lang="en-US" sz="2800" err="1">
                <a:solidFill>
                  <a:schemeClr val="tx2"/>
                </a:solidFill>
                <a:ea typeface="+mn-lt"/>
                <a:cs typeface="+mn-lt"/>
              </a:rPr>
              <a:t>Omówienia</a:t>
            </a:r>
            <a:r>
              <a:rPr lang="en-US" sz="2800" dirty="0">
                <a:solidFill>
                  <a:schemeClr val="tx2"/>
                </a:solidFill>
                <a:ea typeface="+mn-lt"/>
                <a:cs typeface="+mn-lt"/>
              </a:rPr>
              <a:t> </a:t>
            </a:r>
            <a:r>
              <a:rPr lang="en-US" sz="2800" err="1">
                <a:solidFill>
                  <a:schemeClr val="tx2"/>
                </a:solidFill>
                <a:ea typeface="+mn-lt"/>
                <a:cs typeface="+mn-lt"/>
              </a:rPr>
              <a:t>kluczowych</a:t>
            </a:r>
            <a:r>
              <a:rPr lang="en-US" sz="2800" dirty="0">
                <a:solidFill>
                  <a:schemeClr val="tx2"/>
                </a:solidFill>
                <a:ea typeface="+mn-lt"/>
                <a:cs typeface="+mn-lt"/>
              </a:rPr>
              <a:t> </a:t>
            </a:r>
            <a:r>
              <a:rPr lang="en-US" sz="2800" err="1">
                <a:solidFill>
                  <a:schemeClr val="tx2"/>
                </a:solidFill>
                <a:ea typeface="+mn-lt"/>
                <a:cs typeface="+mn-lt"/>
              </a:rPr>
              <a:t>decyzji</a:t>
            </a:r>
            <a:r>
              <a:rPr lang="en-US" sz="2800" dirty="0">
                <a:solidFill>
                  <a:schemeClr val="tx2"/>
                </a:solidFill>
                <a:ea typeface="+mn-lt"/>
                <a:cs typeface="+mn-lt"/>
              </a:rPr>
              <a:t> </a:t>
            </a:r>
            <a:r>
              <a:rPr lang="en-US" sz="2800" err="1">
                <a:solidFill>
                  <a:schemeClr val="tx2"/>
                </a:solidFill>
                <a:ea typeface="+mn-lt"/>
                <a:cs typeface="+mn-lt"/>
              </a:rPr>
              <a:t>architektonicznych</a:t>
            </a:r>
            <a:endParaRPr lang="en-US" sz="2800" dirty="0" err="1">
              <a:solidFill>
                <a:schemeClr val="tx2"/>
              </a:solidFill>
              <a:ea typeface="+mn-lt"/>
              <a:cs typeface="+mn-lt"/>
            </a:endParaRPr>
          </a:p>
          <a:p>
            <a:pPr marL="457200" indent="-457200">
              <a:buFont typeface="Courier New" panose="020B0604020202020204" pitchFamily="34" charset="0"/>
              <a:buChar char="o"/>
            </a:pPr>
            <a:r>
              <a:rPr lang="en-US" sz="2800" dirty="0" err="1">
                <a:solidFill>
                  <a:schemeClr val="tx2"/>
                </a:solidFill>
                <a:ea typeface="+mn-lt"/>
                <a:cs typeface="+mn-lt"/>
              </a:rPr>
              <a:t>Dostosowanie</a:t>
            </a:r>
            <a:r>
              <a:rPr lang="en-US" sz="2800" dirty="0">
                <a:solidFill>
                  <a:schemeClr val="tx2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schemeClr val="tx2"/>
                </a:solidFill>
                <a:ea typeface="+mn-lt"/>
                <a:cs typeface="+mn-lt"/>
              </a:rPr>
              <a:t>zakresu</a:t>
            </a:r>
            <a:r>
              <a:rPr lang="en-US" sz="2800" dirty="0">
                <a:solidFill>
                  <a:schemeClr val="tx2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schemeClr val="tx2"/>
                </a:solidFill>
                <a:ea typeface="+mn-lt"/>
                <a:cs typeface="+mn-lt"/>
              </a:rPr>
              <a:t>prac</a:t>
            </a:r>
            <a:r>
              <a:rPr lang="en-US" sz="2800" dirty="0">
                <a:solidFill>
                  <a:schemeClr val="tx2"/>
                </a:solidFill>
                <a:ea typeface="+mn-lt"/>
                <a:cs typeface="+mn-lt"/>
              </a:rPr>
              <a:t> do </a:t>
            </a:r>
            <a:r>
              <a:rPr lang="en-US" sz="2800" dirty="0" err="1">
                <a:solidFill>
                  <a:schemeClr val="tx2"/>
                </a:solidFill>
                <a:ea typeface="+mn-lt"/>
                <a:cs typeface="+mn-lt"/>
              </a:rPr>
              <a:t>wymagań</a:t>
            </a:r>
            <a:r>
              <a:rPr lang="en-US" sz="2800" dirty="0">
                <a:solidFill>
                  <a:schemeClr val="tx2"/>
                </a:solidFill>
                <a:ea typeface="+mn-lt"/>
                <a:cs typeface="+mn-lt"/>
              </a:rPr>
              <a:t> </a:t>
            </a:r>
            <a:r>
              <a:rPr lang="en-US" sz="2800" dirty="0" err="1">
                <a:solidFill>
                  <a:schemeClr val="tx2"/>
                </a:solidFill>
                <a:ea typeface="+mn-lt"/>
                <a:cs typeface="+mn-lt"/>
              </a:rPr>
              <a:t>akademickich</a:t>
            </a:r>
          </a:p>
          <a:p>
            <a:endParaRPr lang="en-US" sz="2800" dirty="0">
              <a:solidFill>
                <a:schemeClr val="tx2"/>
              </a:solidFill>
            </a:endParaRP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5551DA1D-304A-08F8-129D-B1EE27A8C0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898948" cy="2175328"/>
            <a:chOff x="-305" y="-1"/>
            <a:chExt cx="3832880" cy="2876136"/>
          </a:xfrm>
        </p:grpSpPr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835524E4-3DCE-BAC6-A97D-609DCBF8DE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F005A422-5F6A-F2CB-8118-93CE22B69D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BA80F5A5-99B7-E964-5DB3-C1F816C3F5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6AEA6BE7-6AA5-A513-EA88-800580791F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1062966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447325-609C-B153-9236-F811E0AC21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3" name="Rectangle 52">
            <a:extLst>
              <a:ext uri="{FF2B5EF4-FFF2-40B4-BE49-F238E27FC236}">
                <a16:creationId xmlns:a16="http://schemas.microsoft.com/office/drawing/2014/main" id="{286472F3-5EA0-7346-C662-FDEDBF7824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07AA0A7F-1009-9530-B015-264A97B12F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0DC038-CFE5-1C07-CBA3-08ADA10727D1}"/>
              </a:ext>
            </a:extLst>
          </p:cNvPr>
          <p:cNvSpPr txBox="1"/>
          <p:nvPr/>
        </p:nvSpPr>
        <p:spPr>
          <a:xfrm>
            <a:off x="1169701" y="1823604"/>
            <a:ext cx="9833548" cy="1325563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Organizacja </a:t>
            </a:r>
            <a:r>
              <a:rPr lang="en-US" sz="4000" b="1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pracy</a:t>
            </a:r>
            <a:r>
              <a:rPr lang="en-US" sz="40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 </a:t>
            </a:r>
            <a:r>
              <a:rPr lang="en-US" sz="4000" b="1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i</a:t>
            </a:r>
            <a:r>
              <a:rPr lang="en-US" sz="4000" b="1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 </a:t>
            </a:r>
            <a:r>
              <a:rPr lang="en-US" sz="4000" b="1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komunikacja</a:t>
            </a:r>
            <a:endParaRPr lang="en-US" sz="4000" b="1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err="1">
                <a:solidFill>
                  <a:schemeClr val="tx2"/>
                </a:solidFill>
                <a:ea typeface="+mn-lt"/>
                <a:cs typeface="+mn-lt"/>
              </a:rPr>
              <a:t>Współpraca</a:t>
            </a:r>
            <a:r>
              <a:rPr lang="en-US" sz="4000" b="1" dirty="0">
                <a:solidFill>
                  <a:schemeClr val="tx2"/>
                </a:solidFill>
                <a:ea typeface="+mn-lt"/>
                <a:cs typeface="+mn-lt"/>
              </a:rPr>
              <a:t> </a:t>
            </a:r>
            <a:r>
              <a:rPr lang="en-US" sz="4000" b="1" err="1">
                <a:solidFill>
                  <a:schemeClr val="tx2"/>
                </a:solidFill>
                <a:ea typeface="+mn-lt"/>
                <a:cs typeface="+mn-lt"/>
              </a:rPr>
              <a:t>wewnątrz</a:t>
            </a:r>
            <a:r>
              <a:rPr lang="en-US" sz="4000" b="1" dirty="0">
                <a:solidFill>
                  <a:schemeClr val="tx2"/>
                </a:solidFill>
                <a:ea typeface="+mn-lt"/>
                <a:cs typeface="+mn-lt"/>
              </a:rPr>
              <a:t> </a:t>
            </a:r>
            <a:r>
              <a:rPr lang="en-US" sz="4000" b="1" err="1">
                <a:solidFill>
                  <a:schemeClr val="tx2"/>
                </a:solidFill>
                <a:ea typeface="+mn-lt"/>
                <a:cs typeface="+mn-lt"/>
              </a:rPr>
              <a:t>zespołu</a:t>
            </a:r>
            <a:r>
              <a:rPr lang="en-US" sz="4000" b="1" dirty="0">
                <a:solidFill>
                  <a:schemeClr val="tx2"/>
                </a:solidFill>
                <a:ea typeface="+mn-lt"/>
                <a:cs typeface="+mn-lt"/>
              </a:rPr>
              <a:t>:</a:t>
            </a:r>
            <a:endParaRPr lang="en-US" b="1" dirty="0">
              <a:solidFill>
                <a:schemeClr val="tx2"/>
              </a:solidFill>
              <a:ea typeface="+mj-ea"/>
              <a:cs typeface="+mj-cs"/>
            </a:endParaRP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21B73E4A-8995-0337-A3DB-016C4328C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89890" y="0"/>
            <a:ext cx="3902110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2B9C2D11-BBC7-D28D-1FB8-F89DFCA014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51682AF5-3D34-B246-CDAA-F96C71F225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8D9F82AF-AA2F-75F5-45A3-DAB7A29307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A0E7F679-B4E4-EC6A-DF50-471141A757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BFA5EB12-8398-5CEE-6E3D-5892443A0B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884201" y="3433904"/>
            <a:ext cx="6414073" cy="269397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>
              <a:buFont typeface="Courier New" panose="020B0604020202020204" pitchFamily="34" charset="0"/>
              <a:buChar char="o"/>
            </a:pPr>
            <a:r>
              <a:rPr lang="en-US" sz="2800" err="1">
                <a:solidFill>
                  <a:schemeClr val="tx2"/>
                </a:solidFill>
              </a:rPr>
              <a:t>Systematyczne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err="1">
                <a:solidFill>
                  <a:schemeClr val="tx2"/>
                </a:solidFill>
              </a:rPr>
              <a:t>spotkania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err="1">
                <a:solidFill>
                  <a:schemeClr val="tx2"/>
                </a:solidFill>
              </a:rPr>
              <a:t>wewnętrzne</a:t>
            </a:r>
            <a:endParaRPr lang="en-US" err="1">
              <a:solidFill>
                <a:schemeClr val="tx2"/>
              </a:solidFill>
            </a:endParaRPr>
          </a:p>
          <a:p>
            <a:pPr marL="457200" indent="-457200">
              <a:buFont typeface="Courier New" panose="020B0604020202020204" pitchFamily="34" charset="0"/>
              <a:buChar char="o"/>
            </a:pPr>
            <a:r>
              <a:rPr lang="en-US" sz="2800" err="1">
                <a:solidFill>
                  <a:schemeClr val="tx2"/>
                </a:solidFill>
              </a:rPr>
              <a:t>Dynamiczne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err="1">
                <a:solidFill>
                  <a:schemeClr val="tx2"/>
                </a:solidFill>
              </a:rPr>
              <a:t>rozdzielanie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err="1">
                <a:solidFill>
                  <a:schemeClr val="tx2"/>
                </a:solidFill>
              </a:rPr>
              <a:t>zadań</a:t>
            </a:r>
            <a:endParaRPr lang="en-US" sz="2800" dirty="0" err="1">
              <a:solidFill>
                <a:schemeClr val="tx2"/>
              </a:solidFill>
            </a:endParaRPr>
          </a:p>
          <a:p>
            <a:pPr marL="457200" indent="-457200">
              <a:buFont typeface="Courier New" panose="020B0604020202020204" pitchFamily="34" charset="0"/>
              <a:buChar char="o"/>
            </a:pPr>
            <a:r>
              <a:rPr lang="en-US" sz="2800" dirty="0" err="1">
                <a:solidFill>
                  <a:schemeClr val="tx2"/>
                </a:solidFill>
              </a:rPr>
              <a:t>Synchronizacja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dirty="0" err="1">
                <a:solidFill>
                  <a:schemeClr val="tx2"/>
                </a:solidFill>
              </a:rPr>
              <a:t>wizji</a:t>
            </a:r>
          </a:p>
          <a:p>
            <a:pPr marL="457200" indent="-457200">
              <a:buFont typeface="Courier New" panose="020B0604020202020204" pitchFamily="34" charset="0"/>
              <a:buChar char="o"/>
            </a:pPr>
            <a:r>
              <a:rPr lang="en-US" sz="2800" dirty="0" err="1">
                <a:solidFill>
                  <a:schemeClr val="tx2"/>
                </a:solidFill>
              </a:rPr>
              <a:t>Kultura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dirty="0" err="1">
                <a:solidFill>
                  <a:schemeClr val="tx2"/>
                </a:solidFill>
              </a:rPr>
              <a:t>feedbacku</a:t>
            </a: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FAFBAB93-EF4E-1737-9650-1921364AD9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898948" cy="2175328"/>
            <a:chOff x="-305" y="-1"/>
            <a:chExt cx="3832880" cy="2876136"/>
          </a:xfrm>
        </p:grpSpPr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EA5715C8-5267-BB67-9B11-52D8F6F4F3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7F820448-B8D3-3E98-B251-F69A1FF42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87BE2B05-73DF-E3FC-3A91-429E0CC334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C0168970-6FE1-9512-2F3A-E69E882B58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82761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1A6C818-5E69-FE75-3EB1-58E1D7B463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b="1" dirty="0" err="1">
                <a:solidFill>
                  <a:schemeClr val="tx2"/>
                </a:solidFill>
              </a:rPr>
              <a:t>Wersjonowanie</a:t>
            </a:r>
            <a:r>
              <a:rPr lang="en-US" sz="3600" b="1" dirty="0">
                <a:solidFill>
                  <a:schemeClr val="tx2"/>
                </a:solidFill>
              </a:rPr>
              <a:t> </a:t>
            </a:r>
            <a:r>
              <a:rPr lang="en-US" sz="3600" b="1" dirty="0" err="1">
                <a:solidFill>
                  <a:schemeClr val="tx2"/>
                </a:solidFill>
              </a:rPr>
              <a:t>i</a:t>
            </a:r>
            <a:r>
              <a:rPr lang="en-US" sz="3600" b="1" dirty="0">
                <a:solidFill>
                  <a:schemeClr val="tx2"/>
                </a:solidFill>
              </a:rPr>
              <a:t> </a:t>
            </a:r>
            <a:r>
              <a:rPr lang="en-US" sz="3600" b="1" dirty="0" err="1">
                <a:solidFill>
                  <a:schemeClr val="tx2"/>
                </a:solidFill>
              </a:rPr>
              <a:t>współpraca</a:t>
            </a:r>
            <a:r>
              <a:rPr lang="en-US" sz="3600" b="1" dirty="0">
                <a:solidFill>
                  <a:schemeClr val="tx2"/>
                </a:solidFill>
              </a:rPr>
              <a:t> </a:t>
            </a:r>
            <a:r>
              <a:rPr lang="en-US" sz="3600" b="1" dirty="0" err="1">
                <a:solidFill>
                  <a:schemeClr val="tx2"/>
                </a:solidFill>
              </a:rPr>
              <a:t>zespołowa</a:t>
            </a:r>
            <a:r>
              <a:rPr lang="en-US" sz="3600" b="1" dirty="0">
                <a:solidFill>
                  <a:schemeClr val="tx2"/>
                </a:solidFill>
              </a:rPr>
              <a:t> – GitHub</a:t>
            </a:r>
            <a:endParaRPr lang="en-US" sz="3600" b="1" kern="1200" dirty="0">
              <a:solidFill>
                <a:schemeClr val="tx2"/>
              </a:solidFill>
              <a:latin typeface="+mj-lt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63AD7C-C55E-1EA2-CC2F-39022D2248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7075" y="1341291"/>
            <a:ext cx="5296349" cy="208577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just"/>
            <a:r>
              <a:rPr lang="en-US" sz="2800" dirty="0">
                <a:solidFill>
                  <a:schemeClr val="tx2"/>
                </a:solidFill>
              </a:rPr>
              <a:t>Projekt </a:t>
            </a:r>
            <a:r>
              <a:rPr lang="en-US" sz="2800" err="1">
                <a:solidFill>
                  <a:schemeClr val="tx2"/>
                </a:solidFill>
              </a:rPr>
              <a:t>był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err="1">
                <a:solidFill>
                  <a:schemeClr val="tx2"/>
                </a:solidFill>
              </a:rPr>
              <a:t>rozwijany</a:t>
            </a:r>
            <a:r>
              <a:rPr lang="en-US" sz="2800" dirty="0">
                <a:solidFill>
                  <a:schemeClr val="tx2"/>
                </a:solidFill>
              </a:rPr>
              <a:t> z </a:t>
            </a:r>
            <a:r>
              <a:rPr lang="en-US" sz="2800" err="1">
                <a:solidFill>
                  <a:schemeClr val="tx2"/>
                </a:solidFill>
              </a:rPr>
              <a:t>wykorzystaniem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err="1">
                <a:solidFill>
                  <a:schemeClr val="tx2"/>
                </a:solidFill>
              </a:rPr>
              <a:t>systemu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err="1">
                <a:solidFill>
                  <a:schemeClr val="tx2"/>
                </a:solidFill>
              </a:rPr>
              <a:t>kontroli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err="1">
                <a:solidFill>
                  <a:schemeClr val="tx2"/>
                </a:solidFill>
              </a:rPr>
              <a:t>wersji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b="1" dirty="0">
                <a:solidFill>
                  <a:schemeClr val="tx2"/>
                </a:solidFill>
              </a:rPr>
              <a:t>Git</a:t>
            </a:r>
            <a:r>
              <a:rPr lang="en-US" sz="2800" dirty="0">
                <a:solidFill>
                  <a:schemeClr val="tx2"/>
                </a:solidFill>
              </a:rPr>
              <a:t> </a:t>
            </a:r>
            <a:r>
              <a:rPr lang="en-US" sz="2800" err="1">
                <a:solidFill>
                  <a:schemeClr val="tx2"/>
                </a:solidFill>
              </a:rPr>
              <a:t>oraz</a:t>
            </a:r>
            <a:r>
              <a:rPr lang="en-US" sz="2800" dirty="0">
                <a:solidFill>
                  <a:schemeClr val="tx2"/>
                </a:solidFill>
              </a:rPr>
              <a:t> platformy </a:t>
            </a:r>
            <a:r>
              <a:rPr lang="en-US" sz="2800" b="1" dirty="0">
                <a:solidFill>
                  <a:schemeClr val="tx2"/>
                </a:solidFill>
              </a:rPr>
              <a:t>GitHub</a:t>
            </a:r>
            <a:endParaRPr lang="en-US" sz="2800" dirty="0">
              <a:solidFill>
                <a:schemeClr val="tx2"/>
              </a:solidFill>
            </a:endParaRPr>
          </a:p>
        </p:txBody>
      </p:sp>
      <p:pic>
        <p:nvPicPr>
          <p:cNvPr id="5" name="Picture 4" descr="A qr code on a white background&#10;&#10;AI-generated content may be incorrect.">
            <a:extLst>
              <a:ext uri="{FF2B5EF4-FFF2-40B4-BE49-F238E27FC236}">
                <a16:creationId xmlns:a16="http://schemas.microsoft.com/office/drawing/2014/main" id="{604AA857-E2C6-3F56-FEFE-CC4985C82A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6465" y="3434365"/>
            <a:ext cx="1856705" cy="189963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A1BEA60-A8E1-2B68-BC01-7CDCFA5B1DC5}"/>
              </a:ext>
            </a:extLst>
          </p:cNvPr>
          <p:cNvSpPr txBox="1"/>
          <p:nvPr/>
        </p:nvSpPr>
        <p:spPr>
          <a:xfrm>
            <a:off x="5980173" y="3500589"/>
            <a:ext cx="3471417" cy="1219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</a:pPr>
            <a:endParaRPr lang="en-US" sz="2400" dirty="0"/>
          </a:p>
          <a:p>
            <a:pPr algn="just">
              <a:lnSpc>
                <a:spcPct val="90000"/>
              </a:lnSpc>
              <a:spcBef>
                <a:spcPts val="1000"/>
              </a:spcBef>
            </a:pPr>
            <a:r>
              <a:rPr lang="en-US" sz="2400" i="1" dirty="0">
                <a:solidFill>
                  <a:schemeClr val="tx2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https://github.com/pieter0100/projektGrupowy</a:t>
            </a:r>
            <a:endParaRPr lang="en-US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66496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FFD433-408C-64AE-ED76-740BA09B66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75607D2-5696-858A-E28B-50A1C99B0D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C2C446C-F227-5F31-2041-52D82A7CFE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2A4445DB-3E82-779F-2F31-7A1E9CC375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B5BF53C-E0E8-32A3-A8C1-FBDA38542C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70BFF5BF-2BB9-EBE4-CA18-E595D452C9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A8F0DFD-39FC-09D4-7BEB-4C91B649DB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E41A84D-1690-3BD3-4287-276570C865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C4E6B3E-DA1A-C910-5427-BCA809B26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b="1" kern="1200" dirty="0">
                <a:solidFill>
                  <a:schemeClr val="tx2"/>
                </a:solidFill>
                <a:ea typeface="+mj-lt"/>
                <a:cs typeface="+mj-lt"/>
              </a:rPr>
              <a:t>GitHub</a:t>
            </a:r>
            <a:r>
              <a:rPr lang="en-US" sz="3600" b="1" dirty="0">
                <a:solidFill>
                  <a:schemeClr val="tx2"/>
                </a:solidFill>
                <a:ea typeface="+mj-lt"/>
                <a:cs typeface="+mj-lt"/>
              </a:rPr>
              <a:t> Issues – </a:t>
            </a:r>
            <a:r>
              <a:rPr lang="en-US" sz="3600" b="1" err="1">
                <a:solidFill>
                  <a:schemeClr val="tx2"/>
                </a:solidFill>
                <a:ea typeface="+mj-lt"/>
                <a:cs typeface="+mj-lt"/>
              </a:rPr>
              <a:t>organizacja</a:t>
            </a:r>
            <a:r>
              <a:rPr lang="en-US" sz="3600" b="1" dirty="0">
                <a:solidFill>
                  <a:schemeClr val="tx2"/>
                </a:solidFill>
                <a:ea typeface="+mj-lt"/>
                <a:cs typeface="+mj-lt"/>
              </a:rPr>
              <a:t> </a:t>
            </a:r>
            <a:r>
              <a:rPr lang="en-US" sz="3600" b="1" err="1">
                <a:solidFill>
                  <a:schemeClr val="tx2"/>
                </a:solidFill>
                <a:ea typeface="+mj-lt"/>
                <a:cs typeface="+mj-lt"/>
              </a:rPr>
              <a:t>pracy</a:t>
            </a:r>
            <a:r>
              <a:rPr lang="en-US" sz="3600" b="1" dirty="0">
                <a:solidFill>
                  <a:schemeClr val="tx2"/>
                </a:solidFill>
                <a:ea typeface="+mj-lt"/>
                <a:cs typeface="+mj-lt"/>
              </a:rPr>
              <a:t> </a:t>
            </a:r>
            <a:r>
              <a:rPr lang="en-US" sz="3600" b="1" err="1">
                <a:solidFill>
                  <a:schemeClr val="tx2"/>
                </a:solidFill>
                <a:ea typeface="+mj-lt"/>
                <a:cs typeface="+mj-lt"/>
              </a:rPr>
              <a:t>zespołowej</a:t>
            </a:r>
            <a:endParaRPr lang="en-US" b="1">
              <a:solidFill>
                <a:schemeClr val="tx2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E1EB7E-24D2-87A6-0A5A-486E44BBEE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11968" y="505812"/>
            <a:ext cx="6480170" cy="2085778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just"/>
            <a:r>
              <a:rPr lang="en-US" sz="2400" dirty="0">
                <a:solidFill>
                  <a:schemeClr val="tx2"/>
                </a:solidFill>
                <a:ea typeface="+mn-lt"/>
                <a:cs typeface="+mn-lt"/>
              </a:rPr>
              <a:t>Issues </a:t>
            </a:r>
            <a:r>
              <a:rPr lang="en-US" sz="2400" dirty="0" err="1">
                <a:solidFill>
                  <a:schemeClr val="tx2"/>
                </a:solidFill>
                <a:ea typeface="+mn-lt"/>
                <a:cs typeface="+mn-lt"/>
              </a:rPr>
              <a:t>służyły</a:t>
            </a:r>
            <a:r>
              <a:rPr lang="en-US" sz="2400" dirty="0">
                <a:solidFill>
                  <a:schemeClr val="tx2"/>
                </a:solidFill>
                <a:ea typeface="+mn-lt"/>
                <a:cs typeface="+mn-lt"/>
              </a:rPr>
              <a:t> do </a:t>
            </a:r>
            <a:r>
              <a:rPr lang="en-US" sz="2400" dirty="0" err="1">
                <a:solidFill>
                  <a:schemeClr val="tx2"/>
                </a:solidFill>
                <a:ea typeface="+mn-lt"/>
                <a:cs typeface="+mn-lt"/>
              </a:rPr>
              <a:t>definiowania</a:t>
            </a:r>
            <a:r>
              <a:rPr lang="en-US" sz="2400" dirty="0">
                <a:solidFill>
                  <a:schemeClr val="tx2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chemeClr val="tx2"/>
                </a:solidFill>
                <a:ea typeface="+mn-lt"/>
                <a:cs typeface="+mn-lt"/>
              </a:rPr>
              <a:t>zadań</a:t>
            </a:r>
            <a:r>
              <a:rPr lang="en-US" sz="2400" dirty="0">
                <a:solidFill>
                  <a:schemeClr val="tx2"/>
                </a:solidFill>
                <a:ea typeface="+mn-lt"/>
                <a:cs typeface="+mn-lt"/>
              </a:rPr>
              <a:t>, </a:t>
            </a:r>
            <a:r>
              <a:rPr lang="en-US" sz="2400" dirty="0" err="1">
                <a:solidFill>
                  <a:schemeClr val="tx2"/>
                </a:solidFill>
                <a:ea typeface="+mn-lt"/>
                <a:cs typeface="+mn-lt"/>
              </a:rPr>
              <a:t>zgłaszania</a:t>
            </a:r>
            <a:r>
              <a:rPr lang="en-US" sz="2400" dirty="0">
                <a:solidFill>
                  <a:schemeClr val="tx2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chemeClr val="tx2"/>
                </a:solidFill>
                <a:ea typeface="+mn-lt"/>
                <a:cs typeface="+mn-lt"/>
              </a:rPr>
              <a:t>błędów</a:t>
            </a:r>
            <a:r>
              <a:rPr lang="en-US" sz="2400" dirty="0">
                <a:solidFill>
                  <a:schemeClr val="tx2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chemeClr val="tx2"/>
                </a:solidFill>
                <a:ea typeface="+mn-lt"/>
                <a:cs typeface="+mn-lt"/>
              </a:rPr>
              <a:t>oraz</a:t>
            </a:r>
            <a:r>
              <a:rPr lang="en-US" sz="2400" dirty="0">
                <a:solidFill>
                  <a:schemeClr val="tx2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chemeClr val="tx2"/>
                </a:solidFill>
                <a:ea typeface="+mn-lt"/>
                <a:cs typeface="+mn-lt"/>
              </a:rPr>
              <a:t>kontroli</a:t>
            </a:r>
            <a:r>
              <a:rPr lang="en-US" sz="2400" dirty="0">
                <a:solidFill>
                  <a:schemeClr val="tx2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chemeClr val="tx2"/>
                </a:solidFill>
                <a:ea typeface="+mn-lt"/>
                <a:cs typeface="+mn-lt"/>
              </a:rPr>
              <a:t>realizacji</a:t>
            </a:r>
            <a:r>
              <a:rPr lang="en-US" sz="2400" dirty="0">
                <a:solidFill>
                  <a:schemeClr val="tx2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chemeClr val="tx2"/>
                </a:solidFill>
                <a:ea typeface="+mn-lt"/>
                <a:cs typeface="+mn-lt"/>
              </a:rPr>
              <a:t>poszczególnych</a:t>
            </a:r>
            <a:r>
              <a:rPr lang="en-US" sz="2400" dirty="0">
                <a:solidFill>
                  <a:schemeClr val="tx2"/>
                </a:solidFill>
                <a:ea typeface="+mn-lt"/>
                <a:cs typeface="+mn-lt"/>
              </a:rPr>
              <a:t> </a:t>
            </a:r>
            <a:r>
              <a:rPr lang="en-US" sz="2400" dirty="0" err="1">
                <a:solidFill>
                  <a:schemeClr val="tx2"/>
                </a:solidFill>
                <a:ea typeface="+mn-lt"/>
                <a:cs typeface="+mn-lt"/>
              </a:rPr>
              <a:t>funkcjonalności</a:t>
            </a:r>
            <a:r>
              <a:rPr lang="en-US" sz="2400" dirty="0">
                <a:solidFill>
                  <a:schemeClr val="tx2"/>
                </a:solidFill>
                <a:ea typeface="+mn-lt"/>
                <a:cs typeface="+mn-lt"/>
              </a:rPr>
              <a:t>.</a:t>
            </a:r>
            <a:endParaRPr lang="en-US" sz="2400">
              <a:solidFill>
                <a:schemeClr val="tx2"/>
              </a:solidFill>
            </a:endParaRPr>
          </a:p>
        </p:txBody>
      </p:sp>
      <p:pic>
        <p:nvPicPr>
          <p:cNvPr id="3" name="Picture 2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868CCA72-C6D9-2455-489B-7B3A22218F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0893" y="2448606"/>
            <a:ext cx="6477000" cy="3947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73977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15E503-F665-7FB0-0D94-5FF6658A25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0" name="Rectangle 59">
            <a:extLst>
              <a:ext uri="{FF2B5EF4-FFF2-40B4-BE49-F238E27FC236}">
                <a16:creationId xmlns:a16="http://schemas.microsoft.com/office/drawing/2014/main" id="{09C509D2-0C1A-47B8-89C1-D3AB17D452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9C6BDF8-4643-0AA8-96A4-4E33045257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D64A1EA-E1A7-3022-555B-F9B121AEC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9676747" y="-4155"/>
            <a:ext cx="2514948" cy="2174333"/>
            <a:chOff x="-305" y="-4155"/>
            <a:chExt cx="2514948" cy="2174333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E610D150-DE6C-81AF-91AA-F8F3B99A0A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2646DC6D-96CC-7311-2D88-A8D15BE480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A85A39E8-AF0B-BB25-CF64-3295B714D6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B752FDFB-6A2C-9E02-5F68-2E84A2F8DC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FBD9D32-5C50-0AA3-E2D8-FBDD712B5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0264" y="1673718"/>
            <a:ext cx="4753535" cy="167249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just"/>
            <a:r>
              <a:rPr lang="en-US" sz="3600" b="1" kern="1200" err="1">
                <a:latin typeface="+mj-lt"/>
                <a:ea typeface="+mj-ea"/>
                <a:cs typeface="+mj-cs"/>
              </a:rPr>
              <a:t>Proces</a:t>
            </a:r>
            <a:r>
              <a:rPr lang="en-US" sz="3600" b="1" kern="1200" dirty="0">
                <a:latin typeface="+mj-lt"/>
                <a:ea typeface="+mj-ea"/>
                <a:cs typeface="+mj-cs"/>
              </a:rPr>
              <a:t> </a:t>
            </a:r>
            <a:r>
              <a:rPr lang="en-US" sz="3600" b="1" kern="1200" err="1">
                <a:latin typeface="+mj-lt"/>
                <a:ea typeface="+mj-ea"/>
                <a:cs typeface="+mj-cs"/>
              </a:rPr>
              <a:t>wprowadzania</a:t>
            </a:r>
            <a:r>
              <a:rPr lang="en-US" sz="3600" b="1" kern="1200" dirty="0">
                <a:latin typeface="+mj-lt"/>
                <a:ea typeface="+mj-ea"/>
                <a:cs typeface="+mj-cs"/>
              </a:rPr>
              <a:t> </a:t>
            </a:r>
            <a:r>
              <a:rPr lang="en-US" sz="3600" b="1" kern="1200" err="1">
                <a:latin typeface="+mj-lt"/>
                <a:ea typeface="+mj-ea"/>
                <a:cs typeface="+mj-cs"/>
              </a:rPr>
              <a:t>zmian</a:t>
            </a:r>
            <a:r>
              <a:rPr lang="en-US" sz="3600" b="1" kern="1200" dirty="0">
                <a:latin typeface="+mj-lt"/>
                <a:ea typeface="+mj-ea"/>
                <a:cs typeface="+mj-cs"/>
              </a:rPr>
              <a:t> – Pull </a:t>
            </a:r>
            <a:r>
              <a:rPr lang="en-US" sz="3600" b="1" kern="1200" err="1">
                <a:latin typeface="+mj-lt"/>
                <a:ea typeface="+mj-ea"/>
                <a:cs typeface="+mj-cs"/>
              </a:rPr>
              <a:t>Requesty</a:t>
            </a:r>
            <a:endParaRPr lang="en-US" b="1"/>
          </a:p>
        </p:txBody>
      </p:sp>
      <p:pic>
        <p:nvPicPr>
          <p:cNvPr id="3" name="Picture 2" descr="A screenshot of a chat&#10;&#10;AI-generated content may be incorrect.">
            <a:extLst>
              <a:ext uri="{FF2B5EF4-FFF2-40B4-BE49-F238E27FC236}">
                <a16:creationId xmlns:a16="http://schemas.microsoft.com/office/drawing/2014/main" id="{E4E53FBA-785B-9F7B-1CB0-7B274F175C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1" b="12511"/>
          <a:stretch>
            <a:fillRect/>
          </a:stretch>
        </p:blipFill>
        <p:spPr>
          <a:xfrm>
            <a:off x="-4642" y="10"/>
            <a:ext cx="3006061" cy="3339639"/>
          </a:xfrm>
          <a:prstGeom prst="rect">
            <a:avLst/>
          </a:prstGeom>
        </p:spPr>
      </p:pic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0F52A9F-D08E-E2DF-E7E6-537AC5F4312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" b="32451"/>
          <a:stretch>
            <a:fillRect/>
          </a:stretch>
        </p:blipFill>
        <p:spPr>
          <a:xfrm>
            <a:off x="3198068" y="10"/>
            <a:ext cx="2991088" cy="3339639"/>
          </a:xfrm>
          <a:prstGeom prst="rect">
            <a:avLst/>
          </a:prstGeom>
        </p:spPr>
      </p:pic>
      <p:pic>
        <p:nvPicPr>
          <p:cNvPr id="5" name="Picture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BE30966-3ADC-ACA0-8110-F9F5A65FCF2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" b="16986"/>
          <a:stretch>
            <a:fillRect/>
          </a:stretch>
        </p:blipFill>
        <p:spPr>
          <a:xfrm>
            <a:off x="-2" y="3518351"/>
            <a:ext cx="6189158" cy="3339649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561701-6C79-F6D9-44FD-2C2CB335ED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600265" y="3425265"/>
            <a:ext cx="4753534" cy="268311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just"/>
            <a:r>
              <a:rPr lang="en-US" sz="2400" err="1"/>
              <a:t>Wszystkie</a:t>
            </a:r>
            <a:r>
              <a:rPr lang="en-US" sz="2400" dirty="0"/>
              <a:t> </a:t>
            </a:r>
            <a:r>
              <a:rPr lang="en-US" sz="2400" err="1"/>
              <a:t>funkcjonalności</a:t>
            </a:r>
            <a:r>
              <a:rPr lang="en-US" sz="2400" dirty="0"/>
              <a:t> </a:t>
            </a:r>
            <a:r>
              <a:rPr lang="en-US" sz="2400" err="1"/>
              <a:t>były</a:t>
            </a:r>
            <a:r>
              <a:rPr lang="en-US" sz="2400" dirty="0"/>
              <a:t> </a:t>
            </a:r>
            <a:r>
              <a:rPr lang="en-US" sz="2400" err="1"/>
              <a:t>dodawane</a:t>
            </a:r>
            <a:r>
              <a:rPr lang="en-US" sz="2400" dirty="0"/>
              <a:t> w </a:t>
            </a:r>
            <a:r>
              <a:rPr lang="en-US" sz="2400" err="1"/>
              <a:t>formie</a:t>
            </a:r>
            <a:r>
              <a:rPr lang="en-US" sz="2400" dirty="0"/>
              <a:t> </a:t>
            </a:r>
            <a:r>
              <a:rPr lang="en-US" sz="2400" i="1" dirty="0"/>
              <a:t>Pull </a:t>
            </a:r>
            <a:r>
              <a:rPr lang="en-US" sz="2400" i="1" err="1"/>
              <a:t>Requestów</a:t>
            </a:r>
            <a:r>
              <a:rPr lang="en-US" sz="2400" dirty="0"/>
              <a:t>, </a:t>
            </a:r>
            <a:r>
              <a:rPr lang="en-US" sz="2400" err="1"/>
              <a:t>które</a:t>
            </a:r>
            <a:r>
              <a:rPr lang="en-US" sz="2400" dirty="0"/>
              <a:t> </a:t>
            </a:r>
            <a:r>
              <a:rPr lang="en-US" sz="2400" err="1"/>
              <a:t>podlegały</a:t>
            </a:r>
            <a:r>
              <a:rPr lang="en-US" sz="2400" dirty="0"/>
              <a:t> </a:t>
            </a:r>
            <a:r>
              <a:rPr lang="en-US" sz="2400" i="1" dirty="0"/>
              <a:t>code review</a:t>
            </a:r>
            <a:r>
              <a:rPr lang="en-US" sz="2400" dirty="0"/>
              <a:t> </a:t>
            </a:r>
            <a:r>
              <a:rPr lang="en-US" sz="2400" err="1"/>
              <a:t>przez</a:t>
            </a:r>
            <a:r>
              <a:rPr lang="en-US" sz="2400" dirty="0"/>
              <a:t> </a:t>
            </a:r>
            <a:r>
              <a:rPr lang="en-US" sz="2400" err="1"/>
              <a:t>członków</a:t>
            </a:r>
            <a:r>
              <a:rPr lang="en-US" sz="2400" dirty="0"/>
              <a:t> </a:t>
            </a:r>
            <a:r>
              <a:rPr lang="en-US" sz="2400" err="1"/>
              <a:t>zespołu</a:t>
            </a:r>
            <a:r>
              <a:rPr lang="en-US" sz="2400" dirty="0"/>
              <a:t> </a:t>
            </a:r>
            <a:r>
              <a:rPr lang="en-US" sz="2400" err="1"/>
              <a:t>przed</a:t>
            </a:r>
            <a:r>
              <a:rPr lang="en-US" sz="2400" dirty="0"/>
              <a:t> </a:t>
            </a:r>
            <a:r>
              <a:rPr lang="en-US" sz="2400" err="1"/>
              <a:t>połączeniem</a:t>
            </a:r>
            <a:r>
              <a:rPr lang="en-US" sz="2400" dirty="0"/>
              <a:t> z </a:t>
            </a:r>
            <a:r>
              <a:rPr lang="en-US" sz="2400" err="1"/>
              <a:t>główną</a:t>
            </a:r>
            <a:r>
              <a:rPr lang="en-US" sz="2400" dirty="0"/>
              <a:t> </a:t>
            </a:r>
            <a:r>
              <a:rPr lang="en-US" sz="2400" err="1"/>
              <a:t>wersją</a:t>
            </a:r>
            <a:r>
              <a:rPr lang="en-US" sz="2400" dirty="0"/>
              <a:t> </a:t>
            </a:r>
            <a:r>
              <a:rPr lang="en-US" sz="2400" err="1"/>
              <a:t>projektu</a:t>
            </a:r>
            <a:r>
              <a:rPr lang="en-US" sz="2400" dirty="0"/>
              <a:t>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4358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CEDFB3-110B-F2CC-7583-54C5AD8FB2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6B92FAF7-0AD3-4B47-9111-D0E9CD79E2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D6A77139-BADB-4B2C-BD41-B67A4D37D7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55526" y="2227167"/>
            <a:ext cx="4336168" cy="4630834"/>
            <a:chOff x="7855526" y="2145638"/>
            <a:chExt cx="4336168" cy="4630834"/>
          </a:xfrm>
          <a:gradFill>
            <a:gsLst>
              <a:gs pos="2000">
                <a:schemeClr val="bg1">
                  <a:alpha val="10000"/>
                </a:schemeClr>
              </a:gs>
              <a:gs pos="16000">
                <a:schemeClr val="accent6">
                  <a:alpha val="10000"/>
                </a:schemeClr>
              </a:gs>
              <a:gs pos="100000">
                <a:schemeClr val="bg1">
                  <a:alpha val="10000"/>
                </a:schemeClr>
              </a:gs>
              <a:gs pos="85000">
                <a:schemeClr val="accent1">
                  <a:alpha val="10000"/>
                </a:schemeClr>
              </a:gs>
            </a:gsLst>
            <a:lin ang="12000000" scaled="0"/>
          </a:gradFill>
        </p:grpSpPr>
        <p:sp useBgFill="1">
          <p:nvSpPr>
            <p:cNvPr id="39" name="Freeform: Shape 38">
              <a:extLst>
                <a:ext uri="{FF2B5EF4-FFF2-40B4-BE49-F238E27FC236}">
                  <a16:creationId xmlns:a16="http://schemas.microsoft.com/office/drawing/2014/main" id="{DAC7B25D-E1A6-459A-B45A-1912B0CD95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75903" y="2463723"/>
              <a:ext cx="4315791" cy="4312749"/>
            </a:xfrm>
            <a:custGeom>
              <a:avLst/>
              <a:gdLst>
                <a:gd name="connsiteX0" fmla="*/ 2987009 w 4315791"/>
                <a:gd name="connsiteY0" fmla="*/ 0 h 4312749"/>
                <a:gd name="connsiteX1" fmla="*/ 4136908 w 4315791"/>
                <a:gd name="connsiteY1" fmla="*/ 333995 h 4312749"/>
                <a:gd name="connsiteX2" fmla="*/ 4315791 w 4315791"/>
                <a:gd name="connsiteY2" fmla="*/ 445229 h 4312749"/>
                <a:gd name="connsiteX3" fmla="*/ 4315791 w 4315791"/>
                <a:gd name="connsiteY3" fmla="*/ 1208150 h 4312749"/>
                <a:gd name="connsiteX4" fmla="*/ 4145996 w 4315791"/>
                <a:gd name="connsiteY4" fmla="*/ 1085198 h 4312749"/>
                <a:gd name="connsiteX5" fmla="*/ 3631470 w 4315791"/>
                <a:gd name="connsiteY5" fmla="*/ 767158 h 4312749"/>
                <a:gd name="connsiteX6" fmla="*/ 2987009 w 4315791"/>
                <a:gd name="connsiteY6" fmla="*/ 611504 h 4312749"/>
                <a:gd name="connsiteX7" fmla="*/ 1985110 w 4315791"/>
                <a:gd name="connsiteY7" fmla="*/ 855943 h 4312749"/>
                <a:gd name="connsiteX8" fmla="*/ 1223061 w 4315791"/>
                <a:gd name="connsiteY8" fmla="*/ 1585590 h 4312749"/>
                <a:gd name="connsiteX9" fmla="*/ 1023311 w 4315791"/>
                <a:gd name="connsiteY9" fmla="*/ 1849089 h 4312749"/>
                <a:gd name="connsiteX10" fmla="*/ 652067 w 4315791"/>
                <a:gd name="connsiteY10" fmla="*/ 2610233 h 4312749"/>
                <a:gd name="connsiteX11" fmla="*/ 876921 w 4315791"/>
                <a:gd name="connsiteY11" fmla="*/ 3447930 h 4312749"/>
                <a:gd name="connsiteX12" fmla="*/ 1504428 w 4315791"/>
                <a:gd name="connsiteY12" fmla="*/ 4177169 h 4312749"/>
                <a:gd name="connsiteX13" fmla="*/ 1689053 w 4315791"/>
                <a:gd name="connsiteY13" fmla="*/ 4312749 h 4312749"/>
                <a:gd name="connsiteX14" fmla="*/ 729636 w 4315791"/>
                <a:gd name="connsiteY14" fmla="*/ 4312749 h 4312749"/>
                <a:gd name="connsiteX15" fmla="*/ 638463 w 4315791"/>
                <a:gd name="connsiteY15" fmla="*/ 4216521 h 4312749"/>
                <a:gd name="connsiteX16" fmla="*/ 0 w 4315791"/>
                <a:gd name="connsiteY16" fmla="*/ 2610335 h 4312749"/>
                <a:gd name="connsiteX17" fmla="*/ 683474 w 4315791"/>
                <a:gd name="connsiteY17" fmla="*/ 1242376 h 4312749"/>
                <a:gd name="connsiteX18" fmla="*/ 2987009 w 4315791"/>
                <a:gd name="connsiteY18" fmla="*/ 0 h 4312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315791" h="4312749">
                  <a:moveTo>
                    <a:pt x="2987009" y="0"/>
                  </a:moveTo>
                  <a:cubicBezTo>
                    <a:pt x="3434423" y="0"/>
                    <a:pt x="3798884" y="137413"/>
                    <a:pt x="4136908" y="333995"/>
                  </a:cubicBezTo>
                  <a:lnTo>
                    <a:pt x="4315791" y="445229"/>
                  </a:lnTo>
                  <a:lnTo>
                    <a:pt x="4315791" y="1208150"/>
                  </a:lnTo>
                  <a:lnTo>
                    <a:pt x="4145996" y="1085198"/>
                  </a:lnTo>
                  <a:cubicBezTo>
                    <a:pt x="3968282" y="958859"/>
                    <a:pt x="3800518" y="848961"/>
                    <a:pt x="3631470" y="767158"/>
                  </a:cubicBezTo>
                  <a:cubicBezTo>
                    <a:pt x="3411941" y="660943"/>
                    <a:pt x="3207191" y="611504"/>
                    <a:pt x="2987009" y="611504"/>
                  </a:cubicBezTo>
                  <a:cubicBezTo>
                    <a:pt x="2599030" y="611504"/>
                    <a:pt x="2271258" y="691421"/>
                    <a:pt x="1985110" y="855943"/>
                  </a:cubicBezTo>
                  <a:cubicBezTo>
                    <a:pt x="1715153" y="1011087"/>
                    <a:pt x="1465955" y="1249819"/>
                    <a:pt x="1223061" y="1585590"/>
                  </a:cubicBezTo>
                  <a:cubicBezTo>
                    <a:pt x="1154375" y="1680490"/>
                    <a:pt x="1087756" y="1766217"/>
                    <a:pt x="1023311" y="1849089"/>
                  </a:cubicBezTo>
                  <a:cubicBezTo>
                    <a:pt x="765853" y="2180172"/>
                    <a:pt x="652067" y="2338069"/>
                    <a:pt x="652067" y="2610233"/>
                  </a:cubicBezTo>
                  <a:cubicBezTo>
                    <a:pt x="652067" y="2895038"/>
                    <a:pt x="727707" y="3176887"/>
                    <a:pt x="876921" y="3447930"/>
                  </a:cubicBezTo>
                  <a:cubicBezTo>
                    <a:pt x="1022224" y="3711838"/>
                    <a:pt x="1239145" y="3964023"/>
                    <a:pt x="1504428" y="4177169"/>
                  </a:cubicBezTo>
                  <a:lnTo>
                    <a:pt x="1689053" y="4312749"/>
                  </a:lnTo>
                  <a:lnTo>
                    <a:pt x="729636" y="4312749"/>
                  </a:lnTo>
                  <a:lnTo>
                    <a:pt x="638463" y="4216521"/>
                  </a:lnTo>
                  <a:cubicBezTo>
                    <a:pt x="243716" y="3758034"/>
                    <a:pt x="0" y="3205314"/>
                    <a:pt x="0" y="2610335"/>
                  </a:cubicBezTo>
                  <a:cubicBezTo>
                    <a:pt x="0" y="2015344"/>
                    <a:pt x="351790" y="1700877"/>
                    <a:pt x="683474" y="1242376"/>
                  </a:cubicBezTo>
                  <a:cubicBezTo>
                    <a:pt x="1236211" y="478174"/>
                    <a:pt x="1925445" y="0"/>
                    <a:pt x="29870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 useBgFill="1">
          <p:nvSpPr>
            <p:cNvPr id="40" name="Freeform: Shape 39">
              <a:extLst>
                <a:ext uri="{FF2B5EF4-FFF2-40B4-BE49-F238E27FC236}">
                  <a16:creationId xmlns:a16="http://schemas.microsoft.com/office/drawing/2014/main" id="{920A7C7E-00F6-490C-A8E7-5167EA6A4B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75903" y="2463723"/>
              <a:ext cx="4315791" cy="4312749"/>
            </a:xfrm>
            <a:custGeom>
              <a:avLst/>
              <a:gdLst>
                <a:gd name="connsiteX0" fmla="*/ 2987009 w 4315791"/>
                <a:gd name="connsiteY0" fmla="*/ 0 h 4312749"/>
                <a:gd name="connsiteX1" fmla="*/ 4136908 w 4315791"/>
                <a:gd name="connsiteY1" fmla="*/ 333995 h 4312749"/>
                <a:gd name="connsiteX2" fmla="*/ 4315791 w 4315791"/>
                <a:gd name="connsiteY2" fmla="*/ 445229 h 4312749"/>
                <a:gd name="connsiteX3" fmla="*/ 4315791 w 4315791"/>
                <a:gd name="connsiteY3" fmla="*/ 1079495 h 4312749"/>
                <a:gd name="connsiteX4" fmla="*/ 4206793 w 4315791"/>
                <a:gd name="connsiteY4" fmla="*/ 1000737 h 4312749"/>
                <a:gd name="connsiteX5" fmla="*/ 2987119 w 4315791"/>
                <a:gd name="connsiteY5" fmla="*/ 509571 h 4312749"/>
                <a:gd name="connsiteX6" fmla="*/ 1133184 w 4315791"/>
                <a:gd name="connsiteY6" fmla="*/ 1528405 h 4312749"/>
                <a:gd name="connsiteX7" fmla="*/ 935607 w 4315791"/>
                <a:gd name="connsiteY7" fmla="*/ 1789050 h 4312749"/>
                <a:gd name="connsiteX8" fmla="*/ 543498 w 4315791"/>
                <a:gd name="connsiteY8" fmla="*/ 2610233 h 4312749"/>
                <a:gd name="connsiteX9" fmla="*/ 780416 w 4315791"/>
                <a:gd name="connsiteY9" fmla="*/ 3494616 h 4312749"/>
                <a:gd name="connsiteX10" fmla="*/ 1433786 w 4315791"/>
                <a:gd name="connsiteY10" fmla="*/ 4254537 h 4312749"/>
                <a:gd name="connsiteX11" fmla="*/ 1513041 w 4315791"/>
                <a:gd name="connsiteY11" fmla="*/ 4312749 h 4312749"/>
                <a:gd name="connsiteX12" fmla="*/ 729636 w 4315791"/>
                <a:gd name="connsiteY12" fmla="*/ 4312749 h 4312749"/>
                <a:gd name="connsiteX13" fmla="*/ 638463 w 4315791"/>
                <a:gd name="connsiteY13" fmla="*/ 4216521 h 4312749"/>
                <a:gd name="connsiteX14" fmla="*/ 0 w 4315791"/>
                <a:gd name="connsiteY14" fmla="*/ 2610335 h 4312749"/>
                <a:gd name="connsiteX15" fmla="*/ 683474 w 4315791"/>
                <a:gd name="connsiteY15" fmla="*/ 1242376 h 4312749"/>
                <a:gd name="connsiteX16" fmla="*/ 2987009 w 4315791"/>
                <a:gd name="connsiteY16" fmla="*/ 0 h 4312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315791" h="4312749">
                  <a:moveTo>
                    <a:pt x="2987009" y="0"/>
                  </a:moveTo>
                  <a:cubicBezTo>
                    <a:pt x="3434423" y="0"/>
                    <a:pt x="3798884" y="137413"/>
                    <a:pt x="4136908" y="333995"/>
                  </a:cubicBezTo>
                  <a:lnTo>
                    <a:pt x="4315791" y="445229"/>
                  </a:lnTo>
                  <a:lnTo>
                    <a:pt x="4315791" y="1079495"/>
                  </a:lnTo>
                  <a:lnTo>
                    <a:pt x="4206793" y="1000737"/>
                  </a:lnTo>
                  <a:cubicBezTo>
                    <a:pt x="3781561" y="699607"/>
                    <a:pt x="3436718" y="509571"/>
                    <a:pt x="2987119" y="509571"/>
                  </a:cubicBezTo>
                  <a:cubicBezTo>
                    <a:pt x="2204204" y="509571"/>
                    <a:pt x="1649730" y="814251"/>
                    <a:pt x="1133184" y="1528405"/>
                  </a:cubicBezTo>
                  <a:cubicBezTo>
                    <a:pt x="1065585" y="1621878"/>
                    <a:pt x="999510" y="1706892"/>
                    <a:pt x="935607" y="1789050"/>
                  </a:cubicBezTo>
                  <a:cubicBezTo>
                    <a:pt x="670760" y="2129716"/>
                    <a:pt x="543498" y="2306877"/>
                    <a:pt x="543498" y="2610233"/>
                  </a:cubicBezTo>
                  <a:cubicBezTo>
                    <a:pt x="543498" y="2911449"/>
                    <a:pt x="623267" y="3208997"/>
                    <a:pt x="780416" y="3494616"/>
                  </a:cubicBezTo>
                  <a:cubicBezTo>
                    <a:pt x="934194" y="3774018"/>
                    <a:pt x="1154050" y="4029772"/>
                    <a:pt x="1433786" y="4254537"/>
                  </a:cubicBezTo>
                  <a:lnTo>
                    <a:pt x="1513041" y="4312749"/>
                  </a:lnTo>
                  <a:lnTo>
                    <a:pt x="729636" y="4312749"/>
                  </a:lnTo>
                  <a:lnTo>
                    <a:pt x="638463" y="4216521"/>
                  </a:lnTo>
                  <a:cubicBezTo>
                    <a:pt x="243716" y="3758034"/>
                    <a:pt x="0" y="3205314"/>
                    <a:pt x="0" y="2610335"/>
                  </a:cubicBezTo>
                  <a:cubicBezTo>
                    <a:pt x="0" y="2015344"/>
                    <a:pt x="351790" y="1700877"/>
                    <a:pt x="683474" y="1242376"/>
                  </a:cubicBezTo>
                  <a:cubicBezTo>
                    <a:pt x="1236211" y="478174"/>
                    <a:pt x="1925445" y="0"/>
                    <a:pt x="29870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 useBgFill="1">
          <p:nvSpPr>
            <p:cNvPr id="41" name="Freeform: Shape 40">
              <a:extLst>
                <a:ext uri="{FF2B5EF4-FFF2-40B4-BE49-F238E27FC236}">
                  <a16:creationId xmlns:a16="http://schemas.microsoft.com/office/drawing/2014/main" id="{2E166FC5-8F23-41C3-879A-BFF8D5B705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77037" y="2411531"/>
              <a:ext cx="4314657" cy="4364939"/>
            </a:xfrm>
            <a:custGeom>
              <a:avLst/>
              <a:gdLst>
                <a:gd name="connsiteX0" fmla="*/ 3028307 w 4314657"/>
                <a:gd name="connsiteY0" fmla="*/ 21 h 4364939"/>
                <a:gd name="connsiteX1" fmla="*/ 3066670 w 4314657"/>
                <a:gd name="connsiteY1" fmla="*/ 836 h 4364939"/>
                <a:gd name="connsiteX2" fmla="*/ 3220125 w 4314657"/>
                <a:gd name="connsiteY2" fmla="*/ 9909 h 4364939"/>
                <a:gd name="connsiteX3" fmla="*/ 3816113 w 4314657"/>
                <a:gd name="connsiteY3" fmla="*/ 150272 h 4364939"/>
                <a:gd name="connsiteX4" fmla="*/ 4089981 w 4314657"/>
                <a:gd name="connsiteY4" fmla="*/ 272287 h 4364939"/>
                <a:gd name="connsiteX5" fmla="*/ 4314657 w 4314657"/>
                <a:gd name="connsiteY5" fmla="*/ 398926 h 4364939"/>
                <a:gd name="connsiteX6" fmla="*/ 4314657 w 4314657"/>
                <a:gd name="connsiteY6" fmla="*/ 911199 h 4364939"/>
                <a:gd name="connsiteX7" fmla="*/ 4310597 w 4314657"/>
                <a:gd name="connsiteY7" fmla="*/ 908154 h 4364939"/>
                <a:gd name="connsiteX8" fmla="*/ 4203223 w 4314657"/>
                <a:gd name="connsiteY8" fmla="*/ 829562 h 4364939"/>
                <a:gd name="connsiteX9" fmla="*/ 4095850 w 4314657"/>
                <a:gd name="connsiteY9" fmla="*/ 753520 h 4364939"/>
                <a:gd name="connsiteX10" fmla="*/ 3652987 w 4314657"/>
                <a:gd name="connsiteY10" fmla="*/ 494811 h 4364939"/>
                <a:gd name="connsiteX11" fmla="*/ 3173610 w 4314657"/>
                <a:gd name="connsiteY11" fmla="*/ 347209 h 4364939"/>
                <a:gd name="connsiteX12" fmla="*/ 3047760 w 4314657"/>
                <a:gd name="connsiteY12" fmla="*/ 332632 h 4364939"/>
                <a:gd name="connsiteX13" fmla="*/ 3016027 w 4314657"/>
                <a:gd name="connsiteY13" fmla="*/ 330186 h 4364939"/>
                <a:gd name="connsiteX14" fmla="*/ 2984184 w 4314657"/>
                <a:gd name="connsiteY14" fmla="*/ 328658 h 4364939"/>
                <a:gd name="connsiteX15" fmla="*/ 2952233 w 4314657"/>
                <a:gd name="connsiteY15" fmla="*/ 327332 h 4364939"/>
                <a:gd name="connsiteX16" fmla="*/ 2919085 w 4314657"/>
                <a:gd name="connsiteY16" fmla="*/ 327026 h 4364939"/>
                <a:gd name="connsiteX17" fmla="*/ 2852901 w 4314657"/>
                <a:gd name="connsiteY17" fmla="*/ 326720 h 4364939"/>
                <a:gd name="connsiteX18" fmla="*/ 2786826 w 4314657"/>
                <a:gd name="connsiteY18" fmla="*/ 328148 h 4364939"/>
                <a:gd name="connsiteX19" fmla="*/ 2720965 w 4314657"/>
                <a:gd name="connsiteY19" fmla="*/ 331409 h 4364939"/>
                <a:gd name="connsiteX20" fmla="*/ 2655325 w 4314657"/>
                <a:gd name="connsiteY20" fmla="*/ 336098 h 4364939"/>
                <a:gd name="connsiteX21" fmla="*/ 2524803 w 4314657"/>
                <a:gd name="connsiteY21" fmla="*/ 350573 h 4364939"/>
                <a:gd name="connsiteX22" fmla="*/ 2460139 w 4314657"/>
                <a:gd name="connsiteY22" fmla="*/ 360664 h 4364939"/>
                <a:gd name="connsiteX23" fmla="*/ 2396019 w 4314657"/>
                <a:gd name="connsiteY23" fmla="*/ 372693 h 4364939"/>
                <a:gd name="connsiteX24" fmla="*/ 2145843 w 4314657"/>
                <a:gd name="connsiteY24" fmla="*/ 440989 h 4364939"/>
                <a:gd name="connsiteX25" fmla="*/ 1698635 w 4314657"/>
                <a:gd name="connsiteY25" fmla="*/ 682676 h 4364939"/>
                <a:gd name="connsiteX26" fmla="*/ 1498450 w 4314657"/>
                <a:gd name="connsiteY26" fmla="*/ 835474 h 4364939"/>
                <a:gd name="connsiteX27" fmla="*/ 1307285 w 4314657"/>
                <a:gd name="connsiteY27" fmla="*/ 1001220 h 4364939"/>
                <a:gd name="connsiteX28" fmla="*/ 947780 w 4314657"/>
                <a:gd name="connsiteY28" fmla="*/ 1369612 h 4364939"/>
                <a:gd name="connsiteX29" fmla="*/ 905939 w 4314657"/>
                <a:gd name="connsiteY29" fmla="*/ 1419458 h 4364939"/>
                <a:gd name="connsiteX30" fmla="*/ 863228 w 4314657"/>
                <a:gd name="connsiteY30" fmla="*/ 1471545 h 4364939"/>
                <a:gd name="connsiteX31" fmla="*/ 774330 w 4314657"/>
                <a:gd name="connsiteY31" fmla="*/ 1577659 h 4364939"/>
                <a:gd name="connsiteX32" fmla="*/ 595554 w 4314657"/>
                <a:gd name="connsiteY32" fmla="*/ 1780916 h 4364939"/>
                <a:gd name="connsiteX33" fmla="*/ 430365 w 4314657"/>
                <a:gd name="connsiteY33" fmla="*/ 1982644 h 4364939"/>
                <a:gd name="connsiteX34" fmla="*/ 358855 w 4314657"/>
                <a:gd name="connsiteY34" fmla="*/ 2087025 h 4364939"/>
                <a:gd name="connsiteX35" fmla="*/ 296583 w 4314657"/>
                <a:gd name="connsiteY35" fmla="*/ 2194872 h 4364939"/>
                <a:gd name="connsiteX36" fmla="*/ 207358 w 4314657"/>
                <a:gd name="connsiteY36" fmla="*/ 2423918 h 4364939"/>
                <a:gd name="connsiteX37" fmla="*/ 177146 w 4314657"/>
                <a:gd name="connsiteY37" fmla="*/ 2668765 h 4364939"/>
                <a:gd name="connsiteX38" fmla="*/ 248763 w 4314657"/>
                <a:gd name="connsiteY38" fmla="*/ 3168854 h 4364939"/>
                <a:gd name="connsiteX39" fmla="*/ 445688 w 4314657"/>
                <a:gd name="connsiteY39" fmla="*/ 3637956 h 4364939"/>
                <a:gd name="connsiteX40" fmla="*/ 735859 w 4314657"/>
                <a:gd name="connsiteY40" fmla="*/ 4062310 h 4364939"/>
                <a:gd name="connsiteX41" fmla="*/ 910884 w 4314657"/>
                <a:gd name="connsiteY41" fmla="*/ 4254366 h 4364939"/>
                <a:gd name="connsiteX42" fmla="*/ 1030507 w 4314657"/>
                <a:gd name="connsiteY42" fmla="*/ 4364939 h 4364939"/>
                <a:gd name="connsiteX43" fmla="*/ 676755 w 4314657"/>
                <a:gd name="connsiteY43" fmla="*/ 4364939 h 4364939"/>
                <a:gd name="connsiteX44" fmla="*/ 538105 w 4314657"/>
                <a:gd name="connsiteY44" fmla="*/ 4202315 h 4364939"/>
                <a:gd name="connsiteX45" fmla="*/ 241592 w 4314657"/>
                <a:gd name="connsiteY45" fmla="*/ 3731226 h 4364939"/>
                <a:gd name="connsiteX46" fmla="*/ 60317 w 4314657"/>
                <a:gd name="connsiteY46" fmla="*/ 3211362 h 4364939"/>
                <a:gd name="connsiteX47" fmla="*/ 0 w 4314657"/>
                <a:gd name="connsiteY47" fmla="*/ 2668765 h 4364939"/>
                <a:gd name="connsiteX48" fmla="*/ 21736 w 4314657"/>
                <a:gd name="connsiteY48" fmla="*/ 2390280 h 4364939"/>
                <a:gd name="connsiteX49" fmla="*/ 27605 w 4314657"/>
                <a:gd name="connsiteY49" fmla="*/ 2355521 h 4364939"/>
                <a:gd name="connsiteX50" fmla="*/ 34669 w 4314657"/>
                <a:gd name="connsiteY50" fmla="*/ 2320862 h 4364939"/>
                <a:gd name="connsiteX51" fmla="*/ 50753 w 4314657"/>
                <a:gd name="connsiteY51" fmla="*/ 2251750 h 4364939"/>
                <a:gd name="connsiteX52" fmla="*/ 93899 w 4314657"/>
                <a:gd name="connsiteY52" fmla="*/ 2116179 h 4364939"/>
                <a:gd name="connsiteX53" fmla="*/ 150194 w 4314657"/>
                <a:gd name="connsiteY53" fmla="*/ 1985498 h 4364939"/>
                <a:gd name="connsiteX54" fmla="*/ 216486 w 4314657"/>
                <a:gd name="connsiteY54" fmla="*/ 1860628 h 4364939"/>
                <a:gd name="connsiteX55" fmla="*/ 363527 w 4314657"/>
                <a:gd name="connsiteY55" fmla="*/ 1625058 h 4364939"/>
                <a:gd name="connsiteX56" fmla="*/ 514155 w 4314657"/>
                <a:gd name="connsiteY56" fmla="*/ 1402231 h 4364939"/>
                <a:gd name="connsiteX57" fmla="*/ 586861 w 4314657"/>
                <a:gd name="connsiteY57" fmla="*/ 1293160 h 4364939"/>
                <a:gd name="connsiteX58" fmla="*/ 623702 w 4314657"/>
                <a:gd name="connsiteY58" fmla="*/ 1236892 h 4364939"/>
                <a:gd name="connsiteX59" fmla="*/ 662283 w 4314657"/>
                <a:gd name="connsiteY59" fmla="*/ 1178892 h 4364939"/>
                <a:gd name="connsiteX60" fmla="*/ 827364 w 4314657"/>
                <a:gd name="connsiteY60" fmla="*/ 951170 h 4364939"/>
                <a:gd name="connsiteX61" fmla="*/ 1016355 w 4314657"/>
                <a:gd name="connsiteY61" fmla="*/ 736089 h 4364939"/>
                <a:gd name="connsiteX62" fmla="*/ 1482474 w 4314657"/>
                <a:gd name="connsiteY62" fmla="*/ 378707 h 4364939"/>
                <a:gd name="connsiteX63" fmla="*/ 2035644 w 4314657"/>
                <a:gd name="connsiteY63" fmla="*/ 149151 h 4364939"/>
                <a:gd name="connsiteX64" fmla="*/ 2324619 w 4314657"/>
                <a:gd name="connsiteY64" fmla="*/ 72802 h 4364939"/>
                <a:gd name="connsiteX65" fmla="*/ 2618809 w 4314657"/>
                <a:gd name="connsiteY65" fmla="*/ 24078 h 4364939"/>
                <a:gd name="connsiteX66" fmla="*/ 2914849 w 4314657"/>
                <a:gd name="connsiteY66" fmla="*/ 1957 h 4364939"/>
                <a:gd name="connsiteX67" fmla="*/ 2951907 w 4314657"/>
                <a:gd name="connsiteY67" fmla="*/ 633 h 4364939"/>
                <a:gd name="connsiteX68" fmla="*/ 2990052 w 4314657"/>
                <a:gd name="connsiteY68" fmla="*/ 224 h 4364939"/>
                <a:gd name="connsiteX69" fmla="*/ 3028307 w 4314657"/>
                <a:gd name="connsiteY69" fmla="*/ 21 h 4364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314657" h="4364939">
                  <a:moveTo>
                    <a:pt x="3028307" y="21"/>
                  </a:moveTo>
                  <a:lnTo>
                    <a:pt x="3066670" y="836"/>
                  </a:lnTo>
                  <a:cubicBezTo>
                    <a:pt x="3117749" y="1856"/>
                    <a:pt x="3168937" y="5320"/>
                    <a:pt x="3220125" y="9909"/>
                  </a:cubicBezTo>
                  <a:cubicBezTo>
                    <a:pt x="3424763" y="29073"/>
                    <a:pt x="3627448" y="77898"/>
                    <a:pt x="3816113" y="150272"/>
                  </a:cubicBezTo>
                  <a:cubicBezTo>
                    <a:pt x="3910880" y="185950"/>
                    <a:pt x="4001951" y="227538"/>
                    <a:pt x="4089981" y="272287"/>
                  </a:cubicBezTo>
                  <a:lnTo>
                    <a:pt x="4314657" y="398926"/>
                  </a:lnTo>
                  <a:lnTo>
                    <a:pt x="4314657" y="911199"/>
                  </a:lnTo>
                  <a:lnTo>
                    <a:pt x="4310597" y="908154"/>
                  </a:lnTo>
                  <a:cubicBezTo>
                    <a:pt x="4274842" y="881549"/>
                    <a:pt x="4239087" y="855352"/>
                    <a:pt x="4203223" y="829562"/>
                  </a:cubicBezTo>
                  <a:cubicBezTo>
                    <a:pt x="4167576" y="803773"/>
                    <a:pt x="4131821" y="778086"/>
                    <a:pt x="4095850" y="753520"/>
                  </a:cubicBezTo>
                  <a:cubicBezTo>
                    <a:pt x="3951852" y="654949"/>
                    <a:pt x="3806115" y="565043"/>
                    <a:pt x="3652987" y="494811"/>
                  </a:cubicBezTo>
                  <a:cubicBezTo>
                    <a:pt x="3500404" y="423761"/>
                    <a:pt x="3340213" y="373101"/>
                    <a:pt x="3173610" y="347209"/>
                  </a:cubicBezTo>
                  <a:cubicBezTo>
                    <a:pt x="3131987" y="341093"/>
                    <a:pt x="3090036" y="335792"/>
                    <a:pt x="3047760" y="332632"/>
                  </a:cubicBezTo>
                  <a:lnTo>
                    <a:pt x="3016027" y="330186"/>
                  </a:lnTo>
                  <a:cubicBezTo>
                    <a:pt x="3005485" y="329472"/>
                    <a:pt x="2994834" y="329168"/>
                    <a:pt x="2984184" y="328658"/>
                  </a:cubicBezTo>
                  <a:cubicBezTo>
                    <a:pt x="2973533" y="328249"/>
                    <a:pt x="2962992" y="327638"/>
                    <a:pt x="2952233" y="327332"/>
                  </a:cubicBezTo>
                  <a:lnTo>
                    <a:pt x="2919085" y="327026"/>
                  </a:lnTo>
                  <a:cubicBezTo>
                    <a:pt x="2897025" y="326925"/>
                    <a:pt x="2874854" y="326212"/>
                    <a:pt x="2852901" y="326720"/>
                  </a:cubicBezTo>
                  <a:lnTo>
                    <a:pt x="2786826" y="328148"/>
                  </a:lnTo>
                  <a:cubicBezTo>
                    <a:pt x="2764763" y="328759"/>
                    <a:pt x="2742919" y="330391"/>
                    <a:pt x="2720965" y="331409"/>
                  </a:cubicBezTo>
                  <a:cubicBezTo>
                    <a:pt x="2699013" y="332326"/>
                    <a:pt x="2677170" y="334162"/>
                    <a:pt x="2655325" y="336098"/>
                  </a:cubicBezTo>
                  <a:cubicBezTo>
                    <a:pt x="2611528" y="339463"/>
                    <a:pt x="2568165" y="345170"/>
                    <a:pt x="2524803" y="350573"/>
                  </a:cubicBezTo>
                  <a:lnTo>
                    <a:pt x="2460139" y="360664"/>
                  </a:lnTo>
                  <a:cubicBezTo>
                    <a:pt x="2438622" y="364130"/>
                    <a:pt x="2417430" y="368717"/>
                    <a:pt x="2396019" y="372693"/>
                  </a:cubicBezTo>
                  <a:cubicBezTo>
                    <a:pt x="2310709" y="389513"/>
                    <a:pt x="2226809" y="411836"/>
                    <a:pt x="2145843" y="440989"/>
                  </a:cubicBezTo>
                  <a:cubicBezTo>
                    <a:pt x="1983479" y="499295"/>
                    <a:pt x="1835678" y="585838"/>
                    <a:pt x="1698635" y="682676"/>
                  </a:cubicBezTo>
                  <a:cubicBezTo>
                    <a:pt x="1629841" y="730992"/>
                    <a:pt x="1563549" y="782367"/>
                    <a:pt x="1498450" y="835474"/>
                  </a:cubicBezTo>
                  <a:cubicBezTo>
                    <a:pt x="1433352" y="888583"/>
                    <a:pt x="1369775" y="943932"/>
                    <a:pt x="1307285" y="1001220"/>
                  </a:cubicBezTo>
                  <a:cubicBezTo>
                    <a:pt x="1182958" y="1116304"/>
                    <a:pt x="1060588" y="1237708"/>
                    <a:pt x="947780" y="1369612"/>
                  </a:cubicBezTo>
                  <a:cubicBezTo>
                    <a:pt x="933325" y="1385818"/>
                    <a:pt x="919958" y="1402841"/>
                    <a:pt x="905939" y="1419458"/>
                  </a:cubicBezTo>
                  <a:lnTo>
                    <a:pt x="863228" y="1471545"/>
                  </a:lnTo>
                  <a:cubicBezTo>
                    <a:pt x="833776" y="1507529"/>
                    <a:pt x="804215" y="1543001"/>
                    <a:pt x="774330" y="1577659"/>
                  </a:cubicBezTo>
                  <a:cubicBezTo>
                    <a:pt x="714665" y="1647178"/>
                    <a:pt x="653806" y="1714046"/>
                    <a:pt x="595554" y="1780916"/>
                  </a:cubicBezTo>
                  <a:cubicBezTo>
                    <a:pt x="537303" y="1847683"/>
                    <a:pt x="481009" y="1914144"/>
                    <a:pt x="430365" y="1982644"/>
                  </a:cubicBezTo>
                  <a:cubicBezTo>
                    <a:pt x="405369" y="2016995"/>
                    <a:pt x="381351" y="2051756"/>
                    <a:pt x="358855" y="2087025"/>
                  </a:cubicBezTo>
                  <a:cubicBezTo>
                    <a:pt x="336685" y="2122396"/>
                    <a:pt x="315601" y="2158277"/>
                    <a:pt x="296583" y="2194872"/>
                  </a:cubicBezTo>
                  <a:cubicBezTo>
                    <a:pt x="258980" y="2268161"/>
                    <a:pt x="227572" y="2344307"/>
                    <a:pt x="207358" y="2423918"/>
                  </a:cubicBezTo>
                  <a:cubicBezTo>
                    <a:pt x="186817" y="2503426"/>
                    <a:pt x="178124" y="2585790"/>
                    <a:pt x="177146" y="2668765"/>
                  </a:cubicBezTo>
                  <a:cubicBezTo>
                    <a:pt x="177037" y="2837670"/>
                    <a:pt x="201490" y="3006472"/>
                    <a:pt x="248763" y="3168854"/>
                  </a:cubicBezTo>
                  <a:cubicBezTo>
                    <a:pt x="295931" y="3331644"/>
                    <a:pt x="363962" y="3488316"/>
                    <a:pt x="445688" y="3637956"/>
                  </a:cubicBezTo>
                  <a:cubicBezTo>
                    <a:pt x="527413" y="3787697"/>
                    <a:pt x="625115" y="3929794"/>
                    <a:pt x="735859" y="4062310"/>
                  </a:cubicBezTo>
                  <a:cubicBezTo>
                    <a:pt x="791121" y="4128668"/>
                    <a:pt x="849589" y="4192733"/>
                    <a:pt x="910884" y="4254366"/>
                  </a:cubicBezTo>
                  <a:lnTo>
                    <a:pt x="1030507" y="4364939"/>
                  </a:lnTo>
                  <a:lnTo>
                    <a:pt x="676755" y="4364939"/>
                  </a:lnTo>
                  <a:lnTo>
                    <a:pt x="538105" y="4202315"/>
                  </a:lnTo>
                  <a:cubicBezTo>
                    <a:pt x="423518" y="4054791"/>
                    <a:pt x="323372" y="3897379"/>
                    <a:pt x="241592" y="3731226"/>
                  </a:cubicBezTo>
                  <a:cubicBezTo>
                    <a:pt x="160193" y="3565073"/>
                    <a:pt x="99768" y="3389950"/>
                    <a:pt x="60317" y="3211362"/>
                  </a:cubicBezTo>
                  <a:cubicBezTo>
                    <a:pt x="20759" y="3032669"/>
                    <a:pt x="435" y="2850716"/>
                    <a:pt x="0" y="2668765"/>
                  </a:cubicBezTo>
                  <a:cubicBezTo>
                    <a:pt x="0" y="2576309"/>
                    <a:pt x="6413" y="2483039"/>
                    <a:pt x="21736" y="2390280"/>
                  </a:cubicBezTo>
                  <a:lnTo>
                    <a:pt x="27605" y="2355521"/>
                  </a:lnTo>
                  <a:lnTo>
                    <a:pt x="34669" y="2320862"/>
                  </a:lnTo>
                  <a:cubicBezTo>
                    <a:pt x="39343" y="2297723"/>
                    <a:pt x="45102" y="2274686"/>
                    <a:pt x="50753" y="2251750"/>
                  </a:cubicBezTo>
                  <a:cubicBezTo>
                    <a:pt x="62708" y="2205881"/>
                    <a:pt x="77379" y="2160723"/>
                    <a:pt x="93899" y="2116179"/>
                  </a:cubicBezTo>
                  <a:cubicBezTo>
                    <a:pt x="110744" y="2071734"/>
                    <a:pt x="129762" y="2028209"/>
                    <a:pt x="150194" y="1985498"/>
                  </a:cubicBezTo>
                  <a:cubicBezTo>
                    <a:pt x="170734" y="1942890"/>
                    <a:pt x="193229" y="1901402"/>
                    <a:pt x="216486" y="1860628"/>
                  </a:cubicBezTo>
                  <a:cubicBezTo>
                    <a:pt x="263109" y="1779183"/>
                    <a:pt x="312993" y="1701000"/>
                    <a:pt x="363527" y="1625058"/>
                  </a:cubicBezTo>
                  <a:lnTo>
                    <a:pt x="514155" y="1402231"/>
                  </a:lnTo>
                  <a:cubicBezTo>
                    <a:pt x="538825" y="1365636"/>
                    <a:pt x="563277" y="1329551"/>
                    <a:pt x="586861" y="1293160"/>
                  </a:cubicBezTo>
                  <a:lnTo>
                    <a:pt x="623702" y="1236892"/>
                  </a:lnTo>
                  <a:cubicBezTo>
                    <a:pt x="636526" y="1217525"/>
                    <a:pt x="649025" y="1198055"/>
                    <a:pt x="662283" y="1178892"/>
                  </a:cubicBezTo>
                  <a:cubicBezTo>
                    <a:pt x="713905" y="1101523"/>
                    <a:pt x="769222" y="1025786"/>
                    <a:pt x="827364" y="951170"/>
                  </a:cubicBezTo>
                  <a:cubicBezTo>
                    <a:pt x="885834" y="876861"/>
                    <a:pt x="947997" y="804283"/>
                    <a:pt x="1016355" y="736089"/>
                  </a:cubicBezTo>
                  <a:cubicBezTo>
                    <a:pt x="1152311" y="599497"/>
                    <a:pt x="1308047" y="476054"/>
                    <a:pt x="1482474" y="378707"/>
                  </a:cubicBezTo>
                  <a:cubicBezTo>
                    <a:pt x="1656793" y="281156"/>
                    <a:pt x="1845132" y="207966"/>
                    <a:pt x="2035644" y="149151"/>
                  </a:cubicBezTo>
                  <a:cubicBezTo>
                    <a:pt x="2131063" y="119997"/>
                    <a:pt x="2227460" y="94412"/>
                    <a:pt x="2324619" y="72802"/>
                  </a:cubicBezTo>
                  <a:cubicBezTo>
                    <a:pt x="2421885" y="51396"/>
                    <a:pt x="2520239" y="35291"/>
                    <a:pt x="2618809" y="24078"/>
                  </a:cubicBezTo>
                  <a:cubicBezTo>
                    <a:pt x="2717272" y="12252"/>
                    <a:pt x="2816168" y="4914"/>
                    <a:pt x="2914849" y="1957"/>
                  </a:cubicBezTo>
                  <a:lnTo>
                    <a:pt x="2951907" y="633"/>
                  </a:lnTo>
                  <a:lnTo>
                    <a:pt x="2990052" y="224"/>
                  </a:lnTo>
                  <a:cubicBezTo>
                    <a:pt x="3002768" y="224"/>
                    <a:pt x="3015592" y="-81"/>
                    <a:pt x="3028307" y="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 useBgFill="1">
          <p:nvSpPr>
            <p:cNvPr id="42" name="Freeform: Shape 41">
              <a:extLst>
                <a:ext uri="{FF2B5EF4-FFF2-40B4-BE49-F238E27FC236}">
                  <a16:creationId xmlns:a16="http://schemas.microsoft.com/office/drawing/2014/main" id="{5C727C6A-DB0B-482E-B0E4-4F035FC023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55526" y="2145638"/>
              <a:ext cx="4336168" cy="4630833"/>
            </a:xfrm>
            <a:custGeom>
              <a:avLst/>
              <a:gdLst>
                <a:gd name="connsiteX0" fmla="*/ 3053738 w 4336168"/>
                <a:gd name="connsiteY0" fmla="*/ 111 h 4630833"/>
                <a:gd name="connsiteX1" fmla="*/ 3093948 w 4336168"/>
                <a:gd name="connsiteY1" fmla="*/ 316 h 4630833"/>
                <a:gd name="connsiteX2" fmla="*/ 3134268 w 4336168"/>
                <a:gd name="connsiteY2" fmla="*/ 1743 h 4630833"/>
                <a:gd name="connsiteX3" fmla="*/ 3295438 w 4336168"/>
                <a:gd name="connsiteY3" fmla="*/ 13058 h 4630833"/>
                <a:gd name="connsiteX4" fmla="*/ 3918813 w 4336168"/>
                <a:gd name="connsiteY4" fmla="*/ 169935 h 4630833"/>
                <a:gd name="connsiteX5" fmla="*/ 4203331 w 4336168"/>
                <a:gd name="connsiteY5" fmla="*/ 305405 h 4630833"/>
                <a:gd name="connsiteX6" fmla="*/ 4336168 w 4336168"/>
                <a:gd name="connsiteY6" fmla="*/ 386579 h 4630833"/>
                <a:gd name="connsiteX7" fmla="*/ 4336168 w 4336168"/>
                <a:gd name="connsiteY7" fmla="*/ 772673 h 4630833"/>
                <a:gd name="connsiteX8" fmla="*/ 4270820 w 4336168"/>
                <a:gd name="connsiteY8" fmla="*/ 728127 h 4630833"/>
                <a:gd name="connsiteX9" fmla="*/ 4030208 w 4336168"/>
                <a:gd name="connsiteY9" fmla="*/ 587253 h 4630833"/>
                <a:gd name="connsiteX10" fmla="*/ 3781010 w 4336168"/>
                <a:gd name="connsiteY10" fmla="*/ 471455 h 4630833"/>
                <a:gd name="connsiteX11" fmla="*/ 3254466 w 4336168"/>
                <a:gd name="connsiteY11" fmla="*/ 338024 h 4630833"/>
                <a:gd name="connsiteX12" fmla="*/ 3117966 w 4336168"/>
                <a:gd name="connsiteY12" fmla="*/ 326812 h 4630833"/>
                <a:gd name="connsiteX13" fmla="*/ 3083625 w 4336168"/>
                <a:gd name="connsiteY13" fmla="*/ 325179 h 4630833"/>
                <a:gd name="connsiteX14" fmla="*/ 3049173 w 4336168"/>
                <a:gd name="connsiteY14" fmla="*/ 324366 h 4630833"/>
                <a:gd name="connsiteX15" fmla="*/ 2978858 w 4336168"/>
                <a:gd name="connsiteY15" fmla="*/ 323855 h 4630833"/>
                <a:gd name="connsiteX16" fmla="*/ 2695862 w 4336168"/>
                <a:gd name="connsiteY16" fmla="*/ 335373 h 4630833"/>
                <a:gd name="connsiteX17" fmla="*/ 2417972 w 4336168"/>
                <a:gd name="connsiteY17" fmla="*/ 372070 h 4630833"/>
                <a:gd name="connsiteX18" fmla="*/ 2148451 w 4336168"/>
                <a:gd name="connsiteY18" fmla="*/ 437613 h 4630833"/>
                <a:gd name="connsiteX19" fmla="*/ 1889690 w 4336168"/>
                <a:gd name="connsiteY19" fmla="*/ 532515 h 4630833"/>
                <a:gd name="connsiteX20" fmla="*/ 1644512 w 4336168"/>
                <a:gd name="connsiteY20" fmla="*/ 658098 h 4630833"/>
                <a:gd name="connsiteX21" fmla="*/ 1200999 w 4336168"/>
                <a:gd name="connsiteY21" fmla="*/ 992137 h 4630833"/>
                <a:gd name="connsiteX22" fmla="*/ 1003531 w 4336168"/>
                <a:gd name="connsiteY22" fmla="*/ 1192234 h 4630833"/>
                <a:gd name="connsiteX23" fmla="*/ 910394 w 4336168"/>
                <a:gd name="connsiteY23" fmla="*/ 1298347 h 4630833"/>
                <a:gd name="connsiteX24" fmla="*/ 821278 w 4336168"/>
                <a:gd name="connsiteY24" fmla="*/ 1408233 h 4630833"/>
                <a:gd name="connsiteX25" fmla="*/ 732162 w 4336168"/>
                <a:gd name="connsiteY25" fmla="*/ 1521993 h 4630833"/>
                <a:gd name="connsiteX26" fmla="*/ 640548 w 4336168"/>
                <a:gd name="connsiteY26" fmla="*/ 1634323 h 4630833"/>
                <a:gd name="connsiteX27" fmla="*/ 457317 w 4336168"/>
                <a:gd name="connsiteY27" fmla="*/ 1855930 h 4630833"/>
                <a:gd name="connsiteX28" fmla="*/ 369288 w 4336168"/>
                <a:gd name="connsiteY28" fmla="*/ 1967955 h 4630833"/>
                <a:gd name="connsiteX29" fmla="*/ 287128 w 4336168"/>
                <a:gd name="connsiteY29" fmla="*/ 2083243 h 4630833"/>
                <a:gd name="connsiteX30" fmla="*/ 212683 w 4336168"/>
                <a:gd name="connsiteY30" fmla="*/ 2202607 h 4630833"/>
                <a:gd name="connsiteX31" fmla="*/ 179101 w 4336168"/>
                <a:gd name="connsiteY31" fmla="*/ 2264177 h 4630833"/>
                <a:gd name="connsiteX32" fmla="*/ 148890 w 4336168"/>
                <a:gd name="connsiteY32" fmla="*/ 2327172 h 4630833"/>
                <a:gd name="connsiteX33" fmla="*/ 61295 w 4336168"/>
                <a:gd name="connsiteY33" fmla="*/ 2590672 h 4630833"/>
                <a:gd name="connsiteX34" fmla="*/ 32604 w 4336168"/>
                <a:gd name="connsiteY34" fmla="*/ 2866202 h 4630833"/>
                <a:gd name="connsiteX35" fmla="*/ 100853 w 4336168"/>
                <a:gd name="connsiteY35" fmla="*/ 3418074 h 4630833"/>
                <a:gd name="connsiteX36" fmla="*/ 184971 w 4336168"/>
                <a:gd name="connsiteY36" fmla="*/ 3684428 h 4630833"/>
                <a:gd name="connsiteX37" fmla="*/ 210836 w 4336168"/>
                <a:gd name="connsiteY37" fmla="*/ 3749462 h 4630833"/>
                <a:gd name="connsiteX38" fmla="*/ 238440 w 4336168"/>
                <a:gd name="connsiteY38" fmla="*/ 3813783 h 4630833"/>
                <a:gd name="connsiteX39" fmla="*/ 252894 w 4336168"/>
                <a:gd name="connsiteY39" fmla="*/ 3845688 h 4630833"/>
                <a:gd name="connsiteX40" fmla="*/ 268109 w 4336168"/>
                <a:gd name="connsiteY40" fmla="*/ 3877287 h 4630833"/>
                <a:gd name="connsiteX41" fmla="*/ 299409 w 4336168"/>
                <a:gd name="connsiteY41" fmla="*/ 3939978 h 4630833"/>
                <a:gd name="connsiteX42" fmla="*/ 440689 w 4336168"/>
                <a:gd name="connsiteY42" fmla="*/ 4182378 h 4630833"/>
                <a:gd name="connsiteX43" fmla="*/ 606640 w 4336168"/>
                <a:gd name="connsiteY43" fmla="*/ 4409488 h 4630833"/>
                <a:gd name="connsiteX44" fmla="*/ 792425 w 4336168"/>
                <a:gd name="connsiteY44" fmla="*/ 4621205 h 4630833"/>
                <a:gd name="connsiteX45" fmla="*/ 802442 w 4336168"/>
                <a:gd name="connsiteY45" fmla="*/ 4630833 h 4630833"/>
                <a:gd name="connsiteX46" fmla="*/ 592561 w 4336168"/>
                <a:gd name="connsiteY46" fmla="*/ 4630833 h 4630833"/>
                <a:gd name="connsiteX47" fmla="*/ 489377 w 4336168"/>
                <a:gd name="connsiteY47" fmla="*/ 4483185 h 4630833"/>
                <a:gd name="connsiteX48" fmla="*/ 344944 w 4336168"/>
                <a:gd name="connsiteY48" fmla="*/ 4231611 h 4630833"/>
                <a:gd name="connsiteX49" fmla="*/ 224311 w 4336168"/>
                <a:gd name="connsiteY49" fmla="*/ 3970456 h 4630833"/>
                <a:gd name="connsiteX50" fmla="*/ 0 w 4336168"/>
                <a:gd name="connsiteY50" fmla="*/ 2866202 h 4630833"/>
                <a:gd name="connsiteX51" fmla="*/ 25105 w 4336168"/>
                <a:gd name="connsiteY51" fmla="*/ 2584351 h 4630833"/>
                <a:gd name="connsiteX52" fmla="*/ 105200 w 4336168"/>
                <a:gd name="connsiteY52" fmla="*/ 2310863 h 4630833"/>
                <a:gd name="connsiteX53" fmla="*/ 232245 w 4336168"/>
                <a:gd name="connsiteY53" fmla="*/ 2053172 h 4630833"/>
                <a:gd name="connsiteX54" fmla="*/ 307667 w 4336168"/>
                <a:gd name="connsiteY54" fmla="*/ 1930341 h 4630833"/>
                <a:gd name="connsiteX55" fmla="*/ 386893 w 4336168"/>
                <a:gd name="connsiteY55" fmla="*/ 1810161 h 4630833"/>
                <a:gd name="connsiteX56" fmla="*/ 548823 w 4336168"/>
                <a:gd name="connsiteY56" fmla="*/ 1573876 h 4630833"/>
                <a:gd name="connsiteX57" fmla="*/ 626419 w 4336168"/>
                <a:gd name="connsiteY57" fmla="*/ 1455224 h 4630833"/>
                <a:gd name="connsiteX58" fmla="*/ 701081 w 4336168"/>
                <a:gd name="connsiteY58" fmla="*/ 1334534 h 4630833"/>
                <a:gd name="connsiteX59" fmla="*/ 861162 w 4336168"/>
                <a:gd name="connsiteY59" fmla="*/ 1091320 h 4630833"/>
                <a:gd name="connsiteX60" fmla="*/ 1042329 w 4336168"/>
                <a:gd name="connsiteY60" fmla="*/ 858093 h 4630833"/>
                <a:gd name="connsiteX61" fmla="*/ 1487799 w 4336168"/>
                <a:gd name="connsiteY61" fmla="*/ 446686 h 4630833"/>
                <a:gd name="connsiteX62" fmla="*/ 1754060 w 4336168"/>
                <a:gd name="connsiteY62" fmla="*/ 283388 h 4630833"/>
                <a:gd name="connsiteX63" fmla="*/ 2044121 w 4336168"/>
                <a:gd name="connsiteY63" fmla="*/ 157906 h 4630833"/>
                <a:gd name="connsiteX64" fmla="*/ 2349287 w 4336168"/>
                <a:gd name="connsiteY64" fmla="*/ 71364 h 4630833"/>
                <a:gd name="connsiteX65" fmla="*/ 2661411 w 4336168"/>
                <a:gd name="connsiteY65" fmla="*/ 21213 h 4630833"/>
                <a:gd name="connsiteX66" fmla="*/ 2818124 w 4336168"/>
                <a:gd name="connsiteY66" fmla="*/ 7146 h 4630833"/>
                <a:gd name="connsiteX67" fmla="*/ 2974728 w 4336168"/>
                <a:gd name="connsiteY67" fmla="*/ 1029 h 4630833"/>
                <a:gd name="connsiteX68" fmla="*/ 3053738 w 4336168"/>
                <a:gd name="connsiteY68" fmla="*/ 111 h 463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</a:cxnLst>
              <a:rect l="l" t="t" r="r" b="b"/>
              <a:pathLst>
                <a:path w="4336168" h="4630833">
                  <a:moveTo>
                    <a:pt x="3053738" y="111"/>
                  </a:moveTo>
                  <a:lnTo>
                    <a:pt x="3093948" y="316"/>
                  </a:lnTo>
                  <a:lnTo>
                    <a:pt x="3134268" y="1743"/>
                  </a:lnTo>
                  <a:cubicBezTo>
                    <a:pt x="3187955" y="3475"/>
                    <a:pt x="3241749" y="7756"/>
                    <a:pt x="3295438" y="13058"/>
                  </a:cubicBezTo>
                  <a:cubicBezTo>
                    <a:pt x="3510076" y="35585"/>
                    <a:pt x="3722324" y="89406"/>
                    <a:pt x="3918813" y="169935"/>
                  </a:cubicBezTo>
                  <a:cubicBezTo>
                    <a:pt x="4017384" y="209689"/>
                    <a:pt x="4111933" y="255763"/>
                    <a:pt x="4203331" y="305405"/>
                  </a:cubicBezTo>
                  <a:lnTo>
                    <a:pt x="4336168" y="386579"/>
                  </a:lnTo>
                  <a:lnTo>
                    <a:pt x="4336168" y="772673"/>
                  </a:lnTo>
                  <a:lnTo>
                    <a:pt x="4270820" y="728127"/>
                  </a:lnTo>
                  <a:cubicBezTo>
                    <a:pt x="4191920" y="677771"/>
                    <a:pt x="4111825" y="630168"/>
                    <a:pt x="4030208" y="587253"/>
                  </a:cubicBezTo>
                  <a:cubicBezTo>
                    <a:pt x="3948699" y="544136"/>
                    <a:pt x="3865886" y="504687"/>
                    <a:pt x="3781010" y="471455"/>
                  </a:cubicBezTo>
                  <a:cubicBezTo>
                    <a:pt x="3611688" y="404384"/>
                    <a:pt x="3435522" y="358818"/>
                    <a:pt x="3254466" y="338024"/>
                  </a:cubicBezTo>
                  <a:cubicBezTo>
                    <a:pt x="3209255" y="333029"/>
                    <a:pt x="3163720" y="328748"/>
                    <a:pt x="3117966" y="326812"/>
                  </a:cubicBezTo>
                  <a:lnTo>
                    <a:pt x="3083625" y="325179"/>
                  </a:lnTo>
                  <a:lnTo>
                    <a:pt x="3049173" y="324366"/>
                  </a:lnTo>
                  <a:cubicBezTo>
                    <a:pt x="3026568" y="323447"/>
                    <a:pt x="3002550" y="323855"/>
                    <a:pt x="2978858" y="323855"/>
                  </a:cubicBezTo>
                  <a:cubicBezTo>
                    <a:pt x="2883983" y="323956"/>
                    <a:pt x="2789434" y="327423"/>
                    <a:pt x="2695862" y="335373"/>
                  </a:cubicBezTo>
                  <a:cubicBezTo>
                    <a:pt x="2602290" y="343223"/>
                    <a:pt x="2509371" y="354945"/>
                    <a:pt x="2417972" y="372070"/>
                  </a:cubicBezTo>
                  <a:cubicBezTo>
                    <a:pt x="2326683" y="389500"/>
                    <a:pt x="2236697" y="411009"/>
                    <a:pt x="2148451" y="437613"/>
                  </a:cubicBezTo>
                  <a:cubicBezTo>
                    <a:pt x="2060204" y="464116"/>
                    <a:pt x="1973588" y="495411"/>
                    <a:pt x="1889690" y="532515"/>
                  </a:cubicBezTo>
                  <a:cubicBezTo>
                    <a:pt x="1805247" y="568599"/>
                    <a:pt x="1723848" y="611411"/>
                    <a:pt x="1644512" y="658098"/>
                  </a:cubicBezTo>
                  <a:cubicBezTo>
                    <a:pt x="1486169" y="751979"/>
                    <a:pt x="1338149" y="865229"/>
                    <a:pt x="1200999" y="992137"/>
                  </a:cubicBezTo>
                  <a:cubicBezTo>
                    <a:pt x="1132531" y="1055744"/>
                    <a:pt x="1066782" y="1122715"/>
                    <a:pt x="1003531" y="1192234"/>
                  </a:cubicBezTo>
                  <a:cubicBezTo>
                    <a:pt x="971688" y="1226790"/>
                    <a:pt x="941150" y="1262568"/>
                    <a:pt x="910394" y="1298347"/>
                  </a:cubicBezTo>
                  <a:cubicBezTo>
                    <a:pt x="880507" y="1334738"/>
                    <a:pt x="850187" y="1370925"/>
                    <a:pt x="821278" y="1408233"/>
                  </a:cubicBezTo>
                  <a:cubicBezTo>
                    <a:pt x="792152" y="1444624"/>
                    <a:pt x="762266" y="1484480"/>
                    <a:pt x="732162" y="1521993"/>
                  </a:cubicBezTo>
                  <a:cubicBezTo>
                    <a:pt x="701950" y="1559810"/>
                    <a:pt x="671302" y="1597219"/>
                    <a:pt x="640548" y="1634323"/>
                  </a:cubicBezTo>
                  <a:cubicBezTo>
                    <a:pt x="579362" y="1708838"/>
                    <a:pt x="516980" y="1781618"/>
                    <a:pt x="457317" y="1855930"/>
                  </a:cubicBezTo>
                  <a:cubicBezTo>
                    <a:pt x="427540" y="1893033"/>
                    <a:pt x="397870" y="1930239"/>
                    <a:pt x="369288" y="1967955"/>
                  </a:cubicBezTo>
                  <a:cubicBezTo>
                    <a:pt x="341141" y="2005976"/>
                    <a:pt x="313211" y="2044100"/>
                    <a:pt x="287128" y="2083243"/>
                  </a:cubicBezTo>
                  <a:cubicBezTo>
                    <a:pt x="260936" y="2122284"/>
                    <a:pt x="235506" y="2161835"/>
                    <a:pt x="212683" y="2202607"/>
                  </a:cubicBezTo>
                  <a:cubicBezTo>
                    <a:pt x="200728" y="2222791"/>
                    <a:pt x="190187" y="2243586"/>
                    <a:pt x="179101" y="2264177"/>
                  </a:cubicBezTo>
                  <a:cubicBezTo>
                    <a:pt x="168886" y="2285072"/>
                    <a:pt x="158127" y="2305867"/>
                    <a:pt x="148890" y="2327172"/>
                  </a:cubicBezTo>
                  <a:cubicBezTo>
                    <a:pt x="109982" y="2411777"/>
                    <a:pt x="81183" y="2500256"/>
                    <a:pt x="61295" y="2590672"/>
                  </a:cubicBezTo>
                  <a:cubicBezTo>
                    <a:pt x="42386" y="2681292"/>
                    <a:pt x="33147" y="2773643"/>
                    <a:pt x="32604" y="2866202"/>
                  </a:cubicBezTo>
                  <a:cubicBezTo>
                    <a:pt x="32495" y="3051925"/>
                    <a:pt x="55643" y="3237650"/>
                    <a:pt x="100853" y="3418074"/>
                  </a:cubicBezTo>
                  <a:cubicBezTo>
                    <a:pt x="123133" y="3508490"/>
                    <a:pt x="151498" y="3597377"/>
                    <a:pt x="184971" y="3684428"/>
                  </a:cubicBezTo>
                  <a:cubicBezTo>
                    <a:pt x="192796" y="3706344"/>
                    <a:pt x="202250" y="3727751"/>
                    <a:pt x="210836" y="3749462"/>
                  </a:cubicBezTo>
                  <a:cubicBezTo>
                    <a:pt x="219421" y="3771175"/>
                    <a:pt x="228985" y="3792479"/>
                    <a:pt x="238440" y="3813783"/>
                  </a:cubicBezTo>
                  <a:lnTo>
                    <a:pt x="252894" y="3845688"/>
                  </a:lnTo>
                  <a:lnTo>
                    <a:pt x="268109" y="3877287"/>
                  </a:lnTo>
                  <a:cubicBezTo>
                    <a:pt x="278215" y="3898287"/>
                    <a:pt x="288432" y="3919284"/>
                    <a:pt x="299409" y="3939978"/>
                  </a:cubicBezTo>
                  <a:cubicBezTo>
                    <a:pt x="341792" y="4023258"/>
                    <a:pt x="389828" y="4103787"/>
                    <a:pt x="440689" y="4182378"/>
                  </a:cubicBezTo>
                  <a:cubicBezTo>
                    <a:pt x="492420" y="4260561"/>
                    <a:pt x="547953" y="4336299"/>
                    <a:pt x="606640" y="4409488"/>
                  </a:cubicBezTo>
                  <a:cubicBezTo>
                    <a:pt x="665381" y="4482677"/>
                    <a:pt x="727435" y="4553292"/>
                    <a:pt x="792425" y="4621205"/>
                  </a:cubicBezTo>
                  <a:lnTo>
                    <a:pt x="802442" y="4630833"/>
                  </a:lnTo>
                  <a:lnTo>
                    <a:pt x="592561" y="4630833"/>
                  </a:lnTo>
                  <a:lnTo>
                    <a:pt x="489377" y="4483185"/>
                  </a:lnTo>
                  <a:cubicBezTo>
                    <a:pt x="437212" y="4401230"/>
                    <a:pt x="388850" y="4317339"/>
                    <a:pt x="344944" y="4231611"/>
                  </a:cubicBezTo>
                  <a:cubicBezTo>
                    <a:pt x="300386" y="4146191"/>
                    <a:pt x="260828" y="4058731"/>
                    <a:pt x="224311" y="3970456"/>
                  </a:cubicBezTo>
                  <a:cubicBezTo>
                    <a:pt x="78901" y="3617049"/>
                    <a:pt x="1413" y="3242136"/>
                    <a:pt x="0" y="2866202"/>
                  </a:cubicBezTo>
                  <a:cubicBezTo>
                    <a:pt x="0" y="2771912"/>
                    <a:pt x="8043" y="2677417"/>
                    <a:pt x="25105" y="2584351"/>
                  </a:cubicBezTo>
                  <a:cubicBezTo>
                    <a:pt x="42928" y="2491285"/>
                    <a:pt x="69446" y="2399444"/>
                    <a:pt x="105200" y="2310863"/>
                  </a:cubicBezTo>
                  <a:cubicBezTo>
                    <a:pt x="140304" y="2221974"/>
                    <a:pt x="184318" y="2136351"/>
                    <a:pt x="232245" y="2053172"/>
                  </a:cubicBezTo>
                  <a:cubicBezTo>
                    <a:pt x="256154" y="2011379"/>
                    <a:pt x="281802" y="1970810"/>
                    <a:pt x="307667" y="1930341"/>
                  </a:cubicBezTo>
                  <a:cubicBezTo>
                    <a:pt x="333533" y="1889873"/>
                    <a:pt x="360049" y="1849915"/>
                    <a:pt x="386893" y="1810161"/>
                  </a:cubicBezTo>
                  <a:lnTo>
                    <a:pt x="548823" y="1573876"/>
                  </a:lnTo>
                  <a:cubicBezTo>
                    <a:pt x="575341" y="1534529"/>
                    <a:pt x="601098" y="1494877"/>
                    <a:pt x="626419" y="1455224"/>
                  </a:cubicBezTo>
                  <a:cubicBezTo>
                    <a:pt x="651959" y="1415266"/>
                    <a:pt x="675434" y="1376225"/>
                    <a:pt x="701081" y="1334534"/>
                  </a:cubicBezTo>
                  <a:cubicBezTo>
                    <a:pt x="751290" y="1252070"/>
                    <a:pt x="804324" y="1170828"/>
                    <a:pt x="861162" y="1091320"/>
                  </a:cubicBezTo>
                  <a:cubicBezTo>
                    <a:pt x="917894" y="1011810"/>
                    <a:pt x="977884" y="933729"/>
                    <a:pt x="1042329" y="858093"/>
                  </a:cubicBezTo>
                  <a:cubicBezTo>
                    <a:pt x="1171765" y="707536"/>
                    <a:pt x="1319348" y="566764"/>
                    <a:pt x="1487799" y="446686"/>
                  </a:cubicBezTo>
                  <a:cubicBezTo>
                    <a:pt x="1571699" y="386340"/>
                    <a:pt x="1661031" y="332010"/>
                    <a:pt x="1754060" y="283388"/>
                  </a:cubicBezTo>
                  <a:cubicBezTo>
                    <a:pt x="1847414" y="235478"/>
                    <a:pt x="1944463" y="193278"/>
                    <a:pt x="2044121" y="157906"/>
                  </a:cubicBezTo>
                  <a:cubicBezTo>
                    <a:pt x="2143778" y="122638"/>
                    <a:pt x="2245936" y="93789"/>
                    <a:pt x="2349287" y="71364"/>
                  </a:cubicBezTo>
                  <a:cubicBezTo>
                    <a:pt x="2452641" y="48939"/>
                    <a:pt x="2556971" y="32935"/>
                    <a:pt x="2661411" y="21213"/>
                  </a:cubicBezTo>
                  <a:cubicBezTo>
                    <a:pt x="2713576" y="14994"/>
                    <a:pt x="2765850" y="11222"/>
                    <a:pt x="2818124" y="7146"/>
                  </a:cubicBezTo>
                  <a:cubicBezTo>
                    <a:pt x="2870290" y="4596"/>
                    <a:pt x="2922672" y="1640"/>
                    <a:pt x="2974728" y="1029"/>
                  </a:cubicBezTo>
                  <a:cubicBezTo>
                    <a:pt x="3000811" y="519"/>
                    <a:pt x="3026568" y="-296"/>
                    <a:pt x="3053738" y="11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2786ABD8-AB9F-46F2-A7D9-36F1F7338C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5112326" y="0"/>
            <a:ext cx="4683941" cy="3456291"/>
            <a:chOff x="4345582" y="0"/>
            <a:chExt cx="5069918" cy="3741104"/>
          </a:xfrm>
          <a:solidFill>
            <a:schemeClr val="accent5">
              <a:alpha val="5000"/>
            </a:schemeClr>
          </a:solidFill>
        </p:grpSpPr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DB26E49F-E19A-487B-A8A4-A26128CFDC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45582" y="1"/>
              <a:ext cx="5069918" cy="3741103"/>
            </a:xfrm>
            <a:custGeom>
              <a:avLst/>
              <a:gdLst>
                <a:gd name="connsiteX0" fmla="*/ 475344 w 5069918"/>
                <a:gd name="connsiteY0" fmla="*/ 0 h 3741103"/>
                <a:gd name="connsiteX1" fmla="*/ 643707 w 5069918"/>
                <a:gd name="connsiteY1" fmla="*/ 0 h 3741103"/>
                <a:gd name="connsiteX2" fmla="*/ 635672 w 5069918"/>
                <a:gd name="connsiteY2" fmla="*/ 7778 h 3741103"/>
                <a:gd name="connsiteX3" fmla="*/ 486638 w 5069918"/>
                <a:gd name="connsiteY3" fmla="*/ 178818 h 3741103"/>
                <a:gd name="connsiteX4" fmla="*/ 353514 w 5069918"/>
                <a:gd name="connsiteY4" fmla="*/ 362293 h 3741103"/>
                <a:gd name="connsiteX5" fmla="*/ 240181 w 5069918"/>
                <a:gd name="connsiteY5" fmla="*/ 558120 h 3741103"/>
                <a:gd name="connsiteX6" fmla="*/ 215073 w 5069918"/>
                <a:gd name="connsiteY6" fmla="*/ 608766 h 3741103"/>
                <a:gd name="connsiteX7" fmla="*/ 202868 w 5069918"/>
                <a:gd name="connsiteY7" fmla="*/ 634294 h 3741103"/>
                <a:gd name="connsiteX8" fmla="*/ 191273 w 5069918"/>
                <a:gd name="connsiteY8" fmla="*/ 660069 h 3741103"/>
                <a:gd name="connsiteX9" fmla="*/ 169129 w 5069918"/>
                <a:gd name="connsiteY9" fmla="*/ 712032 h 3741103"/>
                <a:gd name="connsiteX10" fmla="*/ 148381 w 5069918"/>
                <a:gd name="connsiteY10" fmla="*/ 764571 h 3741103"/>
                <a:gd name="connsiteX11" fmla="*/ 80903 w 5069918"/>
                <a:gd name="connsiteY11" fmla="*/ 979750 h 3741103"/>
                <a:gd name="connsiteX12" fmla="*/ 26154 w 5069918"/>
                <a:gd name="connsiteY12" fmla="*/ 1425590 h 3741103"/>
                <a:gd name="connsiteX13" fmla="*/ 49170 w 5069918"/>
                <a:gd name="connsiteY13" fmla="*/ 1648182 h 3741103"/>
                <a:gd name="connsiteX14" fmla="*/ 119437 w 5069918"/>
                <a:gd name="connsiteY14" fmla="*/ 1861055 h 3741103"/>
                <a:gd name="connsiteX15" fmla="*/ 143672 w 5069918"/>
                <a:gd name="connsiteY15" fmla="*/ 1911947 h 3741103"/>
                <a:gd name="connsiteX16" fmla="*/ 170611 w 5069918"/>
                <a:gd name="connsiteY16" fmla="*/ 1961687 h 3741103"/>
                <a:gd name="connsiteX17" fmla="*/ 230330 w 5069918"/>
                <a:gd name="connsiteY17" fmla="*/ 2058118 h 3741103"/>
                <a:gd name="connsiteX18" fmla="*/ 296237 w 5069918"/>
                <a:gd name="connsiteY18" fmla="*/ 2151255 h 3741103"/>
                <a:gd name="connsiteX19" fmla="*/ 366853 w 5069918"/>
                <a:gd name="connsiteY19" fmla="*/ 2241757 h 3741103"/>
                <a:gd name="connsiteX20" fmla="*/ 513838 w 5069918"/>
                <a:gd name="connsiteY20" fmla="*/ 2420786 h 3741103"/>
                <a:gd name="connsiteX21" fmla="*/ 587330 w 5069918"/>
                <a:gd name="connsiteY21" fmla="*/ 2511534 h 3741103"/>
                <a:gd name="connsiteX22" fmla="*/ 658817 w 5069918"/>
                <a:gd name="connsiteY22" fmla="*/ 2603437 h 3741103"/>
                <a:gd name="connsiteX23" fmla="*/ 730305 w 5069918"/>
                <a:gd name="connsiteY23" fmla="*/ 2692210 h 3741103"/>
                <a:gd name="connsiteX24" fmla="*/ 805018 w 5069918"/>
                <a:gd name="connsiteY24" fmla="*/ 2777936 h 3741103"/>
                <a:gd name="connsiteX25" fmla="*/ 963424 w 5069918"/>
                <a:gd name="connsiteY25" fmla="*/ 2939588 h 3741103"/>
                <a:gd name="connsiteX26" fmla="*/ 1319204 w 5069918"/>
                <a:gd name="connsiteY26" fmla="*/ 3209447 h 3741103"/>
                <a:gd name="connsiteX27" fmla="*/ 1515882 w 5069918"/>
                <a:gd name="connsiteY27" fmla="*/ 3310902 h 3741103"/>
                <a:gd name="connsiteX28" fmla="*/ 1723456 w 5069918"/>
                <a:gd name="connsiteY28" fmla="*/ 3387570 h 3741103"/>
                <a:gd name="connsiteX29" fmla="*/ 1939662 w 5069918"/>
                <a:gd name="connsiteY29" fmla="*/ 3440520 h 3741103"/>
                <a:gd name="connsiteX30" fmla="*/ 2162581 w 5069918"/>
                <a:gd name="connsiteY30" fmla="*/ 3470167 h 3741103"/>
                <a:gd name="connsiteX31" fmla="*/ 2389597 w 5069918"/>
                <a:gd name="connsiteY31" fmla="*/ 3479472 h 3741103"/>
                <a:gd name="connsiteX32" fmla="*/ 2446002 w 5069918"/>
                <a:gd name="connsiteY32" fmla="*/ 3479059 h 3741103"/>
                <a:gd name="connsiteX33" fmla="*/ 2473639 w 5069918"/>
                <a:gd name="connsiteY33" fmla="*/ 3478402 h 3741103"/>
                <a:gd name="connsiteX34" fmla="*/ 2501187 w 5069918"/>
                <a:gd name="connsiteY34" fmla="*/ 3477083 h 3741103"/>
                <a:gd name="connsiteX35" fmla="*/ 2610685 w 5069918"/>
                <a:gd name="connsiteY35" fmla="*/ 3468025 h 3741103"/>
                <a:gd name="connsiteX36" fmla="*/ 3033071 w 5069918"/>
                <a:gd name="connsiteY36" fmla="*/ 3360230 h 3741103"/>
                <a:gd name="connsiteX37" fmla="*/ 3232974 w 5069918"/>
                <a:gd name="connsiteY37" fmla="*/ 3266681 h 3741103"/>
                <a:gd name="connsiteX38" fmla="*/ 3425990 w 5069918"/>
                <a:gd name="connsiteY38" fmla="*/ 3152873 h 3741103"/>
                <a:gd name="connsiteX39" fmla="*/ 3613601 w 5069918"/>
                <a:gd name="connsiteY39" fmla="*/ 3024078 h 3741103"/>
                <a:gd name="connsiteX40" fmla="*/ 3706185 w 5069918"/>
                <a:gd name="connsiteY40" fmla="*/ 2955893 h 3741103"/>
                <a:gd name="connsiteX41" fmla="*/ 3799729 w 5069918"/>
                <a:gd name="connsiteY41" fmla="*/ 2885155 h 3741103"/>
                <a:gd name="connsiteX42" fmla="*/ 4175561 w 5069918"/>
                <a:gd name="connsiteY42" fmla="*/ 2606072 h 3741103"/>
                <a:gd name="connsiteX43" fmla="*/ 4517132 w 5069918"/>
                <a:gd name="connsiteY43" fmla="*/ 2312331 h 3741103"/>
                <a:gd name="connsiteX44" fmla="*/ 4659758 w 5069918"/>
                <a:gd name="connsiteY44" fmla="*/ 2148703 h 3741103"/>
                <a:gd name="connsiteX45" fmla="*/ 4773178 w 5069918"/>
                <a:gd name="connsiteY45" fmla="*/ 1969674 h 3741103"/>
                <a:gd name="connsiteX46" fmla="*/ 4892092 w 5069918"/>
                <a:gd name="connsiteY46" fmla="*/ 1567562 h 3741103"/>
                <a:gd name="connsiteX47" fmla="*/ 4898804 w 5069918"/>
                <a:gd name="connsiteY47" fmla="*/ 1460754 h 3741103"/>
                <a:gd name="connsiteX48" fmla="*/ 4899153 w 5069918"/>
                <a:gd name="connsiteY48" fmla="*/ 1406239 h 3741103"/>
                <a:gd name="connsiteX49" fmla="*/ 4898456 w 5069918"/>
                <a:gd name="connsiteY49" fmla="*/ 1350735 h 3741103"/>
                <a:gd name="connsiteX50" fmla="*/ 4886774 w 5069918"/>
                <a:gd name="connsiteY50" fmla="*/ 1128886 h 3741103"/>
                <a:gd name="connsiteX51" fmla="*/ 4815896 w 5069918"/>
                <a:gd name="connsiteY51" fmla="*/ 689221 h 3741103"/>
                <a:gd name="connsiteX52" fmla="*/ 4673183 w 5069918"/>
                <a:gd name="connsiteY52" fmla="*/ 264874 h 3741103"/>
                <a:gd name="connsiteX53" fmla="*/ 4625496 w 5069918"/>
                <a:gd name="connsiteY53" fmla="*/ 162925 h 3741103"/>
                <a:gd name="connsiteX54" fmla="*/ 4572490 w 5069918"/>
                <a:gd name="connsiteY54" fmla="*/ 63364 h 3741103"/>
                <a:gd name="connsiteX55" fmla="*/ 4532299 w 5069918"/>
                <a:gd name="connsiteY55" fmla="*/ 0 h 3741103"/>
                <a:gd name="connsiteX56" fmla="*/ 4626680 w 5069918"/>
                <a:gd name="connsiteY56" fmla="*/ 0 h 3741103"/>
                <a:gd name="connsiteX57" fmla="*/ 4643978 w 5069918"/>
                <a:gd name="connsiteY57" fmla="*/ 26636 h 3741103"/>
                <a:gd name="connsiteX58" fmla="*/ 4700644 w 5069918"/>
                <a:gd name="connsiteY58" fmla="*/ 128338 h 3741103"/>
                <a:gd name="connsiteX59" fmla="*/ 4753214 w 5069918"/>
                <a:gd name="connsiteY59" fmla="*/ 232016 h 3741103"/>
                <a:gd name="connsiteX60" fmla="*/ 4921297 w 5069918"/>
                <a:gd name="connsiteY60" fmla="*/ 663363 h 3741103"/>
                <a:gd name="connsiteX61" fmla="*/ 5027482 w 5069918"/>
                <a:gd name="connsiteY61" fmla="*/ 1112991 h 3741103"/>
                <a:gd name="connsiteX62" fmla="*/ 5058082 w 5069918"/>
                <a:gd name="connsiteY62" fmla="*/ 1342088 h 3741103"/>
                <a:gd name="connsiteX63" fmla="*/ 5063486 w 5069918"/>
                <a:gd name="connsiteY63" fmla="*/ 1399651 h 3741103"/>
                <a:gd name="connsiteX64" fmla="*/ 5067846 w 5069918"/>
                <a:gd name="connsiteY64" fmla="*/ 1458284 h 3741103"/>
                <a:gd name="connsiteX65" fmla="*/ 5069414 w 5069918"/>
                <a:gd name="connsiteY65" fmla="*/ 1577772 h 3741103"/>
                <a:gd name="connsiteX66" fmla="*/ 5040732 w 5069918"/>
                <a:gd name="connsiteY66" fmla="*/ 1817822 h 3741103"/>
                <a:gd name="connsiteX67" fmla="*/ 4964102 w 5069918"/>
                <a:gd name="connsiteY67" fmla="*/ 2050871 h 3741103"/>
                <a:gd name="connsiteX68" fmla="*/ 4689486 w 5069918"/>
                <a:gd name="connsiteY68" fmla="*/ 2458008 h 3741103"/>
                <a:gd name="connsiteX69" fmla="*/ 4333792 w 5069918"/>
                <a:gd name="connsiteY69" fmla="*/ 2784606 h 3741103"/>
                <a:gd name="connsiteX70" fmla="*/ 3965197 w 5069918"/>
                <a:gd name="connsiteY70" fmla="*/ 3076041 h 3741103"/>
                <a:gd name="connsiteX71" fmla="*/ 3873745 w 5069918"/>
                <a:gd name="connsiteY71" fmla="*/ 3149167 h 3741103"/>
                <a:gd name="connsiteX72" fmla="*/ 3779416 w 5069918"/>
                <a:gd name="connsiteY72" fmla="*/ 3222705 h 3741103"/>
                <a:gd name="connsiteX73" fmla="*/ 3582739 w 5069918"/>
                <a:gd name="connsiteY73" fmla="*/ 3364594 h 3741103"/>
                <a:gd name="connsiteX74" fmla="*/ 3371851 w 5069918"/>
                <a:gd name="connsiteY74" fmla="*/ 3494377 h 3741103"/>
                <a:gd name="connsiteX75" fmla="*/ 3143615 w 5069918"/>
                <a:gd name="connsiteY75" fmla="*/ 3603819 h 3741103"/>
                <a:gd name="connsiteX76" fmla="*/ 2643552 w 5069918"/>
                <a:gd name="connsiteY76" fmla="*/ 3730555 h 3741103"/>
                <a:gd name="connsiteX77" fmla="*/ 2514264 w 5069918"/>
                <a:gd name="connsiteY77" fmla="*/ 3739696 h 3741103"/>
                <a:gd name="connsiteX78" fmla="*/ 2481920 w 5069918"/>
                <a:gd name="connsiteY78" fmla="*/ 3740849 h 3741103"/>
                <a:gd name="connsiteX79" fmla="*/ 2449664 w 5069918"/>
                <a:gd name="connsiteY79" fmla="*/ 3741014 h 3741103"/>
                <a:gd name="connsiteX80" fmla="*/ 2386284 w 5069918"/>
                <a:gd name="connsiteY80" fmla="*/ 3740273 h 3741103"/>
                <a:gd name="connsiteX81" fmla="*/ 2260658 w 5069918"/>
                <a:gd name="connsiteY81" fmla="*/ 3735331 h 3741103"/>
                <a:gd name="connsiteX82" fmla="*/ 2134945 w 5069918"/>
                <a:gd name="connsiteY82" fmla="*/ 3723967 h 3741103"/>
                <a:gd name="connsiteX83" fmla="*/ 1884564 w 5069918"/>
                <a:gd name="connsiteY83" fmla="*/ 3683451 h 3741103"/>
                <a:gd name="connsiteX84" fmla="*/ 1639764 w 5069918"/>
                <a:gd name="connsiteY84" fmla="*/ 3613537 h 3741103"/>
                <a:gd name="connsiteX85" fmla="*/ 1407081 w 5069918"/>
                <a:gd name="connsiteY85" fmla="*/ 3512164 h 3741103"/>
                <a:gd name="connsiteX86" fmla="*/ 1193491 w 5069918"/>
                <a:gd name="connsiteY86" fmla="*/ 3380240 h 3741103"/>
                <a:gd name="connsiteX87" fmla="*/ 836141 w 5069918"/>
                <a:gd name="connsiteY87" fmla="*/ 3047878 h 3741103"/>
                <a:gd name="connsiteX88" fmla="*/ 690812 w 5069918"/>
                <a:gd name="connsiteY88" fmla="*/ 2859461 h 3741103"/>
                <a:gd name="connsiteX89" fmla="*/ 562397 w 5069918"/>
                <a:gd name="connsiteY89" fmla="*/ 2662976 h 3741103"/>
                <a:gd name="connsiteX90" fmla="*/ 502504 w 5069918"/>
                <a:gd name="connsiteY90" fmla="*/ 2565474 h 3741103"/>
                <a:gd name="connsiteX91" fmla="*/ 440258 w 5069918"/>
                <a:gd name="connsiteY91" fmla="*/ 2469619 h 3741103"/>
                <a:gd name="connsiteX92" fmla="*/ 310360 w 5069918"/>
                <a:gd name="connsiteY92" fmla="*/ 2278732 h 3741103"/>
                <a:gd name="connsiteX93" fmla="*/ 246806 w 5069918"/>
                <a:gd name="connsiteY93" fmla="*/ 2181642 h 3741103"/>
                <a:gd name="connsiteX94" fmla="*/ 186303 w 5069918"/>
                <a:gd name="connsiteY94" fmla="*/ 2082411 h 3741103"/>
                <a:gd name="connsiteX95" fmla="*/ 84390 w 5069918"/>
                <a:gd name="connsiteY95" fmla="*/ 1874231 h 3741103"/>
                <a:gd name="connsiteX96" fmla="*/ 20139 w 5069918"/>
                <a:gd name="connsiteY96" fmla="*/ 1653288 h 3741103"/>
                <a:gd name="connsiteX97" fmla="*/ 0 w 5069918"/>
                <a:gd name="connsiteY97" fmla="*/ 1425590 h 3741103"/>
                <a:gd name="connsiteX98" fmla="*/ 179939 w 5069918"/>
                <a:gd name="connsiteY98" fmla="*/ 533498 h 3741103"/>
                <a:gd name="connsiteX99" fmla="*/ 276709 w 5069918"/>
                <a:gd name="connsiteY99" fmla="*/ 322519 h 3741103"/>
                <a:gd name="connsiteX100" fmla="*/ 392571 w 5069918"/>
                <a:gd name="connsiteY100" fmla="*/ 119280 h 3741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5069918" h="3741103">
                  <a:moveTo>
                    <a:pt x="475344" y="0"/>
                  </a:moveTo>
                  <a:lnTo>
                    <a:pt x="643707" y="0"/>
                  </a:lnTo>
                  <a:lnTo>
                    <a:pt x="635672" y="7778"/>
                  </a:lnTo>
                  <a:cubicBezTo>
                    <a:pt x="583538" y="62643"/>
                    <a:pt x="533759" y="119691"/>
                    <a:pt x="486638" y="178818"/>
                  </a:cubicBezTo>
                  <a:cubicBezTo>
                    <a:pt x="439560" y="237945"/>
                    <a:pt x="395012" y="299131"/>
                    <a:pt x="353514" y="362293"/>
                  </a:cubicBezTo>
                  <a:cubicBezTo>
                    <a:pt x="312714" y="425784"/>
                    <a:pt x="274180" y="490841"/>
                    <a:pt x="240181" y="558120"/>
                  </a:cubicBezTo>
                  <a:cubicBezTo>
                    <a:pt x="231376" y="574838"/>
                    <a:pt x="223180" y="591801"/>
                    <a:pt x="215073" y="608766"/>
                  </a:cubicBezTo>
                  <a:lnTo>
                    <a:pt x="202868" y="634294"/>
                  </a:lnTo>
                  <a:lnTo>
                    <a:pt x="191273" y="660069"/>
                  </a:lnTo>
                  <a:cubicBezTo>
                    <a:pt x="183688" y="677280"/>
                    <a:pt x="176016" y="694491"/>
                    <a:pt x="169129" y="712032"/>
                  </a:cubicBezTo>
                  <a:cubicBezTo>
                    <a:pt x="162242" y="729572"/>
                    <a:pt x="154658" y="746866"/>
                    <a:pt x="148381" y="764571"/>
                  </a:cubicBezTo>
                  <a:cubicBezTo>
                    <a:pt x="121529" y="834897"/>
                    <a:pt x="98775" y="906706"/>
                    <a:pt x="80903" y="979750"/>
                  </a:cubicBezTo>
                  <a:cubicBezTo>
                    <a:pt x="44636" y="1125509"/>
                    <a:pt x="26067" y="1275550"/>
                    <a:pt x="26154" y="1425590"/>
                  </a:cubicBezTo>
                  <a:cubicBezTo>
                    <a:pt x="26590" y="1500365"/>
                    <a:pt x="34001" y="1574973"/>
                    <a:pt x="49170" y="1648182"/>
                  </a:cubicBezTo>
                  <a:cubicBezTo>
                    <a:pt x="65124" y="1721226"/>
                    <a:pt x="88226" y="1792705"/>
                    <a:pt x="119437" y="1861055"/>
                  </a:cubicBezTo>
                  <a:cubicBezTo>
                    <a:pt x="126847" y="1878267"/>
                    <a:pt x="135478" y="1895066"/>
                    <a:pt x="143672" y="1911947"/>
                  </a:cubicBezTo>
                  <a:cubicBezTo>
                    <a:pt x="152565" y="1928582"/>
                    <a:pt x="161021" y="1945381"/>
                    <a:pt x="170611" y="1961687"/>
                  </a:cubicBezTo>
                  <a:cubicBezTo>
                    <a:pt x="188919" y="1994626"/>
                    <a:pt x="209319" y="2026578"/>
                    <a:pt x="230330" y="2058118"/>
                  </a:cubicBezTo>
                  <a:cubicBezTo>
                    <a:pt x="251253" y="2089740"/>
                    <a:pt x="273658" y="2120539"/>
                    <a:pt x="296237" y="2151255"/>
                  </a:cubicBezTo>
                  <a:cubicBezTo>
                    <a:pt x="319165" y="2181725"/>
                    <a:pt x="342966" y="2211782"/>
                    <a:pt x="366853" y="2241757"/>
                  </a:cubicBezTo>
                  <a:cubicBezTo>
                    <a:pt x="414714" y="2301791"/>
                    <a:pt x="464756" y="2360588"/>
                    <a:pt x="513838" y="2420786"/>
                  </a:cubicBezTo>
                  <a:cubicBezTo>
                    <a:pt x="538509" y="2450761"/>
                    <a:pt x="563094" y="2480983"/>
                    <a:pt x="587330" y="2511534"/>
                  </a:cubicBezTo>
                  <a:cubicBezTo>
                    <a:pt x="611479" y="2541839"/>
                    <a:pt x="635453" y="2574038"/>
                    <a:pt x="658817" y="2603437"/>
                  </a:cubicBezTo>
                  <a:cubicBezTo>
                    <a:pt x="682008" y="2633577"/>
                    <a:pt x="706330" y="2662811"/>
                    <a:pt x="730305" y="2692210"/>
                  </a:cubicBezTo>
                  <a:cubicBezTo>
                    <a:pt x="754977" y="2721115"/>
                    <a:pt x="779474" y="2750019"/>
                    <a:pt x="805018" y="2777936"/>
                  </a:cubicBezTo>
                  <a:cubicBezTo>
                    <a:pt x="855757" y="2834098"/>
                    <a:pt x="908500" y="2888202"/>
                    <a:pt x="963424" y="2939588"/>
                  </a:cubicBezTo>
                  <a:cubicBezTo>
                    <a:pt x="1073444" y="3042113"/>
                    <a:pt x="1192183" y="3133604"/>
                    <a:pt x="1319204" y="3209447"/>
                  </a:cubicBezTo>
                  <a:cubicBezTo>
                    <a:pt x="1382846" y="3247164"/>
                    <a:pt x="1448143" y="3281751"/>
                    <a:pt x="1515882" y="3310902"/>
                  </a:cubicBezTo>
                  <a:cubicBezTo>
                    <a:pt x="1583184" y="3340877"/>
                    <a:pt x="1652666" y="3366159"/>
                    <a:pt x="1723456" y="3387570"/>
                  </a:cubicBezTo>
                  <a:cubicBezTo>
                    <a:pt x="1794246" y="3409063"/>
                    <a:pt x="1866431" y="3426439"/>
                    <a:pt x="1939662" y="3440520"/>
                  </a:cubicBezTo>
                  <a:cubicBezTo>
                    <a:pt x="2012981" y="3454355"/>
                    <a:pt x="2087519" y="3463825"/>
                    <a:pt x="2162581" y="3470167"/>
                  </a:cubicBezTo>
                  <a:cubicBezTo>
                    <a:pt x="2237643" y="3476589"/>
                    <a:pt x="2313489" y="3479390"/>
                    <a:pt x="2389597" y="3479472"/>
                  </a:cubicBezTo>
                  <a:cubicBezTo>
                    <a:pt x="2408602" y="3479472"/>
                    <a:pt x="2427869" y="3479801"/>
                    <a:pt x="2446002" y="3479059"/>
                  </a:cubicBezTo>
                  <a:lnTo>
                    <a:pt x="2473639" y="3478402"/>
                  </a:lnTo>
                  <a:lnTo>
                    <a:pt x="2501187" y="3477083"/>
                  </a:lnTo>
                  <a:cubicBezTo>
                    <a:pt x="2537890" y="3475519"/>
                    <a:pt x="2574418" y="3472060"/>
                    <a:pt x="2610685" y="3468025"/>
                  </a:cubicBezTo>
                  <a:cubicBezTo>
                    <a:pt x="2755926" y="3451226"/>
                    <a:pt x="2897244" y="3414415"/>
                    <a:pt x="3033071" y="3360230"/>
                  </a:cubicBezTo>
                  <a:cubicBezTo>
                    <a:pt x="3101158" y="3333383"/>
                    <a:pt x="3167589" y="3301514"/>
                    <a:pt x="3232974" y="3266681"/>
                  </a:cubicBezTo>
                  <a:cubicBezTo>
                    <a:pt x="3298446" y="3232011"/>
                    <a:pt x="3362697" y="3193554"/>
                    <a:pt x="3425990" y="3152873"/>
                  </a:cubicBezTo>
                  <a:cubicBezTo>
                    <a:pt x="3489282" y="3112110"/>
                    <a:pt x="3551529" y="3068712"/>
                    <a:pt x="3613601" y="3024078"/>
                  </a:cubicBezTo>
                  <a:cubicBezTo>
                    <a:pt x="3644549" y="3001762"/>
                    <a:pt x="3675411" y="2978868"/>
                    <a:pt x="3706185" y="2955893"/>
                  </a:cubicBezTo>
                  <a:lnTo>
                    <a:pt x="3799729" y="2885155"/>
                  </a:lnTo>
                  <a:cubicBezTo>
                    <a:pt x="3926402" y="2790205"/>
                    <a:pt x="4053597" y="2699374"/>
                    <a:pt x="4175561" y="2606072"/>
                  </a:cubicBezTo>
                  <a:cubicBezTo>
                    <a:pt x="4297526" y="2512852"/>
                    <a:pt x="4414084" y="2416833"/>
                    <a:pt x="4517132" y="2312331"/>
                  </a:cubicBezTo>
                  <a:cubicBezTo>
                    <a:pt x="4568480" y="2259956"/>
                    <a:pt x="4616604" y="2205689"/>
                    <a:pt x="4659758" y="2148703"/>
                  </a:cubicBezTo>
                  <a:cubicBezTo>
                    <a:pt x="4702650" y="2091634"/>
                    <a:pt x="4741184" y="2032096"/>
                    <a:pt x="4773178" y="1969674"/>
                  </a:cubicBezTo>
                  <a:cubicBezTo>
                    <a:pt x="4837865" y="1845080"/>
                    <a:pt x="4877446" y="1709038"/>
                    <a:pt x="4892092" y="1567562"/>
                  </a:cubicBezTo>
                  <a:cubicBezTo>
                    <a:pt x="4895666" y="1532233"/>
                    <a:pt x="4897845" y="1496576"/>
                    <a:pt x="4898804" y="1460754"/>
                  </a:cubicBezTo>
                  <a:cubicBezTo>
                    <a:pt x="4899066" y="1442884"/>
                    <a:pt x="4899414" y="1425015"/>
                    <a:pt x="4899153" y="1406239"/>
                  </a:cubicBezTo>
                  <a:cubicBezTo>
                    <a:pt x="4898979" y="1387711"/>
                    <a:pt x="4899066" y="1369263"/>
                    <a:pt x="4898456" y="1350735"/>
                  </a:cubicBezTo>
                  <a:cubicBezTo>
                    <a:pt x="4896974" y="1276703"/>
                    <a:pt x="4893226" y="1202753"/>
                    <a:pt x="4886774" y="1128886"/>
                  </a:cubicBezTo>
                  <a:cubicBezTo>
                    <a:pt x="4873610" y="981232"/>
                    <a:pt x="4851030" y="833991"/>
                    <a:pt x="4815896" y="689221"/>
                  </a:cubicBezTo>
                  <a:cubicBezTo>
                    <a:pt x="4780676" y="544533"/>
                    <a:pt x="4733860" y="402068"/>
                    <a:pt x="4673183" y="264874"/>
                  </a:cubicBezTo>
                  <a:cubicBezTo>
                    <a:pt x="4658101" y="230533"/>
                    <a:pt x="4642147" y="196605"/>
                    <a:pt x="4625496" y="162925"/>
                  </a:cubicBezTo>
                  <a:cubicBezTo>
                    <a:pt x="4608583" y="129326"/>
                    <a:pt x="4590885" y="96222"/>
                    <a:pt x="4572490" y="63364"/>
                  </a:cubicBezTo>
                  <a:lnTo>
                    <a:pt x="4532299" y="0"/>
                  </a:lnTo>
                  <a:lnTo>
                    <a:pt x="4626680" y="0"/>
                  </a:lnTo>
                  <a:lnTo>
                    <a:pt x="4643978" y="26636"/>
                  </a:lnTo>
                  <a:cubicBezTo>
                    <a:pt x="4663594" y="60152"/>
                    <a:pt x="4682598" y="94080"/>
                    <a:pt x="4700644" y="128338"/>
                  </a:cubicBezTo>
                  <a:cubicBezTo>
                    <a:pt x="4718866" y="162595"/>
                    <a:pt x="4736476" y="197100"/>
                    <a:pt x="4753214" y="232016"/>
                  </a:cubicBezTo>
                  <a:cubicBezTo>
                    <a:pt x="4820082" y="371681"/>
                    <a:pt x="4875964" y="515957"/>
                    <a:pt x="4921297" y="663363"/>
                  </a:cubicBezTo>
                  <a:cubicBezTo>
                    <a:pt x="4966630" y="810687"/>
                    <a:pt x="5002460" y="960975"/>
                    <a:pt x="5027482" y="1112991"/>
                  </a:cubicBezTo>
                  <a:cubicBezTo>
                    <a:pt x="5040123" y="1189000"/>
                    <a:pt x="5050323" y="1265421"/>
                    <a:pt x="5058082" y="1342088"/>
                  </a:cubicBezTo>
                  <a:cubicBezTo>
                    <a:pt x="5060261" y="1361276"/>
                    <a:pt x="5061743" y="1380464"/>
                    <a:pt x="5063486" y="1399651"/>
                  </a:cubicBezTo>
                  <a:cubicBezTo>
                    <a:pt x="5065318" y="1418591"/>
                    <a:pt x="5066625" y="1438437"/>
                    <a:pt x="5067846" y="1458284"/>
                  </a:cubicBezTo>
                  <a:cubicBezTo>
                    <a:pt x="5069851" y="1497894"/>
                    <a:pt x="5070461" y="1537751"/>
                    <a:pt x="5069414" y="1577772"/>
                  </a:cubicBezTo>
                  <a:cubicBezTo>
                    <a:pt x="5067060" y="1657734"/>
                    <a:pt x="5057820" y="1738272"/>
                    <a:pt x="5040732" y="1817822"/>
                  </a:cubicBezTo>
                  <a:cubicBezTo>
                    <a:pt x="5023123" y="1897289"/>
                    <a:pt x="4997578" y="1975686"/>
                    <a:pt x="4964102" y="2050871"/>
                  </a:cubicBezTo>
                  <a:cubicBezTo>
                    <a:pt x="4897409" y="2201736"/>
                    <a:pt x="4799942" y="2338271"/>
                    <a:pt x="4689486" y="2458008"/>
                  </a:cubicBezTo>
                  <a:cubicBezTo>
                    <a:pt x="4579116" y="2578485"/>
                    <a:pt x="4456716" y="2684139"/>
                    <a:pt x="4333792" y="2784606"/>
                  </a:cubicBezTo>
                  <a:cubicBezTo>
                    <a:pt x="4210520" y="2884908"/>
                    <a:pt x="4085853" y="2979775"/>
                    <a:pt x="3965197" y="3076041"/>
                  </a:cubicBezTo>
                  <a:lnTo>
                    <a:pt x="3873745" y="3149167"/>
                  </a:lnTo>
                  <a:cubicBezTo>
                    <a:pt x="3842621" y="3173790"/>
                    <a:pt x="3811325" y="3198413"/>
                    <a:pt x="3779416" y="3222705"/>
                  </a:cubicBezTo>
                  <a:cubicBezTo>
                    <a:pt x="3715863" y="3271374"/>
                    <a:pt x="3650652" y="3319055"/>
                    <a:pt x="3582739" y="3364594"/>
                  </a:cubicBezTo>
                  <a:cubicBezTo>
                    <a:pt x="3514913" y="3410051"/>
                    <a:pt x="3445170" y="3454190"/>
                    <a:pt x="3371851" y="3494377"/>
                  </a:cubicBezTo>
                  <a:cubicBezTo>
                    <a:pt x="3298533" y="3534481"/>
                    <a:pt x="3222687" y="3571703"/>
                    <a:pt x="3143615" y="3603819"/>
                  </a:cubicBezTo>
                  <a:cubicBezTo>
                    <a:pt x="2985994" y="3668876"/>
                    <a:pt x="2815732" y="3712356"/>
                    <a:pt x="2643552" y="3730555"/>
                  </a:cubicBezTo>
                  <a:cubicBezTo>
                    <a:pt x="2600484" y="3734838"/>
                    <a:pt x="2557331" y="3738297"/>
                    <a:pt x="2514264" y="3739696"/>
                  </a:cubicBezTo>
                  <a:lnTo>
                    <a:pt x="2481920" y="3740849"/>
                  </a:lnTo>
                  <a:lnTo>
                    <a:pt x="2449664" y="3741014"/>
                  </a:lnTo>
                  <a:cubicBezTo>
                    <a:pt x="2427869" y="3741343"/>
                    <a:pt x="2407207" y="3740685"/>
                    <a:pt x="2386284" y="3740273"/>
                  </a:cubicBezTo>
                  <a:cubicBezTo>
                    <a:pt x="2344525" y="3739779"/>
                    <a:pt x="2302505" y="3737391"/>
                    <a:pt x="2260658" y="3735331"/>
                  </a:cubicBezTo>
                  <a:cubicBezTo>
                    <a:pt x="2218725" y="3732038"/>
                    <a:pt x="2176791" y="3728991"/>
                    <a:pt x="2134945" y="3723967"/>
                  </a:cubicBezTo>
                  <a:cubicBezTo>
                    <a:pt x="2051165" y="3714497"/>
                    <a:pt x="1967473" y="3701568"/>
                    <a:pt x="1884564" y="3683451"/>
                  </a:cubicBezTo>
                  <a:cubicBezTo>
                    <a:pt x="1801657" y="3665335"/>
                    <a:pt x="1719708" y="3642029"/>
                    <a:pt x="1639764" y="3613537"/>
                  </a:cubicBezTo>
                  <a:cubicBezTo>
                    <a:pt x="1559820" y="3584961"/>
                    <a:pt x="1481969" y="3550869"/>
                    <a:pt x="1407081" y="3512164"/>
                  </a:cubicBezTo>
                  <a:cubicBezTo>
                    <a:pt x="1332455" y="3472884"/>
                    <a:pt x="1260794" y="3428992"/>
                    <a:pt x="1193491" y="3380240"/>
                  </a:cubicBezTo>
                  <a:cubicBezTo>
                    <a:pt x="1058362" y="3283233"/>
                    <a:pt x="939973" y="3169508"/>
                    <a:pt x="836141" y="3047878"/>
                  </a:cubicBezTo>
                  <a:cubicBezTo>
                    <a:pt x="784444" y="2986774"/>
                    <a:pt x="736321" y="2923695"/>
                    <a:pt x="690812" y="2859461"/>
                  </a:cubicBezTo>
                  <a:cubicBezTo>
                    <a:pt x="645217" y="2795229"/>
                    <a:pt x="602674" y="2729596"/>
                    <a:pt x="562397" y="2662976"/>
                  </a:cubicBezTo>
                  <a:cubicBezTo>
                    <a:pt x="541823" y="2629295"/>
                    <a:pt x="522992" y="2597755"/>
                    <a:pt x="502504" y="2565474"/>
                  </a:cubicBezTo>
                  <a:cubicBezTo>
                    <a:pt x="482192" y="2533440"/>
                    <a:pt x="461530" y="2501406"/>
                    <a:pt x="440258" y="2469619"/>
                  </a:cubicBezTo>
                  <a:lnTo>
                    <a:pt x="310360" y="2278732"/>
                  </a:lnTo>
                  <a:cubicBezTo>
                    <a:pt x="288826" y="2246616"/>
                    <a:pt x="267555" y="2214335"/>
                    <a:pt x="246806" y="2181642"/>
                  </a:cubicBezTo>
                  <a:cubicBezTo>
                    <a:pt x="226057" y="2148949"/>
                    <a:pt x="205483" y="2116174"/>
                    <a:pt x="186303" y="2082411"/>
                  </a:cubicBezTo>
                  <a:cubicBezTo>
                    <a:pt x="147857" y="2015213"/>
                    <a:pt x="112550" y="1946041"/>
                    <a:pt x="84390" y="1874231"/>
                  </a:cubicBezTo>
                  <a:cubicBezTo>
                    <a:pt x="55708" y="1802669"/>
                    <a:pt x="34436" y="1728473"/>
                    <a:pt x="20139" y="1653288"/>
                  </a:cubicBezTo>
                  <a:cubicBezTo>
                    <a:pt x="6452" y="1578103"/>
                    <a:pt x="0" y="1501764"/>
                    <a:pt x="0" y="1425590"/>
                  </a:cubicBezTo>
                  <a:cubicBezTo>
                    <a:pt x="1133" y="1121885"/>
                    <a:pt x="63293" y="819004"/>
                    <a:pt x="179939" y="533498"/>
                  </a:cubicBezTo>
                  <a:cubicBezTo>
                    <a:pt x="209232" y="462183"/>
                    <a:pt x="240965" y="391527"/>
                    <a:pt x="276709" y="322519"/>
                  </a:cubicBezTo>
                  <a:cubicBezTo>
                    <a:pt x="311930" y="253262"/>
                    <a:pt x="350725" y="185489"/>
                    <a:pt x="392571" y="11928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58E67742-7BE5-458C-BC8D-9EE8557636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62838" y="1"/>
              <a:ext cx="4960548" cy="3526297"/>
            </a:xfrm>
            <a:custGeom>
              <a:avLst/>
              <a:gdLst>
                <a:gd name="connsiteX0" fmla="*/ 542883 w 4960548"/>
                <a:gd name="connsiteY0" fmla="*/ 0 h 3526297"/>
                <a:gd name="connsiteX1" fmla="*/ 826658 w 4960548"/>
                <a:gd name="connsiteY1" fmla="*/ 0 h 3526297"/>
                <a:gd name="connsiteX2" fmla="*/ 730698 w 4960548"/>
                <a:gd name="connsiteY2" fmla="*/ 89329 h 3526297"/>
                <a:gd name="connsiteX3" fmla="*/ 590295 w 4960548"/>
                <a:gd name="connsiteY3" fmla="*/ 244485 h 3526297"/>
                <a:gd name="connsiteX4" fmla="*/ 357524 w 4960548"/>
                <a:gd name="connsiteY4" fmla="*/ 587307 h 3526297"/>
                <a:gd name="connsiteX5" fmla="*/ 199554 w 4960548"/>
                <a:gd name="connsiteY5" fmla="*/ 966280 h 3526297"/>
                <a:gd name="connsiteX6" fmla="*/ 142104 w 4960548"/>
                <a:gd name="connsiteY6" fmla="*/ 1370286 h 3526297"/>
                <a:gd name="connsiteX7" fmla="*/ 166339 w 4960548"/>
                <a:gd name="connsiteY7" fmla="*/ 1568090 h 3526297"/>
                <a:gd name="connsiteX8" fmla="*/ 237914 w 4960548"/>
                <a:gd name="connsiteY8" fmla="*/ 1753129 h 3526297"/>
                <a:gd name="connsiteX9" fmla="*/ 287868 w 4960548"/>
                <a:gd name="connsiteY9" fmla="*/ 1840255 h 3526297"/>
                <a:gd name="connsiteX10" fmla="*/ 345232 w 4960548"/>
                <a:gd name="connsiteY10" fmla="*/ 1924581 h 3526297"/>
                <a:gd name="connsiteX11" fmla="*/ 477745 w 4960548"/>
                <a:gd name="connsiteY11" fmla="*/ 2087551 h 3526297"/>
                <a:gd name="connsiteX12" fmla="*/ 621156 w 4960548"/>
                <a:gd name="connsiteY12" fmla="*/ 2251756 h 3526297"/>
                <a:gd name="connsiteX13" fmla="*/ 692469 w 4960548"/>
                <a:gd name="connsiteY13" fmla="*/ 2337482 h 3526297"/>
                <a:gd name="connsiteX14" fmla="*/ 726731 w 4960548"/>
                <a:gd name="connsiteY14" fmla="*/ 2379562 h 3526297"/>
                <a:gd name="connsiteX15" fmla="*/ 760295 w 4960548"/>
                <a:gd name="connsiteY15" fmla="*/ 2419831 h 3526297"/>
                <a:gd name="connsiteX16" fmla="*/ 1048685 w 4960548"/>
                <a:gd name="connsiteY16" fmla="*/ 2717443 h 3526297"/>
                <a:gd name="connsiteX17" fmla="*/ 1202035 w 4960548"/>
                <a:gd name="connsiteY17" fmla="*/ 2851344 h 3526297"/>
                <a:gd name="connsiteX18" fmla="*/ 1362620 w 4960548"/>
                <a:gd name="connsiteY18" fmla="*/ 2974785 h 3526297"/>
                <a:gd name="connsiteX19" fmla="*/ 1721364 w 4960548"/>
                <a:gd name="connsiteY19" fmla="*/ 3170036 h 3526297"/>
                <a:gd name="connsiteX20" fmla="*/ 1922052 w 4960548"/>
                <a:gd name="connsiteY20" fmla="*/ 3225210 h 3526297"/>
                <a:gd name="connsiteX21" fmla="*/ 1973488 w 4960548"/>
                <a:gd name="connsiteY21" fmla="*/ 3234928 h 3526297"/>
                <a:gd name="connsiteX22" fmla="*/ 2025360 w 4960548"/>
                <a:gd name="connsiteY22" fmla="*/ 3243080 h 3526297"/>
                <a:gd name="connsiteX23" fmla="*/ 2130063 w 4960548"/>
                <a:gd name="connsiteY23" fmla="*/ 3254774 h 3526297"/>
                <a:gd name="connsiteX24" fmla="*/ 2182719 w 4960548"/>
                <a:gd name="connsiteY24" fmla="*/ 3258562 h 3526297"/>
                <a:gd name="connsiteX25" fmla="*/ 2235551 w 4960548"/>
                <a:gd name="connsiteY25" fmla="*/ 3261197 h 3526297"/>
                <a:gd name="connsiteX26" fmla="*/ 2288556 w 4960548"/>
                <a:gd name="connsiteY26" fmla="*/ 3262350 h 3526297"/>
                <a:gd name="connsiteX27" fmla="*/ 2341648 w 4960548"/>
                <a:gd name="connsiteY27" fmla="*/ 3262103 h 3526297"/>
                <a:gd name="connsiteX28" fmla="*/ 2368238 w 4960548"/>
                <a:gd name="connsiteY28" fmla="*/ 3261856 h 3526297"/>
                <a:gd name="connsiteX29" fmla="*/ 2393869 w 4960548"/>
                <a:gd name="connsiteY29" fmla="*/ 3260785 h 3526297"/>
                <a:gd name="connsiteX30" fmla="*/ 2419413 w 4960548"/>
                <a:gd name="connsiteY30" fmla="*/ 3259550 h 3526297"/>
                <a:gd name="connsiteX31" fmla="*/ 2444869 w 4960548"/>
                <a:gd name="connsiteY31" fmla="*/ 3257574 h 3526297"/>
                <a:gd name="connsiteX32" fmla="*/ 2545824 w 4960548"/>
                <a:gd name="connsiteY32" fmla="*/ 3245798 h 3526297"/>
                <a:gd name="connsiteX33" fmla="*/ 2930373 w 4960548"/>
                <a:gd name="connsiteY33" fmla="*/ 3126555 h 3526297"/>
                <a:gd name="connsiteX34" fmla="*/ 3285631 w 4960548"/>
                <a:gd name="connsiteY34" fmla="*/ 2917552 h 3526297"/>
                <a:gd name="connsiteX35" fmla="*/ 3371764 w 4960548"/>
                <a:gd name="connsiteY35" fmla="*/ 2856120 h 3526297"/>
                <a:gd name="connsiteX36" fmla="*/ 3457898 w 4960548"/>
                <a:gd name="connsiteY36" fmla="*/ 2792628 h 3526297"/>
                <a:gd name="connsiteX37" fmla="*/ 3632344 w 4960548"/>
                <a:gd name="connsiteY37" fmla="*/ 2660869 h 3526297"/>
                <a:gd name="connsiteX38" fmla="*/ 3990915 w 4960548"/>
                <a:gd name="connsiteY38" fmla="*/ 2405832 h 3526297"/>
                <a:gd name="connsiteX39" fmla="*/ 4324988 w 4960548"/>
                <a:gd name="connsiteY39" fmla="*/ 2152196 h 3526297"/>
                <a:gd name="connsiteX40" fmla="*/ 4592106 w 4960548"/>
                <a:gd name="connsiteY40" fmla="*/ 1861501 h 3526297"/>
                <a:gd name="connsiteX41" fmla="*/ 4683122 w 4960548"/>
                <a:gd name="connsiteY41" fmla="*/ 1692521 h 3526297"/>
                <a:gd name="connsiteX42" fmla="*/ 4738568 w 4960548"/>
                <a:gd name="connsiteY42" fmla="*/ 1507893 h 3526297"/>
                <a:gd name="connsiteX43" fmla="*/ 4753912 w 4960548"/>
                <a:gd name="connsiteY43" fmla="*/ 1411050 h 3526297"/>
                <a:gd name="connsiteX44" fmla="*/ 4756440 w 4960548"/>
                <a:gd name="connsiteY44" fmla="*/ 1386509 h 3526297"/>
                <a:gd name="connsiteX45" fmla="*/ 4758358 w 4960548"/>
                <a:gd name="connsiteY45" fmla="*/ 1361475 h 3526297"/>
                <a:gd name="connsiteX46" fmla="*/ 4761148 w 4960548"/>
                <a:gd name="connsiteY46" fmla="*/ 1309759 h 3526297"/>
                <a:gd name="connsiteX47" fmla="*/ 4756354 w 4960548"/>
                <a:gd name="connsiteY47" fmla="*/ 1102980 h 3526297"/>
                <a:gd name="connsiteX48" fmla="*/ 4725578 w 4960548"/>
                <a:gd name="connsiteY48" fmla="*/ 898753 h 3526297"/>
                <a:gd name="connsiteX49" fmla="*/ 4673358 w 4960548"/>
                <a:gd name="connsiteY49" fmla="*/ 699384 h 3526297"/>
                <a:gd name="connsiteX50" fmla="*/ 4538491 w 4960548"/>
                <a:gd name="connsiteY50" fmla="*/ 312754 h 3526297"/>
                <a:gd name="connsiteX51" fmla="*/ 4446604 w 4960548"/>
                <a:gd name="connsiteY51" fmla="*/ 129196 h 3526297"/>
                <a:gd name="connsiteX52" fmla="*/ 4419840 w 4960548"/>
                <a:gd name="connsiteY52" fmla="*/ 85222 h 3526297"/>
                <a:gd name="connsiteX53" fmla="*/ 4391680 w 4960548"/>
                <a:gd name="connsiteY53" fmla="*/ 42071 h 3526297"/>
                <a:gd name="connsiteX54" fmla="*/ 4361930 w 4960548"/>
                <a:gd name="connsiteY54" fmla="*/ 0 h 3526297"/>
                <a:gd name="connsiteX55" fmla="*/ 4588871 w 4960548"/>
                <a:gd name="connsiteY55" fmla="*/ 0 h 3526297"/>
                <a:gd name="connsiteX56" fmla="*/ 4613640 w 4960548"/>
                <a:gd name="connsiteY56" fmla="*/ 38859 h 3526297"/>
                <a:gd name="connsiteX57" fmla="*/ 4724445 w 4960548"/>
                <a:gd name="connsiteY57" fmla="*/ 234687 h 3526297"/>
                <a:gd name="connsiteX58" fmla="*/ 4876138 w 4960548"/>
                <a:gd name="connsiteY58" fmla="*/ 653022 h 3526297"/>
                <a:gd name="connsiteX59" fmla="*/ 4911707 w 4960548"/>
                <a:gd name="connsiteY59" fmla="*/ 870671 h 3526297"/>
                <a:gd name="connsiteX60" fmla="*/ 4934810 w 4960548"/>
                <a:gd name="connsiteY60" fmla="*/ 1088487 h 3526297"/>
                <a:gd name="connsiteX61" fmla="*/ 4953206 w 4960548"/>
                <a:gd name="connsiteY61" fmla="*/ 1306301 h 3526297"/>
                <a:gd name="connsiteX62" fmla="*/ 4956954 w 4960548"/>
                <a:gd name="connsiteY62" fmla="*/ 1360899 h 3526297"/>
                <a:gd name="connsiteX63" fmla="*/ 4958610 w 4960548"/>
                <a:gd name="connsiteY63" fmla="*/ 1388980 h 3526297"/>
                <a:gd name="connsiteX64" fmla="*/ 4959830 w 4960548"/>
                <a:gd name="connsiteY64" fmla="*/ 1417555 h 3526297"/>
                <a:gd name="connsiteX65" fmla="*/ 4958174 w 4960548"/>
                <a:gd name="connsiteY65" fmla="*/ 1532680 h 3526297"/>
                <a:gd name="connsiteX66" fmla="*/ 4834030 w 4960548"/>
                <a:gd name="connsiteY66" fmla="*/ 1984861 h 3526297"/>
                <a:gd name="connsiteX67" fmla="*/ 4558106 w 4960548"/>
                <a:gd name="connsiteY67" fmla="*/ 2368857 h 3526297"/>
                <a:gd name="connsiteX68" fmla="*/ 4389936 w 4960548"/>
                <a:gd name="connsiteY68" fmla="*/ 2528945 h 3526297"/>
                <a:gd name="connsiteX69" fmla="*/ 4214618 w 4960548"/>
                <a:gd name="connsiteY69" fmla="*/ 2674457 h 3526297"/>
                <a:gd name="connsiteX70" fmla="*/ 3858489 w 4960548"/>
                <a:gd name="connsiteY70" fmla="*/ 2936658 h 3526297"/>
                <a:gd name="connsiteX71" fmla="*/ 3768868 w 4960548"/>
                <a:gd name="connsiteY71" fmla="*/ 3000643 h 3526297"/>
                <a:gd name="connsiteX72" fmla="*/ 3676806 w 4960548"/>
                <a:gd name="connsiteY72" fmla="*/ 3065040 h 3526297"/>
                <a:gd name="connsiteX73" fmla="*/ 3582477 w 4960548"/>
                <a:gd name="connsiteY73" fmla="*/ 3128614 h 3526297"/>
                <a:gd name="connsiteX74" fmla="*/ 3485185 w 4960548"/>
                <a:gd name="connsiteY74" fmla="*/ 3190377 h 3526297"/>
                <a:gd name="connsiteX75" fmla="*/ 3280923 w 4960548"/>
                <a:gd name="connsiteY75" fmla="*/ 3306325 h 3526297"/>
                <a:gd name="connsiteX76" fmla="*/ 3061230 w 4960548"/>
                <a:gd name="connsiteY76" fmla="*/ 3404897 h 3526297"/>
                <a:gd name="connsiteX77" fmla="*/ 2583137 w 4960548"/>
                <a:gd name="connsiteY77" fmla="*/ 3518292 h 3526297"/>
                <a:gd name="connsiteX78" fmla="*/ 2460038 w 4960548"/>
                <a:gd name="connsiteY78" fmla="*/ 3525622 h 3526297"/>
                <a:gd name="connsiteX79" fmla="*/ 2429264 w 4960548"/>
                <a:gd name="connsiteY79" fmla="*/ 3526280 h 3526297"/>
                <a:gd name="connsiteX80" fmla="*/ 2398576 w 4960548"/>
                <a:gd name="connsiteY80" fmla="*/ 3526116 h 3526297"/>
                <a:gd name="connsiteX81" fmla="*/ 2367977 w 4960548"/>
                <a:gd name="connsiteY81" fmla="*/ 3525786 h 3526297"/>
                <a:gd name="connsiteX82" fmla="*/ 2338249 w 4960548"/>
                <a:gd name="connsiteY82" fmla="*/ 3524716 h 3526297"/>
                <a:gd name="connsiteX83" fmla="*/ 2100770 w 4960548"/>
                <a:gd name="connsiteY83" fmla="*/ 3506845 h 3526297"/>
                <a:gd name="connsiteX84" fmla="*/ 1864776 w 4960548"/>
                <a:gd name="connsiteY84" fmla="*/ 3467483 h 3526297"/>
                <a:gd name="connsiteX85" fmla="*/ 1632964 w 4960548"/>
                <a:gd name="connsiteY85" fmla="*/ 3405803 h 3526297"/>
                <a:gd name="connsiteX86" fmla="*/ 1189219 w 4960548"/>
                <a:gd name="connsiteY86" fmla="*/ 3220352 h 3526297"/>
                <a:gd name="connsiteX87" fmla="*/ 815305 w 4960548"/>
                <a:gd name="connsiteY87" fmla="*/ 2931634 h 3526297"/>
                <a:gd name="connsiteX88" fmla="*/ 663699 w 4960548"/>
                <a:gd name="connsiteY88" fmla="*/ 2757877 h 3526297"/>
                <a:gd name="connsiteX89" fmla="*/ 531274 w 4960548"/>
                <a:gd name="connsiteY89" fmla="*/ 2573907 h 3526297"/>
                <a:gd name="connsiteX90" fmla="*/ 500325 w 4960548"/>
                <a:gd name="connsiteY90" fmla="*/ 2527051 h 3526297"/>
                <a:gd name="connsiteX91" fmla="*/ 470771 w 4960548"/>
                <a:gd name="connsiteY91" fmla="*/ 2481594 h 3526297"/>
                <a:gd name="connsiteX92" fmla="*/ 412448 w 4960548"/>
                <a:gd name="connsiteY92" fmla="*/ 2393479 h 3526297"/>
                <a:gd name="connsiteX93" fmla="*/ 291616 w 4960548"/>
                <a:gd name="connsiteY93" fmla="*/ 2213464 h 3526297"/>
                <a:gd name="connsiteX94" fmla="*/ 173662 w 4960548"/>
                <a:gd name="connsiteY94" fmla="*/ 2023154 h 3526297"/>
                <a:gd name="connsiteX95" fmla="*/ 120483 w 4960548"/>
                <a:gd name="connsiteY95" fmla="*/ 1922276 h 3526297"/>
                <a:gd name="connsiteX96" fmla="*/ 75324 w 4960548"/>
                <a:gd name="connsiteY96" fmla="*/ 1816703 h 3526297"/>
                <a:gd name="connsiteX97" fmla="*/ 40713 w 4960548"/>
                <a:gd name="connsiteY97" fmla="*/ 1707179 h 3526297"/>
                <a:gd name="connsiteX98" fmla="*/ 27811 w 4960548"/>
                <a:gd name="connsiteY98" fmla="*/ 1651346 h 3526297"/>
                <a:gd name="connsiteX99" fmla="*/ 22144 w 4960548"/>
                <a:gd name="connsiteY99" fmla="*/ 1623346 h 3526297"/>
                <a:gd name="connsiteX100" fmla="*/ 17436 w 4960548"/>
                <a:gd name="connsiteY100" fmla="*/ 1595265 h 3526297"/>
                <a:gd name="connsiteX101" fmla="*/ 0 w 4960548"/>
                <a:gd name="connsiteY101" fmla="*/ 1370286 h 3526297"/>
                <a:gd name="connsiteX102" fmla="*/ 48385 w 4960548"/>
                <a:gd name="connsiteY102" fmla="*/ 931939 h 3526297"/>
                <a:gd name="connsiteX103" fmla="*/ 193801 w 4960548"/>
                <a:gd name="connsiteY103" fmla="*/ 511957 h 3526297"/>
                <a:gd name="connsiteX104" fmla="*/ 431660 w 4960548"/>
                <a:gd name="connsiteY104" fmla="*/ 131379 h 3526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4960548" h="3526297">
                  <a:moveTo>
                    <a:pt x="542883" y="0"/>
                  </a:moveTo>
                  <a:lnTo>
                    <a:pt x="826658" y="0"/>
                  </a:lnTo>
                  <a:lnTo>
                    <a:pt x="730698" y="89329"/>
                  </a:lnTo>
                  <a:cubicBezTo>
                    <a:pt x="681528" y="139120"/>
                    <a:pt x="634626" y="190876"/>
                    <a:pt x="590295" y="244485"/>
                  </a:cubicBezTo>
                  <a:cubicBezTo>
                    <a:pt x="501458" y="351540"/>
                    <a:pt x="423083" y="466336"/>
                    <a:pt x="357524" y="587307"/>
                  </a:cubicBezTo>
                  <a:cubicBezTo>
                    <a:pt x="291965" y="708196"/>
                    <a:pt x="237391" y="834767"/>
                    <a:pt x="199554" y="966280"/>
                  </a:cubicBezTo>
                  <a:cubicBezTo>
                    <a:pt x="161632" y="1097463"/>
                    <a:pt x="142016" y="1233833"/>
                    <a:pt x="142104" y="1370286"/>
                  </a:cubicBezTo>
                  <a:cubicBezTo>
                    <a:pt x="142888" y="1437319"/>
                    <a:pt x="149862" y="1503858"/>
                    <a:pt x="166339" y="1568090"/>
                  </a:cubicBezTo>
                  <a:cubicBezTo>
                    <a:pt x="182555" y="1632405"/>
                    <a:pt x="207750" y="1693921"/>
                    <a:pt x="237914" y="1753129"/>
                  </a:cubicBezTo>
                  <a:cubicBezTo>
                    <a:pt x="253170" y="1782693"/>
                    <a:pt x="270084" y="1811680"/>
                    <a:pt x="287868" y="1840255"/>
                  </a:cubicBezTo>
                  <a:cubicBezTo>
                    <a:pt x="305914" y="1868748"/>
                    <a:pt x="325181" y="1896830"/>
                    <a:pt x="345232" y="1924581"/>
                  </a:cubicBezTo>
                  <a:cubicBezTo>
                    <a:pt x="385858" y="1979920"/>
                    <a:pt x="431017" y="2033612"/>
                    <a:pt x="477745" y="2087551"/>
                  </a:cubicBezTo>
                  <a:cubicBezTo>
                    <a:pt x="524474" y="2141573"/>
                    <a:pt x="573294" y="2195594"/>
                    <a:pt x="621156" y="2251756"/>
                  </a:cubicBezTo>
                  <a:cubicBezTo>
                    <a:pt x="645130" y="2279755"/>
                    <a:pt x="668843" y="2308412"/>
                    <a:pt x="692469" y="2337482"/>
                  </a:cubicBezTo>
                  <a:lnTo>
                    <a:pt x="726731" y="2379562"/>
                  </a:lnTo>
                  <a:cubicBezTo>
                    <a:pt x="737977" y="2392986"/>
                    <a:pt x="748700" y="2406738"/>
                    <a:pt x="760295" y="2419831"/>
                  </a:cubicBezTo>
                  <a:cubicBezTo>
                    <a:pt x="850788" y="2526392"/>
                    <a:pt x="948952" y="2624470"/>
                    <a:pt x="1048685" y="2717443"/>
                  </a:cubicBezTo>
                  <a:cubicBezTo>
                    <a:pt x="1098814" y="2763724"/>
                    <a:pt x="1149814" y="2808439"/>
                    <a:pt x="1202035" y="2851344"/>
                  </a:cubicBezTo>
                  <a:cubicBezTo>
                    <a:pt x="1254256" y="2894248"/>
                    <a:pt x="1307435" y="2935752"/>
                    <a:pt x="1362620" y="2974785"/>
                  </a:cubicBezTo>
                  <a:cubicBezTo>
                    <a:pt x="1472554" y="3053017"/>
                    <a:pt x="1591118" y="3122932"/>
                    <a:pt x="1721364" y="3170036"/>
                  </a:cubicBezTo>
                  <a:cubicBezTo>
                    <a:pt x="1786314" y="3193588"/>
                    <a:pt x="1853617" y="3211622"/>
                    <a:pt x="1922052" y="3225210"/>
                  </a:cubicBezTo>
                  <a:cubicBezTo>
                    <a:pt x="1939227" y="3228422"/>
                    <a:pt x="1956227" y="3232128"/>
                    <a:pt x="1973488" y="3234928"/>
                  </a:cubicBezTo>
                  <a:lnTo>
                    <a:pt x="2025360" y="3243080"/>
                  </a:lnTo>
                  <a:cubicBezTo>
                    <a:pt x="2060145" y="3247445"/>
                    <a:pt x="2094930" y="3252056"/>
                    <a:pt x="2130063" y="3254774"/>
                  </a:cubicBezTo>
                  <a:cubicBezTo>
                    <a:pt x="2147587" y="3256338"/>
                    <a:pt x="2165109" y="3257821"/>
                    <a:pt x="2182719" y="3258562"/>
                  </a:cubicBezTo>
                  <a:cubicBezTo>
                    <a:pt x="2200330" y="3259385"/>
                    <a:pt x="2217853" y="3260703"/>
                    <a:pt x="2235551" y="3261197"/>
                  </a:cubicBezTo>
                  <a:lnTo>
                    <a:pt x="2288556" y="3262350"/>
                  </a:lnTo>
                  <a:cubicBezTo>
                    <a:pt x="2306166" y="3262761"/>
                    <a:pt x="2323951" y="3262185"/>
                    <a:pt x="2341648" y="3262103"/>
                  </a:cubicBezTo>
                  <a:lnTo>
                    <a:pt x="2368238" y="3261856"/>
                  </a:lnTo>
                  <a:cubicBezTo>
                    <a:pt x="2376869" y="3261609"/>
                    <a:pt x="2385325" y="3261115"/>
                    <a:pt x="2393869" y="3260785"/>
                  </a:cubicBezTo>
                  <a:cubicBezTo>
                    <a:pt x="2402412" y="3260373"/>
                    <a:pt x="2410956" y="3260127"/>
                    <a:pt x="2419413" y="3259550"/>
                  </a:cubicBezTo>
                  <a:lnTo>
                    <a:pt x="2444869" y="3257574"/>
                  </a:lnTo>
                  <a:cubicBezTo>
                    <a:pt x="2478782" y="3255021"/>
                    <a:pt x="2512434" y="3250739"/>
                    <a:pt x="2545824" y="3245798"/>
                  </a:cubicBezTo>
                  <a:cubicBezTo>
                    <a:pt x="2679470" y="3224881"/>
                    <a:pt x="2807973" y="3183954"/>
                    <a:pt x="2930373" y="3126555"/>
                  </a:cubicBezTo>
                  <a:cubicBezTo>
                    <a:pt x="3053210" y="3069817"/>
                    <a:pt x="3170118" y="2997184"/>
                    <a:pt x="3285631" y="2917552"/>
                  </a:cubicBezTo>
                  <a:cubicBezTo>
                    <a:pt x="3314487" y="2897706"/>
                    <a:pt x="3343169" y="2876954"/>
                    <a:pt x="3371764" y="2856120"/>
                  </a:cubicBezTo>
                  <a:cubicBezTo>
                    <a:pt x="3400534" y="2835285"/>
                    <a:pt x="3429216" y="2814121"/>
                    <a:pt x="3457898" y="2792628"/>
                  </a:cubicBezTo>
                  <a:lnTo>
                    <a:pt x="3632344" y="2660869"/>
                  </a:lnTo>
                  <a:cubicBezTo>
                    <a:pt x="3752043" y="2571190"/>
                    <a:pt x="3872873" y="2487687"/>
                    <a:pt x="3990915" y="2405832"/>
                  </a:cubicBezTo>
                  <a:cubicBezTo>
                    <a:pt x="4108869" y="2323976"/>
                    <a:pt x="4222378" y="2241297"/>
                    <a:pt x="4324988" y="2152196"/>
                  </a:cubicBezTo>
                  <a:cubicBezTo>
                    <a:pt x="4427598" y="2063258"/>
                    <a:pt x="4520270" y="1968474"/>
                    <a:pt x="4592106" y="1861501"/>
                  </a:cubicBezTo>
                  <a:cubicBezTo>
                    <a:pt x="4628024" y="1808057"/>
                    <a:pt x="4658712" y="1751730"/>
                    <a:pt x="4683122" y="1692521"/>
                  </a:cubicBezTo>
                  <a:cubicBezTo>
                    <a:pt x="4707706" y="1633393"/>
                    <a:pt x="4725404" y="1571467"/>
                    <a:pt x="4738568" y="1507893"/>
                  </a:cubicBezTo>
                  <a:cubicBezTo>
                    <a:pt x="4745106" y="1476106"/>
                    <a:pt x="4750338" y="1443742"/>
                    <a:pt x="4753912" y="1411050"/>
                  </a:cubicBezTo>
                  <a:cubicBezTo>
                    <a:pt x="4754958" y="1402897"/>
                    <a:pt x="4755656" y="1394662"/>
                    <a:pt x="4756440" y="1386509"/>
                  </a:cubicBezTo>
                  <a:cubicBezTo>
                    <a:pt x="4757138" y="1378274"/>
                    <a:pt x="4758010" y="1370204"/>
                    <a:pt x="4758358" y="1361475"/>
                  </a:cubicBezTo>
                  <a:lnTo>
                    <a:pt x="4761148" y="1309759"/>
                  </a:lnTo>
                  <a:cubicBezTo>
                    <a:pt x="4763676" y="1240751"/>
                    <a:pt x="4762106" y="1171659"/>
                    <a:pt x="4756354" y="1102980"/>
                  </a:cubicBezTo>
                  <a:cubicBezTo>
                    <a:pt x="4750774" y="1034218"/>
                    <a:pt x="4740050" y="966033"/>
                    <a:pt x="4725578" y="898753"/>
                  </a:cubicBezTo>
                  <a:cubicBezTo>
                    <a:pt x="4710932" y="831473"/>
                    <a:pt x="4692624" y="765100"/>
                    <a:pt x="4673358" y="699384"/>
                  </a:cubicBezTo>
                  <a:cubicBezTo>
                    <a:pt x="4634912" y="568037"/>
                    <a:pt x="4592456" y="438419"/>
                    <a:pt x="4538491" y="312754"/>
                  </a:cubicBezTo>
                  <a:cubicBezTo>
                    <a:pt x="4511464" y="250003"/>
                    <a:pt x="4481301" y="188406"/>
                    <a:pt x="4446604" y="129196"/>
                  </a:cubicBezTo>
                  <a:cubicBezTo>
                    <a:pt x="4438147" y="114291"/>
                    <a:pt x="4428819" y="99798"/>
                    <a:pt x="4419840" y="85222"/>
                  </a:cubicBezTo>
                  <a:cubicBezTo>
                    <a:pt x="4410598" y="70728"/>
                    <a:pt x="4401008" y="56482"/>
                    <a:pt x="4391680" y="42071"/>
                  </a:cubicBezTo>
                  <a:lnTo>
                    <a:pt x="4361930" y="0"/>
                  </a:lnTo>
                  <a:lnTo>
                    <a:pt x="4588871" y="0"/>
                  </a:lnTo>
                  <a:lnTo>
                    <a:pt x="4613640" y="38859"/>
                  </a:lnTo>
                  <a:cubicBezTo>
                    <a:pt x="4653306" y="102762"/>
                    <a:pt x="4690706" y="167901"/>
                    <a:pt x="4724445" y="234687"/>
                  </a:cubicBezTo>
                  <a:cubicBezTo>
                    <a:pt x="4792096" y="368257"/>
                    <a:pt x="4844230" y="508828"/>
                    <a:pt x="4876138" y="653022"/>
                  </a:cubicBezTo>
                  <a:cubicBezTo>
                    <a:pt x="4892005" y="725161"/>
                    <a:pt x="4903077" y="797874"/>
                    <a:pt x="4911707" y="870671"/>
                  </a:cubicBezTo>
                  <a:cubicBezTo>
                    <a:pt x="4920513" y="943386"/>
                    <a:pt x="4927574" y="1016019"/>
                    <a:pt x="4934810" y="1088487"/>
                  </a:cubicBezTo>
                  <a:cubicBezTo>
                    <a:pt x="4941697" y="1161036"/>
                    <a:pt x="4947799" y="1233586"/>
                    <a:pt x="4953206" y="1306301"/>
                  </a:cubicBezTo>
                  <a:lnTo>
                    <a:pt x="4956954" y="1360899"/>
                  </a:lnTo>
                  <a:cubicBezTo>
                    <a:pt x="4957651" y="1369875"/>
                    <a:pt x="4958087" y="1379510"/>
                    <a:pt x="4958610" y="1388980"/>
                  </a:cubicBezTo>
                  <a:cubicBezTo>
                    <a:pt x="4959133" y="1398450"/>
                    <a:pt x="4959656" y="1408003"/>
                    <a:pt x="4959830" y="1417555"/>
                  </a:cubicBezTo>
                  <a:cubicBezTo>
                    <a:pt x="4961138" y="1455683"/>
                    <a:pt x="4960702" y="1494140"/>
                    <a:pt x="4958174" y="1532680"/>
                  </a:cubicBezTo>
                  <a:cubicBezTo>
                    <a:pt x="4948760" y="1686920"/>
                    <a:pt x="4904908" y="1842314"/>
                    <a:pt x="4834030" y="1984861"/>
                  </a:cubicBezTo>
                  <a:cubicBezTo>
                    <a:pt x="4763328" y="2127820"/>
                    <a:pt x="4665860" y="2256121"/>
                    <a:pt x="4558106" y="2368857"/>
                  </a:cubicBezTo>
                  <a:cubicBezTo>
                    <a:pt x="4504230" y="2425432"/>
                    <a:pt x="4447650" y="2478465"/>
                    <a:pt x="4389936" y="2528945"/>
                  </a:cubicBezTo>
                  <a:cubicBezTo>
                    <a:pt x="4332223" y="2579425"/>
                    <a:pt x="4273726" y="2628011"/>
                    <a:pt x="4214618" y="2674457"/>
                  </a:cubicBezTo>
                  <a:cubicBezTo>
                    <a:pt x="4096664" y="2767759"/>
                    <a:pt x="3976094" y="2852826"/>
                    <a:pt x="3858489" y="2936658"/>
                  </a:cubicBezTo>
                  <a:lnTo>
                    <a:pt x="3768868" y="3000643"/>
                  </a:lnTo>
                  <a:cubicBezTo>
                    <a:pt x="3738530" y="3022136"/>
                    <a:pt x="3707929" y="3043794"/>
                    <a:pt x="3676806" y="3065040"/>
                  </a:cubicBezTo>
                  <a:cubicBezTo>
                    <a:pt x="3645770" y="3086369"/>
                    <a:pt x="3614386" y="3107615"/>
                    <a:pt x="3582477" y="3128614"/>
                  </a:cubicBezTo>
                  <a:cubicBezTo>
                    <a:pt x="3550483" y="3149449"/>
                    <a:pt x="3518226" y="3170118"/>
                    <a:pt x="3485185" y="3190377"/>
                  </a:cubicBezTo>
                  <a:cubicBezTo>
                    <a:pt x="3419452" y="3230975"/>
                    <a:pt x="3351625" y="3270338"/>
                    <a:pt x="3280923" y="3306325"/>
                  </a:cubicBezTo>
                  <a:cubicBezTo>
                    <a:pt x="3210307" y="3342476"/>
                    <a:pt x="3137251" y="3376074"/>
                    <a:pt x="3061230" y="3404897"/>
                  </a:cubicBezTo>
                  <a:cubicBezTo>
                    <a:pt x="2909886" y="3463366"/>
                    <a:pt x="2747295" y="3502810"/>
                    <a:pt x="2583137" y="3518292"/>
                  </a:cubicBezTo>
                  <a:cubicBezTo>
                    <a:pt x="2542075" y="3521999"/>
                    <a:pt x="2501013" y="3524798"/>
                    <a:pt x="2460038" y="3525622"/>
                  </a:cubicBezTo>
                  <a:lnTo>
                    <a:pt x="2429264" y="3526280"/>
                  </a:lnTo>
                  <a:cubicBezTo>
                    <a:pt x="2419064" y="3526363"/>
                    <a:pt x="2408777" y="3526116"/>
                    <a:pt x="2398576" y="3526116"/>
                  </a:cubicBezTo>
                  <a:lnTo>
                    <a:pt x="2367977" y="3525786"/>
                  </a:lnTo>
                  <a:lnTo>
                    <a:pt x="2338249" y="3524716"/>
                  </a:lnTo>
                  <a:cubicBezTo>
                    <a:pt x="2259089" y="3522327"/>
                    <a:pt x="2179756" y="3516399"/>
                    <a:pt x="2100770" y="3506845"/>
                  </a:cubicBezTo>
                  <a:cubicBezTo>
                    <a:pt x="2021699" y="3497787"/>
                    <a:pt x="1942801" y="3484776"/>
                    <a:pt x="1864776" y="3467483"/>
                  </a:cubicBezTo>
                  <a:cubicBezTo>
                    <a:pt x="1786836" y="3450025"/>
                    <a:pt x="1709508" y="3429355"/>
                    <a:pt x="1632964" y="3405803"/>
                  </a:cubicBezTo>
                  <a:cubicBezTo>
                    <a:pt x="1480138" y="3358288"/>
                    <a:pt x="1329055" y="3299160"/>
                    <a:pt x="1189219" y="3220352"/>
                  </a:cubicBezTo>
                  <a:cubicBezTo>
                    <a:pt x="1049296" y="3141708"/>
                    <a:pt x="924367" y="3041982"/>
                    <a:pt x="815305" y="2931634"/>
                  </a:cubicBezTo>
                  <a:cubicBezTo>
                    <a:pt x="760469" y="2876542"/>
                    <a:pt x="710603" y="2817909"/>
                    <a:pt x="663699" y="2757877"/>
                  </a:cubicBezTo>
                  <a:cubicBezTo>
                    <a:pt x="617059" y="2697597"/>
                    <a:pt x="572684" y="2636411"/>
                    <a:pt x="531274" y="2573907"/>
                  </a:cubicBezTo>
                  <a:cubicBezTo>
                    <a:pt x="520638" y="2558426"/>
                    <a:pt x="510612" y="2542697"/>
                    <a:pt x="500325" y="2527051"/>
                  </a:cubicBezTo>
                  <a:lnTo>
                    <a:pt x="470771" y="2481594"/>
                  </a:lnTo>
                  <a:cubicBezTo>
                    <a:pt x="451853" y="2452195"/>
                    <a:pt x="432238" y="2423043"/>
                    <a:pt x="412448" y="2393479"/>
                  </a:cubicBezTo>
                  <a:lnTo>
                    <a:pt x="291616" y="2213464"/>
                  </a:lnTo>
                  <a:cubicBezTo>
                    <a:pt x="251078" y="2152113"/>
                    <a:pt x="211062" y="2088951"/>
                    <a:pt x="173662" y="2023154"/>
                  </a:cubicBezTo>
                  <a:cubicBezTo>
                    <a:pt x="155005" y="1990214"/>
                    <a:pt x="136960" y="1956697"/>
                    <a:pt x="120483" y="1922276"/>
                  </a:cubicBezTo>
                  <a:cubicBezTo>
                    <a:pt x="104093" y="1887771"/>
                    <a:pt x="88837" y="1852608"/>
                    <a:pt x="75324" y="1816703"/>
                  </a:cubicBezTo>
                  <a:cubicBezTo>
                    <a:pt x="62072" y="1780717"/>
                    <a:pt x="50303" y="1744235"/>
                    <a:pt x="40713" y="1707179"/>
                  </a:cubicBezTo>
                  <a:cubicBezTo>
                    <a:pt x="36180" y="1688650"/>
                    <a:pt x="31560" y="1670039"/>
                    <a:pt x="27811" y="1651346"/>
                  </a:cubicBezTo>
                  <a:lnTo>
                    <a:pt x="22144" y="1623346"/>
                  </a:lnTo>
                  <a:lnTo>
                    <a:pt x="17436" y="1595265"/>
                  </a:lnTo>
                  <a:cubicBezTo>
                    <a:pt x="5144" y="1520328"/>
                    <a:pt x="0" y="1444978"/>
                    <a:pt x="0" y="1370286"/>
                  </a:cubicBezTo>
                  <a:cubicBezTo>
                    <a:pt x="349" y="1223293"/>
                    <a:pt x="16652" y="1076299"/>
                    <a:pt x="48385" y="931939"/>
                  </a:cubicBezTo>
                  <a:cubicBezTo>
                    <a:pt x="80032" y="787663"/>
                    <a:pt x="128504" y="646187"/>
                    <a:pt x="193801" y="511957"/>
                  </a:cubicBezTo>
                  <a:cubicBezTo>
                    <a:pt x="259404" y="377727"/>
                    <a:pt x="339740" y="250559"/>
                    <a:pt x="431660" y="13137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EB03BE98-6C07-41CD-ACA9-5244A3DA10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61928" y="0"/>
              <a:ext cx="4934374" cy="3484134"/>
            </a:xfrm>
            <a:custGeom>
              <a:avLst/>
              <a:gdLst>
                <a:gd name="connsiteX0" fmla="*/ 585303 w 4934374"/>
                <a:gd name="connsiteY0" fmla="*/ 0 h 3484134"/>
                <a:gd name="connsiteX1" fmla="*/ 1213739 w 4934374"/>
                <a:gd name="connsiteY1" fmla="*/ 0 h 3484134"/>
                <a:gd name="connsiteX2" fmla="*/ 1150162 w 4934374"/>
                <a:gd name="connsiteY2" fmla="*/ 47028 h 3484134"/>
                <a:gd name="connsiteX3" fmla="*/ 626038 w 4934374"/>
                <a:gd name="connsiteY3" fmla="*/ 660944 h 3484134"/>
                <a:gd name="connsiteX4" fmla="*/ 435986 w 4934374"/>
                <a:gd name="connsiteY4" fmla="*/ 1375409 h 3484134"/>
                <a:gd name="connsiteX5" fmla="*/ 750530 w 4934374"/>
                <a:gd name="connsiteY5" fmla="*/ 2038817 h 3484134"/>
                <a:gd name="connsiteX6" fmla="*/ 909024 w 4934374"/>
                <a:gd name="connsiteY6" fmla="*/ 2249384 h 3484134"/>
                <a:gd name="connsiteX7" fmla="*/ 2396223 w 4934374"/>
                <a:gd name="connsiteY7" fmla="*/ 3072468 h 3484134"/>
                <a:gd name="connsiteX8" fmla="*/ 3525201 w 4934374"/>
                <a:gd name="connsiteY8" fmla="*/ 2566101 h 3484134"/>
                <a:gd name="connsiteX9" fmla="*/ 3662596 w 4934374"/>
                <a:gd name="connsiteY9" fmla="*/ 2465552 h 3484134"/>
                <a:gd name="connsiteX10" fmla="*/ 4287500 w 4934374"/>
                <a:gd name="connsiteY10" fmla="*/ 1939915 h 3484134"/>
                <a:gd name="connsiteX11" fmla="*/ 4498563 w 4934374"/>
                <a:gd name="connsiteY11" fmla="*/ 1375409 h 3484134"/>
                <a:gd name="connsiteX12" fmla="*/ 4132831 w 4934374"/>
                <a:gd name="connsiteY12" fmla="*/ 134540 h 3484134"/>
                <a:gd name="connsiteX13" fmla="*/ 4025590 w 4934374"/>
                <a:gd name="connsiteY13" fmla="*/ 0 h 3484134"/>
                <a:gd name="connsiteX14" fmla="*/ 4555675 w 4934374"/>
                <a:gd name="connsiteY14" fmla="*/ 0 h 3484134"/>
                <a:gd name="connsiteX15" fmla="*/ 4605933 w 4934374"/>
                <a:gd name="connsiteY15" fmla="*/ 77740 h 3484134"/>
                <a:gd name="connsiteX16" fmla="*/ 4934374 w 4934374"/>
                <a:gd name="connsiteY16" fmla="*/ 1375327 h 3484134"/>
                <a:gd name="connsiteX17" fmla="*/ 3793540 w 4934374"/>
                <a:gd name="connsiteY17" fmla="*/ 2890475 h 3484134"/>
                <a:gd name="connsiteX18" fmla="*/ 2396135 w 4934374"/>
                <a:gd name="connsiteY18" fmla="*/ 3484134 h 3484134"/>
                <a:gd name="connsiteX19" fmla="*/ 548273 w 4934374"/>
                <a:gd name="connsiteY19" fmla="*/ 2480458 h 3484134"/>
                <a:gd name="connsiteX20" fmla="*/ 0 w 4934374"/>
                <a:gd name="connsiteY20" fmla="*/ 1375327 h 3484134"/>
                <a:gd name="connsiteX21" fmla="*/ 512166 w 4934374"/>
                <a:gd name="connsiteY21" fmla="*/ 77740 h 3484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934374" h="3484134">
                  <a:moveTo>
                    <a:pt x="585303" y="0"/>
                  </a:moveTo>
                  <a:lnTo>
                    <a:pt x="1213739" y="0"/>
                  </a:lnTo>
                  <a:lnTo>
                    <a:pt x="1150162" y="47028"/>
                  </a:lnTo>
                  <a:cubicBezTo>
                    <a:pt x="925762" y="228608"/>
                    <a:pt x="749397" y="435224"/>
                    <a:pt x="626038" y="660944"/>
                  </a:cubicBezTo>
                  <a:cubicBezTo>
                    <a:pt x="499976" y="891687"/>
                    <a:pt x="435986" y="1132066"/>
                    <a:pt x="435986" y="1375409"/>
                  </a:cubicBezTo>
                  <a:cubicBezTo>
                    <a:pt x="435986" y="1620481"/>
                    <a:pt x="538074" y="1763604"/>
                    <a:pt x="750530" y="2038817"/>
                  </a:cubicBezTo>
                  <a:cubicBezTo>
                    <a:pt x="801792" y="2105190"/>
                    <a:pt x="854797" y="2173870"/>
                    <a:pt x="909024" y="2249384"/>
                  </a:cubicBezTo>
                  <a:cubicBezTo>
                    <a:pt x="1323389" y="2826326"/>
                    <a:pt x="1768180" y="3072468"/>
                    <a:pt x="2396223" y="3072468"/>
                  </a:cubicBezTo>
                  <a:cubicBezTo>
                    <a:pt x="2808409" y="3072468"/>
                    <a:pt x="3110835" y="2871947"/>
                    <a:pt x="3525201" y="2566101"/>
                  </a:cubicBezTo>
                  <a:cubicBezTo>
                    <a:pt x="3571493" y="2531926"/>
                    <a:pt x="3617786" y="2498162"/>
                    <a:pt x="3662596" y="2465552"/>
                  </a:cubicBezTo>
                  <a:cubicBezTo>
                    <a:pt x="3905479" y="2288583"/>
                    <a:pt x="4134849" y="2121414"/>
                    <a:pt x="4287500" y="1939915"/>
                  </a:cubicBezTo>
                  <a:cubicBezTo>
                    <a:pt x="4433440" y="1766404"/>
                    <a:pt x="4498563" y="1592317"/>
                    <a:pt x="4498563" y="1375409"/>
                  </a:cubicBezTo>
                  <a:cubicBezTo>
                    <a:pt x="4498563" y="899696"/>
                    <a:pt x="4369741" y="465973"/>
                    <a:pt x="4132831" y="134540"/>
                  </a:cubicBezTo>
                  <a:lnTo>
                    <a:pt x="4025590" y="0"/>
                  </a:lnTo>
                  <a:lnTo>
                    <a:pt x="4555675" y="0"/>
                  </a:lnTo>
                  <a:lnTo>
                    <a:pt x="4605933" y="77740"/>
                  </a:lnTo>
                  <a:cubicBezTo>
                    <a:pt x="4820335" y="448137"/>
                    <a:pt x="4934374" y="894662"/>
                    <a:pt x="4934374" y="1375327"/>
                  </a:cubicBezTo>
                  <a:cubicBezTo>
                    <a:pt x="4934374" y="2116884"/>
                    <a:pt x="4369100" y="2465635"/>
                    <a:pt x="3793540" y="2890475"/>
                  </a:cubicBezTo>
                  <a:cubicBezTo>
                    <a:pt x="3374293" y="3199945"/>
                    <a:pt x="2970389" y="3484134"/>
                    <a:pt x="2396135" y="3484134"/>
                  </a:cubicBezTo>
                  <a:cubicBezTo>
                    <a:pt x="1544564" y="3484134"/>
                    <a:pt x="991670" y="3097832"/>
                    <a:pt x="548273" y="2480458"/>
                  </a:cubicBezTo>
                  <a:cubicBezTo>
                    <a:pt x="282201" y="2110049"/>
                    <a:pt x="0" y="1856001"/>
                    <a:pt x="0" y="1375327"/>
                  </a:cubicBezTo>
                  <a:cubicBezTo>
                    <a:pt x="0" y="894662"/>
                    <a:pt x="195505" y="448137"/>
                    <a:pt x="512166" y="777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D13CCE92-2C5E-48BC-9713-FBEEDBAE61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61928" y="0"/>
              <a:ext cx="4934374" cy="3484134"/>
            </a:xfrm>
            <a:custGeom>
              <a:avLst/>
              <a:gdLst>
                <a:gd name="connsiteX0" fmla="*/ 585303 w 4934374"/>
                <a:gd name="connsiteY0" fmla="*/ 0 h 3484134"/>
                <a:gd name="connsiteX1" fmla="*/ 1354934 w 4934374"/>
                <a:gd name="connsiteY1" fmla="*/ 0 h 3484134"/>
                <a:gd name="connsiteX2" fmla="*/ 1206830 w 4934374"/>
                <a:gd name="connsiteY2" fmla="*/ 109531 h 3484134"/>
                <a:gd name="connsiteX3" fmla="*/ 703453 w 4934374"/>
                <a:gd name="connsiteY3" fmla="*/ 698660 h 3484134"/>
                <a:gd name="connsiteX4" fmla="*/ 523079 w 4934374"/>
                <a:gd name="connsiteY4" fmla="*/ 1375409 h 3484134"/>
                <a:gd name="connsiteX5" fmla="*/ 820885 w 4934374"/>
                <a:gd name="connsiteY5" fmla="*/ 1990313 h 3484134"/>
                <a:gd name="connsiteX6" fmla="*/ 981122 w 4934374"/>
                <a:gd name="connsiteY6" fmla="*/ 2203186 h 3484134"/>
                <a:gd name="connsiteX7" fmla="*/ 1592426 w 4934374"/>
                <a:gd name="connsiteY7" fmla="*/ 2792645 h 3484134"/>
                <a:gd name="connsiteX8" fmla="*/ 2396135 w 4934374"/>
                <a:gd name="connsiteY8" fmla="*/ 2990119 h 3484134"/>
                <a:gd name="connsiteX9" fmla="*/ 2913112 w 4934374"/>
                <a:gd name="connsiteY9" fmla="*/ 2864371 h 3484134"/>
                <a:gd name="connsiteX10" fmla="*/ 3471411 w 4934374"/>
                <a:gd name="connsiteY10" fmla="*/ 2501292 h 3484134"/>
                <a:gd name="connsiteX11" fmla="*/ 3609242 w 4934374"/>
                <a:gd name="connsiteY11" fmla="*/ 2400414 h 3484134"/>
                <a:gd name="connsiteX12" fmla="*/ 4219151 w 4934374"/>
                <a:gd name="connsiteY12" fmla="*/ 1888693 h 3484134"/>
                <a:gd name="connsiteX13" fmla="*/ 4411296 w 4934374"/>
                <a:gd name="connsiteY13" fmla="*/ 1375409 h 3484134"/>
                <a:gd name="connsiteX14" fmla="*/ 3957874 w 4934374"/>
                <a:gd name="connsiteY14" fmla="*/ 51887 h 3484134"/>
                <a:gd name="connsiteX15" fmla="*/ 3906637 w 4934374"/>
                <a:gd name="connsiteY15" fmla="*/ 0 h 3484134"/>
                <a:gd name="connsiteX16" fmla="*/ 4555675 w 4934374"/>
                <a:gd name="connsiteY16" fmla="*/ 0 h 3484134"/>
                <a:gd name="connsiteX17" fmla="*/ 4605933 w 4934374"/>
                <a:gd name="connsiteY17" fmla="*/ 77740 h 3484134"/>
                <a:gd name="connsiteX18" fmla="*/ 4934374 w 4934374"/>
                <a:gd name="connsiteY18" fmla="*/ 1375327 h 3484134"/>
                <a:gd name="connsiteX19" fmla="*/ 3793540 w 4934374"/>
                <a:gd name="connsiteY19" fmla="*/ 2890475 h 3484134"/>
                <a:gd name="connsiteX20" fmla="*/ 2396135 w 4934374"/>
                <a:gd name="connsiteY20" fmla="*/ 3484134 h 3484134"/>
                <a:gd name="connsiteX21" fmla="*/ 548273 w 4934374"/>
                <a:gd name="connsiteY21" fmla="*/ 2480458 h 3484134"/>
                <a:gd name="connsiteX22" fmla="*/ 0 w 4934374"/>
                <a:gd name="connsiteY22" fmla="*/ 1375327 h 3484134"/>
                <a:gd name="connsiteX23" fmla="*/ 512166 w 4934374"/>
                <a:gd name="connsiteY23" fmla="*/ 77740 h 3484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934374" h="3484134">
                  <a:moveTo>
                    <a:pt x="585303" y="0"/>
                  </a:moveTo>
                  <a:lnTo>
                    <a:pt x="1354934" y="0"/>
                  </a:lnTo>
                  <a:lnTo>
                    <a:pt x="1206830" y="109531"/>
                  </a:lnTo>
                  <a:cubicBezTo>
                    <a:pt x="994024" y="281725"/>
                    <a:pt x="820013" y="485457"/>
                    <a:pt x="703453" y="698660"/>
                  </a:cubicBezTo>
                  <a:cubicBezTo>
                    <a:pt x="583756" y="917627"/>
                    <a:pt x="523079" y="1145324"/>
                    <a:pt x="523079" y="1375409"/>
                  </a:cubicBezTo>
                  <a:cubicBezTo>
                    <a:pt x="523079" y="1595282"/>
                    <a:pt x="614356" y="1722842"/>
                    <a:pt x="820885" y="1990313"/>
                  </a:cubicBezTo>
                  <a:cubicBezTo>
                    <a:pt x="872582" y="2057263"/>
                    <a:pt x="926023" y="2126519"/>
                    <a:pt x="981122" y="2203186"/>
                  </a:cubicBezTo>
                  <a:cubicBezTo>
                    <a:pt x="1175968" y="2474445"/>
                    <a:pt x="1375871" y="2667309"/>
                    <a:pt x="1592426" y="2792645"/>
                  </a:cubicBezTo>
                  <a:cubicBezTo>
                    <a:pt x="1821970" y="2925557"/>
                    <a:pt x="2084904" y="2990119"/>
                    <a:pt x="2396135" y="2990119"/>
                  </a:cubicBezTo>
                  <a:cubicBezTo>
                    <a:pt x="2572762" y="2990119"/>
                    <a:pt x="2737009" y="2950179"/>
                    <a:pt x="2913112" y="2864371"/>
                  </a:cubicBezTo>
                  <a:cubicBezTo>
                    <a:pt x="3093922" y="2776257"/>
                    <a:pt x="3272903" y="2647792"/>
                    <a:pt x="3471411" y="2501292"/>
                  </a:cubicBezTo>
                  <a:cubicBezTo>
                    <a:pt x="3517964" y="2466952"/>
                    <a:pt x="3564344" y="2433106"/>
                    <a:pt x="3609242" y="2400414"/>
                  </a:cubicBezTo>
                  <a:cubicBezTo>
                    <a:pt x="3847766" y="2226574"/>
                    <a:pt x="4073038" y="2062368"/>
                    <a:pt x="4219151" y="1888693"/>
                  </a:cubicBezTo>
                  <a:cubicBezTo>
                    <a:pt x="4353844" y="1728606"/>
                    <a:pt x="4411296" y="1575106"/>
                    <a:pt x="4411296" y="1375409"/>
                  </a:cubicBezTo>
                  <a:cubicBezTo>
                    <a:pt x="4411296" y="851089"/>
                    <a:pt x="4250274" y="381038"/>
                    <a:pt x="3957874" y="51887"/>
                  </a:cubicBezTo>
                  <a:lnTo>
                    <a:pt x="3906637" y="0"/>
                  </a:lnTo>
                  <a:lnTo>
                    <a:pt x="4555675" y="0"/>
                  </a:lnTo>
                  <a:lnTo>
                    <a:pt x="4605933" y="77740"/>
                  </a:lnTo>
                  <a:cubicBezTo>
                    <a:pt x="4820335" y="448137"/>
                    <a:pt x="4934374" y="894662"/>
                    <a:pt x="4934374" y="1375327"/>
                  </a:cubicBezTo>
                  <a:cubicBezTo>
                    <a:pt x="4934374" y="2116884"/>
                    <a:pt x="4369100" y="2465635"/>
                    <a:pt x="3793540" y="2890475"/>
                  </a:cubicBezTo>
                  <a:cubicBezTo>
                    <a:pt x="3374293" y="3199945"/>
                    <a:pt x="2970389" y="3484134"/>
                    <a:pt x="2396135" y="3484134"/>
                  </a:cubicBezTo>
                  <a:cubicBezTo>
                    <a:pt x="1544564" y="3484134"/>
                    <a:pt x="991670" y="3097832"/>
                    <a:pt x="548273" y="2480458"/>
                  </a:cubicBezTo>
                  <a:cubicBezTo>
                    <a:pt x="282201" y="2110049"/>
                    <a:pt x="0" y="1856001"/>
                    <a:pt x="0" y="1375327"/>
                  </a:cubicBezTo>
                  <a:cubicBezTo>
                    <a:pt x="0" y="894662"/>
                    <a:pt x="195505" y="448137"/>
                    <a:pt x="512166" y="777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BDCA41D4-E374-8643-AB7C-4750230183F9}"/>
              </a:ext>
            </a:extLst>
          </p:cNvPr>
          <p:cNvSpPr txBox="1"/>
          <p:nvPr/>
        </p:nvSpPr>
        <p:spPr>
          <a:xfrm>
            <a:off x="728860" y="1135309"/>
            <a:ext cx="5368188" cy="7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400" b="1" dirty="0"/>
              <a:t>Tech Stack:</a:t>
            </a:r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625C8113-3FAC-B866-E566-87D85215C6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32865" y="2310840"/>
            <a:ext cx="4753534" cy="4045189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just"/>
            <a:r>
              <a:rPr lang="en-US" sz="2800" dirty="0"/>
              <a:t>Frontend:</a:t>
            </a:r>
            <a:endParaRPr lang="en-US" sz="2800"/>
          </a:p>
          <a:p>
            <a:pPr marL="457200" indent="-457200" algn="just">
              <a:buFont typeface="Courier New" panose="020B0604020202020204" pitchFamily="34" charset="0"/>
              <a:buChar char="o"/>
            </a:pPr>
            <a:r>
              <a:rPr lang="en-US" sz="2800" dirty="0"/>
              <a:t>Flutter </a:t>
            </a:r>
          </a:p>
          <a:p>
            <a:pPr marL="457200" indent="-457200" algn="just">
              <a:buFont typeface="Courier New" panose="020B0604020202020204" pitchFamily="34" charset="0"/>
              <a:buChar char="o"/>
            </a:pPr>
            <a:r>
              <a:rPr lang="en-US" sz="2800" dirty="0"/>
              <a:t>Dart</a:t>
            </a:r>
          </a:p>
          <a:p>
            <a:pPr algn="just"/>
            <a:r>
              <a:rPr lang="en-US" sz="2800" dirty="0"/>
              <a:t>Backend:</a:t>
            </a:r>
          </a:p>
          <a:p>
            <a:pPr marL="457200" indent="-457200" algn="just">
              <a:buFont typeface="Courier New" panose="020B0604020202020204" pitchFamily="34" charset="0"/>
              <a:buChar char="o"/>
            </a:pPr>
            <a:r>
              <a:rPr lang="en-US" sz="2800" dirty="0"/>
              <a:t>Firebase</a:t>
            </a:r>
          </a:p>
        </p:txBody>
      </p:sp>
    </p:spTree>
    <p:extLst>
      <p:ext uri="{BB962C8B-B14F-4D97-AF65-F5344CB8AC3E}">
        <p14:creationId xmlns:p14="http://schemas.microsoft.com/office/powerpoint/2010/main" val="29394528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05A154-9C25-0C1C-1F27-9D042481A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3" name="Rectangle 52">
            <a:extLst>
              <a:ext uri="{FF2B5EF4-FFF2-40B4-BE49-F238E27FC236}">
                <a16:creationId xmlns:a16="http://schemas.microsoft.com/office/drawing/2014/main" id="{D038248A-211C-4EEC-8401-C761B929FB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C30A849F-66D9-40C8-BEC8-35AFF8F4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78EE70-A467-98AD-C7AC-24FE8D84AE6F}"/>
              </a:ext>
            </a:extLst>
          </p:cNvPr>
          <p:cNvSpPr txBox="1"/>
          <p:nvPr/>
        </p:nvSpPr>
        <p:spPr>
          <a:xfrm>
            <a:off x="1179226" y="1280679"/>
            <a:ext cx="9833548" cy="1325563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Wybór</a:t>
            </a:r>
            <a:r>
              <a:rPr lang="en-US" sz="40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4000" b="1" kern="120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technologii</a:t>
            </a:r>
            <a:r>
              <a:rPr lang="en-US" sz="40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:</a:t>
            </a:r>
            <a:endParaRPr lang="en-US" sz="4000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Flutter, Dart, Firebase</a:t>
            </a: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04542298-A2B1-480F-A11C-A40EDD19B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289890" y="0"/>
            <a:ext cx="3902110" cy="2382977"/>
            <a:chOff x="6867015" y="-1"/>
            <a:chExt cx="5324985" cy="3251912"/>
          </a:xfrm>
          <a:solidFill>
            <a:schemeClr val="accent5">
              <a:alpha val="10000"/>
            </a:schemeClr>
          </a:solidFill>
        </p:grpSpPr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74AEB45E-B965-46A0-8557-C646B5011B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867015" y="-1"/>
              <a:ext cx="5324985" cy="3251912"/>
            </a:xfrm>
            <a:custGeom>
              <a:avLst/>
              <a:gdLst>
                <a:gd name="connsiteX0" fmla="*/ 0 w 5324985"/>
                <a:gd name="connsiteY0" fmla="*/ 0 h 3251912"/>
                <a:gd name="connsiteX1" fmla="*/ 36826 w 5324985"/>
                <a:gd name="connsiteY1" fmla="*/ 0 h 3251912"/>
                <a:gd name="connsiteX2" fmla="*/ 45003 w 5324985"/>
                <a:gd name="connsiteY2" fmla="*/ 152909 h 3251912"/>
                <a:gd name="connsiteX3" fmla="*/ 68956 w 5324985"/>
                <a:gd name="connsiteY3" fmla="*/ 308600 h 3251912"/>
                <a:gd name="connsiteX4" fmla="*/ 167774 w 5324985"/>
                <a:gd name="connsiteY4" fmla="*/ 607968 h 3251912"/>
                <a:gd name="connsiteX5" fmla="*/ 201857 w 5324985"/>
                <a:gd name="connsiteY5" fmla="*/ 679539 h 3251912"/>
                <a:gd name="connsiteX6" fmla="*/ 239741 w 5324985"/>
                <a:gd name="connsiteY6" fmla="*/ 749488 h 3251912"/>
                <a:gd name="connsiteX7" fmla="*/ 323724 w 5324985"/>
                <a:gd name="connsiteY7" fmla="*/ 885101 h 3251912"/>
                <a:gd name="connsiteX8" fmla="*/ 416412 w 5324985"/>
                <a:gd name="connsiteY8" fmla="*/ 1016081 h 3251912"/>
                <a:gd name="connsiteX9" fmla="*/ 515719 w 5324985"/>
                <a:gd name="connsiteY9" fmla="*/ 1143356 h 3251912"/>
                <a:gd name="connsiteX10" fmla="*/ 722427 w 5324985"/>
                <a:gd name="connsiteY10" fmla="*/ 1395127 h 3251912"/>
                <a:gd name="connsiteX11" fmla="*/ 825780 w 5324985"/>
                <a:gd name="connsiteY11" fmla="*/ 1522749 h 3251912"/>
                <a:gd name="connsiteX12" fmla="*/ 926314 w 5324985"/>
                <a:gd name="connsiteY12" fmla="*/ 1651992 h 3251912"/>
                <a:gd name="connsiteX13" fmla="*/ 1026848 w 5324985"/>
                <a:gd name="connsiteY13" fmla="*/ 1776836 h 3251912"/>
                <a:gd name="connsiteX14" fmla="*/ 1131918 w 5324985"/>
                <a:gd name="connsiteY14" fmla="*/ 1897393 h 3251912"/>
                <a:gd name="connsiteX15" fmla="*/ 1354688 w 5324985"/>
                <a:gd name="connsiteY15" fmla="*/ 2124728 h 3251912"/>
                <a:gd name="connsiteX16" fmla="*/ 1855027 w 5324985"/>
                <a:gd name="connsiteY16" fmla="*/ 2504236 h 3251912"/>
                <a:gd name="connsiteX17" fmla="*/ 2131618 w 5324985"/>
                <a:gd name="connsiteY17" fmla="*/ 2646913 h 3251912"/>
                <a:gd name="connsiteX18" fmla="*/ 2423534 w 5324985"/>
                <a:gd name="connsiteY18" fmla="*/ 2754732 h 3251912"/>
                <a:gd name="connsiteX19" fmla="*/ 2727588 w 5324985"/>
                <a:gd name="connsiteY19" fmla="*/ 2829197 h 3251912"/>
                <a:gd name="connsiteX20" fmla="*/ 3041083 w 5324985"/>
                <a:gd name="connsiteY20" fmla="*/ 2870890 h 3251912"/>
                <a:gd name="connsiteX21" fmla="*/ 3360340 w 5324985"/>
                <a:gd name="connsiteY21" fmla="*/ 2883976 h 3251912"/>
                <a:gd name="connsiteX22" fmla="*/ 3439663 w 5324985"/>
                <a:gd name="connsiteY22" fmla="*/ 2883396 h 3251912"/>
                <a:gd name="connsiteX23" fmla="*/ 3478529 w 5324985"/>
                <a:gd name="connsiteY23" fmla="*/ 2882471 h 3251912"/>
                <a:gd name="connsiteX24" fmla="*/ 3517271 w 5324985"/>
                <a:gd name="connsiteY24" fmla="*/ 2880616 h 3251912"/>
                <a:gd name="connsiteX25" fmla="*/ 3671260 w 5324985"/>
                <a:gd name="connsiteY25" fmla="*/ 2867878 h 3251912"/>
                <a:gd name="connsiteX26" fmla="*/ 4265268 w 5324985"/>
                <a:gd name="connsiteY26" fmla="*/ 2716283 h 3251912"/>
                <a:gd name="connsiteX27" fmla="*/ 4546395 w 5324985"/>
                <a:gd name="connsiteY27" fmla="*/ 2584724 h 3251912"/>
                <a:gd name="connsiteX28" fmla="*/ 4817837 w 5324985"/>
                <a:gd name="connsiteY28" fmla="*/ 2424674 h 3251912"/>
                <a:gd name="connsiteX29" fmla="*/ 5081677 w 5324985"/>
                <a:gd name="connsiteY29" fmla="*/ 2243548 h 3251912"/>
                <a:gd name="connsiteX30" fmla="*/ 5211881 w 5324985"/>
                <a:gd name="connsiteY30" fmla="*/ 2147658 h 3251912"/>
                <a:gd name="connsiteX31" fmla="*/ 5324985 w 5324985"/>
                <a:gd name="connsiteY31" fmla="*/ 2062128 h 3251912"/>
                <a:gd name="connsiteX32" fmla="*/ 5324985 w 5324985"/>
                <a:gd name="connsiteY32" fmla="*/ 2514993 h 3251912"/>
                <a:gd name="connsiteX33" fmla="*/ 5314867 w 5324985"/>
                <a:gd name="connsiteY33" fmla="*/ 2522881 h 3251912"/>
                <a:gd name="connsiteX34" fmla="*/ 5038276 w 5324985"/>
                <a:gd name="connsiteY34" fmla="*/ 2722421 h 3251912"/>
                <a:gd name="connsiteX35" fmla="*/ 4741701 w 5324985"/>
                <a:gd name="connsiteY35" fmla="*/ 2904937 h 3251912"/>
                <a:gd name="connsiteX36" fmla="*/ 4420728 w 5324985"/>
                <a:gd name="connsiteY36" fmla="*/ 3058848 h 3251912"/>
                <a:gd name="connsiteX37" fmla="*/ 3717481 w 5324985"/>
                <a:gd name="connsiteY37" fmla="*/ 3237079 h 3251912"/>
                <a:gd name="connsiteX38" fmla="*/ 3535661 w 5324985"/>
                <a:gd name="connsiteY38" fmla="*/ 3249934 h 3251912"/>
                <a:gd name="connsiteX39" fmla="*/ 3490175 w 5324985"/>
                <a:gd name="connsiteY39" fmla="*/ 3251555 h 3251912"/>
                <a:gd name="connsiteX40" fmla="*/ 3444813 w 5324985"/>
                <a:gd name="connsiteY40" fmla="*/ 3251787 h 3251912"/>
                <a:gd name="connsiteX41" fmla="*/ 3355681 w 5324985"/>
                <a:gd name="connsiteY41" fmla="*/ 3250745 h 3251912"/>
                <a:gd name="connsiteX42" fmla="*/ 3179011 w 5324985"/>
                <a:gd name="connsiteY42" fmla="*/ 3243795 h 3251912"/>
                <a:gd name="connsiteX43" fmla="*/ 3002217 w 5324985"/>
                <a:gd name="connsiteY43" fmla="*/ 3227814 h 3251912"/>
                <a:gd name="connsiteX44" fmla="*/ 2650103 w 5324985"/>
                <a:gd name="connsiteY44" fmla="*/ 3170836 h 3251912"/>
                <a:gd name="connsiteX45" fmla="*/ 2305836 w 5324985"/>
                <a:gd name="connsiteY45" fmla="*/ 3072514 h 3251912"/>
                <a:gd name="connsiteX46" fmla="*/ 1978611 w 5324985"/>
                <a:gd name="connsiteY46" fmla="*/ 2929952 h 3251912"/>
                <a:gd name="connsiteX47" fmla="*/ 1678235 w 5324985"/>
                <a:gd name="connsiteY47" fmla="*/ 2744424 h 3251912"/>
                <a:gd name="connsiteX48" fmla="*/ 1175688 w 5324985"/>
                <a:gd name="connsiteY48" fmla="*/ 2277018 h 3251912"/>
                <a:gd name="connsiteX49" fmla="*/ 971310 w 5324985"/>
                <a:gd name="connsiteY49" fmla="*/ 2012044 h 3251912"/>
                <a:gd name="connsiteX50" fmla="*/ 790717 w 5324985"/>
                <a:gd name="connsiteY50" fmla="*/ 1735723 h 3251912"/>
                <a:gd name="connsiteX51" fmla="*/ 706488 w 5324985"/>
                <a:gd name="connsiteY51" fmla="*/ 1598604 h 3251912"/>
                <a:gd name="connsiteX52" fmla="*/ 618951 w 5324985"/>
                <a:gd name="connsiteY52" fmla="*/ 1463802 h 3251912"/>
                <a:gd name="connsiteX53" fmla="*/ 436273 w 5324985"/>
                <a:gd name="connsiteY53" fmla="*/ 1195355 h 3251912"/>
                <a:gd name="connsiteX54" fmla="*/ 346896 w 5324985"/>
                <a:gd name="connsiteY54" fmla="*/ 1058816 h 3251912"/>
                <a:gd name="connsiteX55" fmla="*/ 261809 w 5324985"/>
                <a:gd name="connsiteY55" fmla="*/ 919264 h 3251912"/>
                <a:gd name="connsiteX56" fmla="*/ 118487 w 5324985"/>
                <a:gd name="connsiteY56" fmla="*/ 626498 h 3251912"/>
                <a:gd name="connsiteX57" fmla="*/ 28130 w 5324985"/>
                <a:gd name="connsiteY57" fmla="*/ 315781 h 3251912"/>
                <a:gd name="connsiteX58" fmla="*/ 6751 w 5324985"/>
                <a:gd name="connsiteY58" fmla="*/ 156195 h 32519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324985" h="3251912">
                  <a:moveTo>
                    <a:pt x="0" y="0"/>
                  </a:moveTo>
                  <a:lnTo>
                    <a:pt x="36826" y="0"/>
                  </a:lnTo>
                  <a:lnTo>
                    <a:pt x="45003" y="152909"/>
                  </a:lnTo>
                  <a:cubicBezTo>
                    <a:pt x="50351" y="205154"/>
                    <a:pt x="58290" y="257123"/>
                    <a:pt x="68956" y="308600"/>
                  </a:cubicBezTo>
                  <a:cubicBezTo>
                    <a:pt x="91393" y="411324"/>
                    <a:pt x="123882" y="511847"/>
                    <a:pt x="167774" y="607968"/>
                  </a:cubicBezTo>
                  <a:cubicBezTo>
                    <a:pt x="178195" y="632173"/>
                    <a:pt x="190333" y="655798"/>
                    <a:pt x="201857" y="679539"/>
                  </a:cubicBezTo>
                  <a:cubicBezTo>
                    <a:pt x="214363" y="702933"/>
                    <a:pt x="226255" y="726557"/>
                    <a:pt x="239741" y="749488"/>
                  </a:cubicBezTo>
                  <a:cubicBezTo>
                    <a:pt x="265488" y="795812"/>
                    <a:pt x="294176" y="840746"/>
                    <a:pt x="323724" y="885101"/>
                  </a:cubicBezTo>
                  <a:cubicBezTo>
                    <a:pt x="353149" y="929572"/>
                    <a:pt x="384657" y="972885"/>
                    <a:pt x="416412" y="1016081"/>
                  </a:cubicBezTo>
                  <a:cubicBezTo>
                    <a:pt x="448655" y="1058931"/>
                    <a:pt x="482127" y="1101202"/>
                    <a:pt x="515719" y="1143356"/>
                  </a:cubicBezTo>
                  <a:cubicBezTo>
                    <a:pt x="583027" y="1227782"/>
                    <a:pt x="653402" y="1310470"/>
                    <a:pt x="722427" y="1395127"/>
                  </a:cubicBezTo>
                  <a:cubicBezTo>
                    <a:pt x="757123" y="1437282"/>
                    <a:pt x="791697" y="1479783"/>
                    <a:pt x="825780" y="1522749"/>
                  </a:cubicBezTo>
                  <a:cubicBezTo>
                    <a:pt x="859742" y="1565367"/>
                    <a:pt x="893457" y="1610649"/>
                    <a:pt x="926314" y="1651992"/>
                  </a:cubicBezTo>
                  <a:cubicBezTo>
                    <a:pt x="958927" y="1694379"/>
                    <a:pt x="993132" y="1735492"/>
                    <a:pt x="1026848" y="1776836"/>
                  </a:cubicBezTo>
                  <a:cubicBezTo>
                    <a:pt x="1061545" y="1817485"/>
                    <a:pt x="1095996" y="1858133"/>
                    <a:pt x="1131918" y="1897393"/>
                  </a:cubicBezTo>
                  <a:cubicBezTo>
                    <a:pt x="1203273" y="1976376"/>
                    <a:pt x="1277447" y="2052463"/>
                    <a:pt x="1354688" y="2124728"/>
                  </a:cubicBezTo>
                  <a:cubicBezTo>
                    <a:pt x="1509411" y="2268911"/>
                    <a:pt x="1676396" y="2397575"/>
                    <a:pt x="1855027" y="2504236"/>
                  </a:cubicBezTo>
                  <a:cubicBezTo>
                    <a:pt x="1944528" y="2557277"/>
                    <a:pt x="2036357" y="2605917"/>
                    <a:pt x="2131618" y="2646913"/>
                  </a:cubicBezTo>
                  <a:cubicBezTo>
                    <a:pt x="2226267" y="2689068"/>
                    <a:pt x="2323981" y="2724622"/>
                    <a:pt x="2423534" y="2754732"/>
                  </a:cubicBezTo>
                  <a:cubicBezTo>
                    <a:pt x="2523087" y="2784958"/>
                    <a:pt x="2624602" y="2809394"/>
                    <a:pt x="2727588" y="2829197"/>
                  </a:cubicBezTo>
                  <a:cubicBezTo>
                    <a:pt x="2830698" y="2848653"/>
                    <a:pt x="2935522" y="2861971"/>
                    <a:pt x="3041083" y="2870890"/>
                  </a:cubicBezTo>
                  <a:cubicBezTo>
                    <a:pt x="3146644" y="2879922"/>
                    <a:pt x="3253307" y="2883860"/>
                    <a:pt x="3360340" y="2883976"/>
                  </a:cubicBezTo>
                  <a:cubicBezTo>
                    <a:pt x="3387067" y="2883976"/>
                    <a:pt x="3414162" y="2884439"/>
                    <a:pt x="3439663" y="2883396"/>
                  </a:cubicBezTo>
                  <a:lnTo>
                    <a:pt x="3478529" y="2882471"/>
                  </a:lnTo>
                  <a:lnTo>
                    <a:pt x="3517271" y="2880616"/>
                  </a:lnTo>
                  <a:cubicBezTo>
                    <a:pt x="3568887" y="2878417"/>
                    <a:pt x="3620257" y="2873552"/>
                    <a:pt x="3671260" y="2867878"/>
                  </a:cubicBezTo>
                  <a:cubicBezTo>
                    <a:pt x="3875515" y="2844253"/>
                    <a:pt x="4074253" y="2792486"/>
                    <a:pt x="4265268" y="2716283"/>
                  </a:cubicBezTo>
                  <a:cubicBezTo>
                    <a:pt x="4361020" y="2678529"/>
                    <a:pt x="4454444" y="2633710"/>
                    <a:pt x="4546395" y="2584724"/>
                  </a:cubicBezTo>
                  <a:cubicBezTo>
                    <a:pt x="4638470" y="2535967"/>
                    <a:pt x="4728827" y="2481885"/>
                    <a:pt x="4817837" y="2424674"/>
                  </a:cubicBezTo>
                  <a:cubicBezTo>
                    <a:pt x="4906846" y="2367348"/>
                    <a:pt x="4994385" y="2306317"/>
                    <a:pt x="5081677" y="2243548"/>
                  </a:cubicBezTo>
                  <a:cubicBezTo>
                    <a:pt x="5125201" y="2212164"/>
                    <a:pt x="5168603" y="2179969"/>
                    <a:pt x="5211881" y="2147658"/>
                  </a:cubicBezTo>
                  <a:lnTo>
                    <a:pt x="5324985" y="2062128"/>
                  </a:lnTo>
                  <a:lnTo>
                    <a:pt x="5324985" y="2514993"/>
                  </a:lnTo>
                  <a:lnTo>
                    <a:pt x="5314867" y="2522881"/>
                  </a:lnTo>
                  <a:cubicBezTo>
                    <a:pt x="5225490" y="2591325"/>
                    <a:pt x="5133783" y="2658379"/>
                    <a:pt x="5038276" y="2722421"/>
                  </a:cubicBezTo>
                  <a:cubicBezTo>
                    <a:pt x="4942892" y="2786348"/>
                    <a:pt x="4844810" y="2848422"/>
                    <a:pt x="4741701" y="2904937"/>
                  </a:cubicBezTo>
                  <a:cubicBezTo>
                    <a:pt x="4638592" y="2961337"/>
                    <a:pt x="4531929" y="3013683"/>
                    <a:pt x="4420728" y="3058848"/>
                  </a:cubicBezTo>
                  <a:cubicBezTo>
                    <a:pt x="4199063" y="3150338"/>
                    <a:pt x="3959621" y="3211485"/>
                    <a:pt x="3717481" y="3237079"/>
                  </a:cubicBezTo>
                  <a:cubicBezTo>
                    <a:pt x="3656914" y="3243101"/>
                    <a:pt x="3596227" y="3247966"/>
                    <a:pt x="3535661" y="3249934"/>
                  </a:cubicBezTo>
                  <a:lnTo>
                    <a:pt x="3490175" y="3251555"/>
                  </a:lnTo>
                  <a:lnTo>
                    <a:pt x="3444813" y="3251787"/>
                  </a:lnTo>
                  <a:cubicBezTo>
                    <a:pt x="3414162" y="3252250"/>
                    <a:pt x="3385105" y="3251324"/>
                    <a:pt x="3355681" y="3250745"/>
                  </a:cubicBezTo>
                  <a:cubicBezTo>
                    <a:pt x="3296954" y="3250050"/>
                    <a:pt x="3237860" y="3246692"/>
                    <a:pt x="3179011" y="3243795"/>
                  </a:cubicBezTo>
                  <a:cubicBezTo>
                    <a:pt x="3120039" y="3239164"/>
                    <a:pt x="3061067" y="3234878"/>
                    <a:pt x="3002217" y="3227814"/>
                  </a:cubicBezTo>
                  <a:cubicBezTo>
                    <a:pt x="2884397" y="3214496"/>
                    <a:pt x="2766699" y="3196314"/>
                    <a:pt x="2650103" y="3170836"/>
                  </a:cubicBezTo>
                  <a:cubicBezTo>
                    <a:pt x="2533510" y="3145358"/>
                    <a:pt x="2418263" y="3112583"/>
                    <a:pt x="2305836" y="3072514"/>
                  </a:cubicBezTo>
                  <a:cubicBezTo>
                    <a:pt x="2193410" y="3032328"/>
                    <a:pt x="2083926" y="2984383"/>
                    <a:pt x="1978611" y="2929952"/>
                  </a:cubicBezTo>
                  <a:cubicBezTo>
                    <a:pt x="1873663" y="2874711"/>
                    <a:pt x="1772884" y="2812985"/>
                    <a:pt x="1678235" y="2744424"/>
                  </a:cubicBezTo>
                  <a:cubicBezTo>
                    <a:pt x="1488201" y="2608001"/>
                    <a:pt x="1321708" y="2448068"/>
                    <a:pt x="1175688" y="2277018"/>
                  </a:cubicBezTo>
                  <a:cubicBezTo>
                    <a:pt x="1102985" y="2191086"/>
                    <a:pt x="1035309" y="2102377"/>
                    <a:pt x="971310" y="2012044"/>
                  </a:cubicBezTo>
                  <a:cubicBezTo>
                    <a:pt x="907188" y="1921714"/>
                    <a:pt x="847358" y="1829413"/>
                    <a:pt x="790717" y="1735723"/>
                  </a:cubicBezTo>
                  <a:cubicBezTo>
                    <a:pt x="761782" y="1688357"/>
                    <a:pt x="735300" y="1644002"/>
                    <a:pt x="706488" y="1598604"/>
                  </a:cubicBezTo>
                  <a:cubicBezTo>
                    <a:pt x="677922" y="1553555"/>
                    <a:pt x="648866" y="1508505"/>
                    <a:pt x="618951" y="1463802"/>
                  </a:cubicBezTo>
                  <a:lnTo>
                    <a:pt x="436273" y="1195355"/>
                  </a:lnTo>
                  <a:cubicBezTo>
                    <a:pt x="405990" y="1150189"/>
                    <a:pt x="376075" y="1104792"/>
                    <a:pt x="346896" y="1058816"/>
                  </a:cubicBezTo>
                  <a:cubicBezTo>
                    <a:pt x="317716" y="1012838"/>
                    <a:pt x="288782" y="966747"/>
                    <a:pt x="261809" y="919264"/>
                  </a:cubicBezTo>
                  <a:cubicBezTo>
                    <a:pt x="207742" y="824764"/>
                    <a:pt x="158088" y="727485"/>
                    <a:pt x="118487" y="626498"/>
                  </a:cubicBezTo>
                  <a:cubicBezTo>
                    <a:pt x="78151" y="525859"/>
                    <a:pt x="48237" y="421515"/>
                    <a:pt x="28130" y="315781"/>
                  </a:cubicBezTo>
                  <a:cubicBezTo>
                    <a:pt x="18506" y="262914"/>
                    <a:pt x="11425" y="209642"/>
                    <a:pt x="6751" y="15619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21A22C7-11AD-44B0-9BF7-6E3A458215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16467" y="-1"/>
              <a:ext cx="5275533" cy="2980757"/>
            </a:xfrm>
            <a:custGeom>
              <a:avLst/>
              <a:gdLst>
                <a:gd name="connsiteX0" fmla="*/ 0 w 5275533"/>
                <a:gd name="connsiteY0" fmla="*/ 0 h 2980757"/>
                <a:gd name="connsiteX1" fmla="*/ 201166 w 5275533"/>
                <a:gd name="connsiteY1" fmla="*/ 0 h 2980757"/>
                <a:gd name="connsiteX2" fmla="*/ 206734 w 5275533"/>
                <a:gd name="connsiteY2" fmla="*/ 89286 h 2980757"/>
                <a:gd name="connsiteX3" fmla="*/ 232051 w 5275533"/>
                <a:gd name="connsiteY3" fmla="*/ 226897 h 2980757"/>
                <a:gd name="connsiteX4" fmla="*/ 332707 w 5275533"/>
                <a:gd name="connsiteY4" fmla="*/ 487120 h 2980757"/>
                <a:gd name="connsiteX5" fmla="*/ 402959 w 5275533"/>
                <a:gd name="connsiteY5" fmla="*/ 609647 h 2980757"/>
                <a:gd name="connsiteX6" fmla="*/ 483631 w 5275533"/>
                <a:gd name="connsiteY6" fmla="*/ 728236 h 2980757"/>
                <a:gd name="connsiteX7" fmla="*/ 669986 w 5275533"/>
                <a:gd name="connsiteY7" fmla="*/ 957424 h 2980757"/>
                <a:gd name="connsiteX8" fmla="*/ 871667 w 5275533"/>
                <a:gd name="connsiteY8" fmla="*/ 1188348 h 2980757"/>
                <a:gd name="connsiteX9" fmla="*/ 971956 w 5275533"/>
                <a:gd name="connsiteY9" fmla="*/ 1308905 h 2980757"/>
                <a:gd name="connsiteX10" fmla="*/ 1020139 w 5275533"/>
                <a:gd name="connsiteY10" fmla="*/ 1368084 h 2980757"/>
                <a:gd name="connsiteX11" fmla="*/ 1067340 w 5275533"/>
                <a:gd name="connsiteY11" fmla="*/ 1424715 h 2980757"/>
                <a:gd name="connsiteX12" fmla="*/ 1472909 w 5275533"/>
                <a:gd name="connsiteY12" fmla="*/ 1843252 h 2980757"/>
                <a:gd name="connsiteX13" fmla="*/ 1688567 w 5275533"/>
                <a:gd name="connsiteY13" fmla="*/ 2031559 h 2980757"/>
                <a:gd name="connsiteX14" fmla="*/ 1914401 w 5275533"/>
                <a:gd name="connsiteY14" fmla="*/ 2205156 h 2980757"/>
                <a:gd name="connsiteX15" fmla="*/ 2418909 w 5275533"/>
                <a:gd name="connsiteY15" fmla="*/ 2479741 h 2980757"/>
                <a:gd name="connsiteX16" fmla="*/ 2701141 w 5275533"/>
                <a:gd name="connsiteY16" fmla="*/ 2557333 h 2980757"/>
                <a:gd name="connsiteX17" fmla="*/ 2773475 w 5275533"/>
                <a:gd name="connsiteY17" fmla="*/ 2570999 h 2980757"/>
                <a:gd name="connsiteX18" fmla="*/ 2846424 w 5275533"/>
                <a:gd name="connsiteY18" fmla="*/ 2582465 h 2980757"/>
                <a:gd name="connsiteX19" fmla="*/ 2993669 w 5275533"/>
                <a:gd name="connsiteY19" fmla="*/ 2598909 h 2980757"/>
                <a:gd name="connsiteX20" fmla="*/ 3067721 w 5275533"/>
                <a:gd name="connsiteY20" fmla="*/ 2604237 h 2980757"/>
                <a:gd name="connsiteX21" fmla="*/ 3142019 w 5275533"/>
                <a:gd name="connsiteY21" fmla="*/ 2607943 h 2980757"/>
                <a:gd name="connsiteX22" fmla="*/ 3216561 w 5275533"/>
                <a:gd name="connsiteY22" fmla="*/ 2609564 h 2980757"/>
                <a:gd name="connsiteX23" fmla="*/ 3291225 w 5275533"/>
                <a:gd name="connsiteY23" fmla="*/ 2609217 h 2980757"/>
                <a:gd name="connsiteX24" fmla="*/ 3328619 w 5275533"/>
                <a:gd name="connsiteY24" fmla="*/ 2608869 h 2980757"/>
                <a:gd name="connsiteX25" fmla="*/ 3364665 w 5275533"/>
                <a:gd name="connsiteY25" fmla="*/ 2607363 h 2980757"/>
                <a:gd name="connsiteX26" fmla="*/ 3400587 w 5275533"/>
                <a:gd name="connsiteY26" fmla="*/ 2605627 h 2980757"/>
                <a:gd name="connsiteX27" fmla="*/ 3436387 w 5275533"/>
                <a:gd name="connsiteY27" fmla="*/ 2602847 h 2980757"/>
                <a:gd name="connsiteX28" fmla="*/ 3578361 w 5275533"/>
                <a:gd name="connsiteY28" fmla="*/ 2586286 h 2980757"/>
                <a:gd name="connsiteX29" fmla="*/ 4119159 w 5275533"/>
                <a:gd name="connsiteY29" fmla="*/ 2418594 h 2980757"/>
                <a:gd name="connsiteX30" fmla="*/ 4618765 w 5275533"/>
                <a:gd name="connsiteY30" fmla="*/ 2124668 h 2980757"/>
                <a:gd name="connsiteX31" fmla="*/ 4739895 w 5275533"/>
                <a:gd name="connsiteY31" fmla="*/ 2038275 h 2980757"/>
                <a:gd name="connsiteX32" fmla="*/ 4861027 w 5275533"/>
                <a:gd name="connsiteY32" fmla="*/ 1948986 h 2980757"/>
                <a:gd name="connsiteX33" fmla="*/ 5106354 w 5275533"/>
                <a:gd name="connsiteY33" fmla="*/ 1763690 h 2980757"/>
                <a:gd name="connsiteX34" fmla="*/ 5275533 w 5275533"/>
                <a:gd name="connsiteY34" fmla="*/ 1641017 h 2980757"/>
                <a:gd name="connsiteX35" fmla="*/ 5275533 w 5275533"/>
                <a:gd name="connsiteY35" fmla="*/ 2257481 h 2980757"/>
                <a:gd name="connsiteX36" fmla="*/ 5168881 w 5275533"/>
                <a:gd name="connsiteY36" fmla="*/ 2332084 h 2980757"/>
                <a:gd name="connsiteX37" fmla="*/ 5036225 w 5275533"/>
                <a:gd name="connsiteY37" fmla="*/ 2421489 h 2980757"/>
                <a:gd name="connsiteX38" fmla="*/ 4899401 w 5275533"/>
                <a:gd name="connsiteY38" fmla="*/ 2508347 h 2980757"/>
                <a:gd name="connsiteX39" fmla="*/ 4612145 w 5275533"/>
                <a:gd name="connsiteY39" fmla="*/ 2671407 h 2980757"/>
                <a:gd name="connsiteX40" fmla="*/ 4303187 w 5275533"/>
                <a:gd name="connsiteY40" fmla="*/ 2810030 h 2980757"/>
                <a:gd name="connsiteX41" fmla="*/ 3630835 w 5275533"/>
                <a:gd name="connsiteY41" fmla="*/ 2969500 h 2980757"/>
                <a:gd name="connsiteX42" fmla="*/ 3457719 w 5275533"/>
                <a:gd name="connsiteY42" fmla="*/ 2979808 h 2980757"/>
                <a:gd name="connsiteX43" fmla="*/ 3414441 w 5275533"/>
                <a:gd name="connsiteY43" fmla="*/ 2980733 h 2980757"/>
                <a:gd name="connsiteX44" fmla="*/ 3371285 w 5275533"/>
                <a:gd name="connsiteY44" fmla="*/ 2980502 h 2980757"/>
                <a:gd name="connsiteX45" fmla="*/ 3328252 w 5275533"/>
                <a:gd name="connsiteY45" fmla="*/ 2980039 h 2980757"/>
                <a:gd name="connsiteX46" fmla="*/ 3286445 w 5275533"/>
                <a:gd name="connsiteY46" fmla="*/ 2978534 h 2980757"/>
                <a:gd name="connsiteX47" fmla="*/ 2952475 w 5275533"/>
                <a:gd name="connsiteY47" fmla="*/ 2953402 h 2980757"/>
                <a:gd name="connsiteX48" fmla="*/ 2620591 w 5275533"/>
                <a:gd name="connsiteY48" fmla="*/ 2898046 h 2980757"/>
                <a:gd name="connsiteX49" fmla="*/ 2294591 w 5275533"/>
                <a:gd name="connsiteY49" fmla="*/ 2811305 h 2980757"/>
                <a:gd name="connsiteX50" fmla="*/ 1670544 w 5275533"/>
                <a:gd name="connsiteY50" fmla="*/ 2550501 h 2980757"/>
                <a:gd name="connsiteX51" fmla="*/ 1144703 w 5275533"/>
                <a:gd name="connsiteY51" fmla="*/ 2144472 h 2980757"/>
                <a:gd name="connsiteX52" fmla="*/ 931497 w 5275533"/>
                <a:gd name="connsiteY52" fmla="*/ 1900114 h 2980757"/>
                <a:gd name="connsiteX53" fmla="*/ 745265 w 5275533"/>
                <a:gd name="connsiteY53" fmla="*/ 1641395 h 2980757"/>
                <a:gd name="connsiteX54" fmla="*/ 701741 w 5275533"/>
                <a:gd name="connsiteY54" fmla="*/ 1575500 h 2980757"/>
                <a:gd name="connsiteX55" fmla="*/ 660178 w 5275533"/>
                <a:gd name="connsiteY55" fmla="*/ 1511573 h 2980757"/>
                <a:gd name="connsiteX56" fmla="*/ 578158 w 5275533"/>
                <a:gd name="connsiteY56" fmla="*/ 1387656 h 2980757"/>
                <a:gd name="connsiteX57" fmla="*/ 408230 w 5275533"/>
                <a:gd name="connsiteY57" fmla="*/ 1134497 h 2980757"/>
                <a:gd name="connsiteX58" fmla="*/ 242349 w 5275533"/>
                <a:gd name="connsiteY58" fmla="*/ 866860 h 2980757"/>
                <a:gd name="connsiteX59" fmla="*/ 167562 w 5275533"/>
                <a:gd name="connsiteY59" fmla="*/ 724994 h 2980757"/>
                <a:gd name="connsiteX60" fmla="*/ 104054 w 5275533"/>
                <a:gd name="connsiteY60" fmla="*/ 576525 h 2980757"/>
                <a:gd name="connsiteX61" fmla="*/ 55381 w 5275533"/>
                <a:gd name="connsiteY61" fmla="*/ 422499 h 2980757"/>
                <a:gd name="connsiteX62" fmla="*/ 37236 w 5275533"/>
                <a:gd name="connsiteY62" fmla="*/ 343980 h 2980757"/>
                <a:gd name="connsiteX63" fmla="*/ 29267 w 5275533"/>
                <a:gd name="connsiteY63" fmla="*/ 304604 h 2980757"/>
                <a:gd name="connsiteX64" fmla="*/ 22646 w 5275533"/>
                <a:gd name="connsiteY64" fmla="*/ 265113 h 2980757"/>
                <a:gd name="connsiteX65" fmla="*/ 3903 w 5275533"/>
                <a:gd name="connsiteY65" fmla="*/ 106787 h 2980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5275533" h="2980757">
                  <a:moveTo>
                    <a:pt x="0" y="0"/>
                  </a:moveTo>
                  <a:lnTo>
                    <a:pt x="201166" y="0"/>
                  </a:lnTo>
                  <a:lnTo>
                    <a:pt x="206734" y="89286"/>
                  </a:lnTo>
                  <a:cubicBezTo>
                    <a:pt x="212220" y="135755"/>
                    <a:pt x="220465" y="181731"/>
                    <a:pt x="232051" y="226897"/>
                  </a:cubicBezTo>
                  <a:cubicBezTo>
                    <a:pt x="254855" y="317344"/>
                    <a:pt x="290287" y="403854"/>
                    <a:pt x="332707" y="487120"/>
                  </a:cubicBezTo>
                  <a:cubicBezTo>
                    <a:pt x="354163" y="528696"/>
                    <a:pt x="377948" y="569461"/>
                    <a:pt x="402959" y="609647"/>
                  </a:cubicBezTo>
                  <a:cubicBezTo>
                    <a:pt x="428337" y="649717"/>
                    <a:pt x="455433" y="689209"/>
                    <a:pt x="483631" y="728236"/>
                  </a:cubicBezTo>
                  <a:cubicBezTo>
                    <a:pt x="540764" y="806061"/>
                    <a:pt x="604271" y="881569"/>
                    <a:pt x="669986" y="957424"/>
                  </a:cubicBezTo>
                  <a:cubicBezTo>
                    <a:pt x="735701" y="1033395"/>
                    <a:pt x="804359" y="1109366"/>
                    <a:pt x="871667" y="1188348"/>
                  </a:cubicBezTo>
                  <a:cubicBezTo>
                    <a:pt x="905383" y="1227723"/>
                    <a:pt x="938731" y="1268025"/>
                    <a:pt x="971956" y="1308905"/>
                  </a:cubicBezTo>
                  <a:lnTo>
                    <a:pt x="1020139" y="1368084"/>
                  </a:lnTo>
                  <a:cubicBezTo>
                    <a:pt x="1035954" y="1386962"/>
                    <a:pt x="1051035" y="1406302"/>
                    <a:pt x="1067340" y="1424715"/>
                  </a:cubicBezTo>
                  <a:cubicBezTo>
                    <a:pt x="1194602" y="1574573"/>
                    <a:pt x="1332652" y="1712503"/>
                    <a:pt x="1472909" y="1843252"/>
                  </a:cubicBezTo>
                  <a:cubicBezTo>
                    <a:pt x="1543406" y="1908337"/>
                    <a:pt x="1615128" y="1971221"/>
                    <a:pt x="1688567" y="2031559"/>
                  </a:cubicBezTo>
                  <a:cubicBezTo>
                    <a:pt x="1762006" y="2091895"/>
                    <a:pt x="1836793" y="2150263"/>
                    <a:pt x="1914401" y="2205156"/>
                  </a:cubicBezTo>
                  <a:cubicBezTo>
                    <a:pt x="2069003" y="2315176"/>
                    <a:pt x="2235742" y="2413498"/>
                    <a:pt x="2418909" y="2479741"/>
                  </a:cubicBezTo>
                  <a:cubicBezTo>
                    <a:pt x="2510249" y="2512863"/>
                    <a:pt x="2604898" y="2538225"/>
                    <a:pt x="2701141" y="2557333"/>
                  </a:cubicBezTo>
                  <a:cubicBezTo>
                    <a:pt x="2725293" y="2561850"/>
                    <a:pt x="2749201" y="2567062"/>
                    <a:pt x="2773475" y="2570999"/>
                  </a:cubicBezTo>
                  <a:lnTo>
                    <a:pt x="2846424" y="2582465"/>
                  </a:lnTo>
                  <a:cubicBezTo>
                    <a:pt x="2895343" y="2588602"/>
                    <a:pt x="2944261" y="2595088"/>
                    <a:pt x="2993669" y="2598909"/>
                  </a:cubicBezTo>
                  <a:cubicBezTo>
                    <a:pt x="3018313" y="2601110"/>
                    <a:pt x="3042956" y="2603195"/>
                    <a:pt x="3067721" y="2604237"/>
                  </a:cubicBezTo>
                  <a:cubicBezTo>
                    <a:pt x="3092487" y="2605394"/>
                    <a:pt x="3117130" y="2607247"/>
                    <a:pt x="3142019" y="2607943"/>
                  </a:cubicBezTo>
                  <a:lnTo>
                    <a:pt x="3216561" y="2609564"/>
                  </a:lnTo>
                  <a:cubicBezTo>
                    <a:pt x="3241326" y="2610142"/>
                    <a:pt x="3266337" y="2609333"/>
                    <a:pt x="3291225" y="2609217"/>
                  </a:cubicBezTo>
                  <a:lnTo>
                    <a:pt x="3328619" y="2608869"/>
                  </a:lnTo>
                  <a:cubicBezTo>
                    <a:pt x="3340757" y="2608522"/>
                    <a:pt x="3352649" y="2607827"/>
                    <a:pt x="3364665" y="2607363"/>
                  </a:cubicBezTo>
                  <a:cubicBezTo>
                    <a:pt x="3376679" y="2606784"/>
                    <a:pt x="3388695" y="2606438"/>
                    <a:pt x="3400587" y="2605627"/>
                  </a:cubicBezTo>
                  <a:lnTo>
                    <a:pt x="3436387" y="2602847"/>
                  </a:lnTo>
                  <a:cubicBezTo>
                    <a:pt x="3484079" y="2599257"/>
                    <a:pt x="3531404" y="2593235"/>
                    <a:pt x="3578361" y="2586286"/>
                  </a:cubicBezTo>
                  <a:cubicBezTo>
                    <a:pt x="3766310" y="2556871"/>
                    <a:pt x="3947025" y="2499314"/>
                    <a:pt x="4119159" y="2418594"/>
                  </a:cubicBezTo>
                  <a:cubicBezTo>
                    <a:pt x="4291907" y="2338801"/>
                    <a:pt x="4456317" y="2236657"/>
                    <a:pt x="4618765" y="2124668"/>
                  </a:cubicBezTo>
                  <a:cubicBezTo>
                    <a:pt x="4659346" y="2096759"/>
                    <a:pt x="4699682" y="2067575"/>
                    <a:pt x="4739895" y="2038275"/>
                  </a:cubicBezTo>
                  <a:cubicBezTo>
                    <a:pt x="4780355" y="2008976"/>
                    <a:pt x="4820691" y="1979212"/>
                    <a:pt x="4861027" y="1948986"/>
                  </a:cubicBezTo>
                  <a:lnTo>
                    <a:pt x="5106354" y="1763690"/>
                  </a:lnTo>
                  <a:lnTo>
                    <a:pt x="5275533" y="1641017"/>
                  </a:lnTo>
                  <a:lnTo>
                    <a:pt x="5275533" y="2257481"/>
                  </a:lnTo>
                  <a:lnTo>
                    <a:pt x="5168881" y="2332084"/>
                  </a:lnTo>
                  <a:cubicBezTo>
                    <a:pt x="5125235" y="2362079"/>
                    <a:pt x="5081099" y="2391958"/>
                    <a:pt x="5036225" y="2421489"/>
                  </a:cubicBezTo>
                  <a:cubicBezTo>
                    <a:pt x="4991231" y="2450790"/>
                    <a:pt x="4945867" y="2479857"/>
                    <a:pt x="4899401" y="2508347"/>
                  </a:cubicBezTo>
                  <a:cubicBezTo>
                    <a:pt x="4806959" y="2565440"/>
                    <a:pt x="4711574" y="2620798"/>
                    <a:pt x="4612145" y="2671407"/>
                  </a:cubicBezTo>
                  <a:cubicBezTo>
                    <a:pt x="4512836" y="2722247"/>
                    <a:pt x="4410095" y="2769496"/>
                    <a:pt x="4303187" y="2810030"/>
                  </a:cubicBezTo>
                  <a:cubicBezTo>
                    <a:pt x="4090349" y="2892256"/>
                    <a:pt x="3861694" y="2947728"/>
                    <a:pt x="3630835" y="2969500"/>
                  </a:cubicBezTo>
                  <a:cubicBezTo>
                    <a:pt x="3573089" y="2974712"/>
                    <a:pt x="3515343" y="2978649"/>
                    <a:pt x="3457719" y="2979808"/>
                  </a:cubicBezTo>
                  <a:lnTo>
                    <a:pt x="3414441" y="2980733"/>
                  </a:lnTo>
                  <a:cubicBezTo>
                    <a:pt x="3400097" y="2980850"/>
                    <a:pt x="3385630" y="2980502"/>
                    <a:pt x="3371285" y="2980502"/>
                  </a:cubicBezTo>
                  <a:lnTo>
                    <a:pt x="3328252" y="2980039"/>
                  </a:lnTo>
                  <a:lnTo>
                    <a:pt x="3286445" y="2978534"/>
                  </a:lnTo>
                  <a:cubicBezTo>
                    <a:pt x="3175121" y="2975174"/>
                    <a:pt x="3063553" y="2966837"/>
                    <a:pt x="2952475" y="2953402"/>
                  </a:cubicBezTo>
                  <a:cubicBezTo>
                    <a:pt x="2841275" y="2940664"/>
                    <a:pt x="2730319" y="2922365"/>
                    <a:pt x="2620591" y="2898046"/>
                  </a:cubicBezTo>
                  <a:cubicBezTo>
                    <a:pt x="2510984" y="2873494"/>
                    <a:pt x="2402235" y="2844426"/>
                    <a:pt x="2294591" y="2811305"/>
                  </a:cubicBezTo>
                  <a:cubicBezTo>
                    <a:pt x="2079669" y="2744483"/>
                    <a:pt x="1867198" y="2661331"/>
                    <a:pt x="1670544" y="2550501"/>
                  </a:cubicBezTo>
                  <a:cubicBezTo>
                    <a:pt x="1473767" y="2439903"/>
                    <a:pt x="1298079" y="2299657"/>
                    <a:pt x="1144703" y="2144472"/>
                  </a:cubicBezTo>
                  <a:cubicBezTo>
                    <a:pt x="1067586" y="2066996"/>
                    <a:pt x="997458" y="1984539"/>
                    <a:pt x="931497" y="1900114"/>
                  </a:cubicBezTo>
                  <a:cubicBezTo>
                    <a:pt x="865906" y="1815342"/>
                    <a:pt x="803500" y="1729295"/>
                    <a:pt x="745265" y="1641395"/>
                  </a:cubicBezTo>
                  <a:cubicBezTo>
                    <a:pt x="730307" y="1619623"/>
                    <a:pt x="716207" y="1597503"/>
                    <a:pt x="701741" y="1575500"/>
                  </a:cubicBezTo>
                  <a:lnTo>
                    <a:pt x="660178" y="1511573"/>
                  </a:lnTo>
                  <a:cubicBezTo>
                    <a:pt x="633574" y="1470229"/>
                    <a:pt x="605989" y="1429232"/>
                    <a:pt x="578158" y="1387656"/>
                  </a:cubicBezTo>
                  <a:lnTo>
                    <a:pt x="408230" y="1134497"/>
                  </a:lnTo>
                  <a:cubicBezTo>
                    <a:pt x="351220" y="1048219"/>
                    <a:pt x="294945" y="959392"/>
                    <a:pt x="242349" y="866860"/>
                  </a:cubicBezTo>
                  <a:cubicBezTo>
                    <a:pt x="216112" y="820536"/>
                    <a:pt x="190734" y="773402"/>
                    <a:pt x="167562" y="724994"/>
                  </a:cubicBezTo>
                  <a:cubicBezTo>
                    <a:pt x="144513" y="676469"/>
                    <a:pt x="123057" y="627019"/>
                    <a:pt x="104054" y="576525"/>
                  </a:cubicBezTo>
                  <a:cubicBezTo>
                    <a:pt x="85418" y="525917"/>
                    <a:pt x="68867" y="474613"/>
                    <a:pt x="55381" y="422499"/>
                  </a:cubicBezTo>
                  <a:cubicBezTo>
                    <a:pt x="49006" y="396442"/>
                    <a:pt x="42508" y="370269"/>
                    <a:pt x="37236" y="343980"/>
                  </a:cubicBezTo>
                  <a:lnTo>
                    <a:pt x="29267" y="304604"/>
                  </a:lnTo>
                  <a:lnTo>
                    <a:pt x="22646" y="265113"/>
                  </a:lnTo>
                  <a:cubicBezTo>
                    <a:pt x="14003" y="212420"/>
                    <a:pt x="7872" y="159582"/>
                    <a:pt x="3903" y="10678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87049D82-B7F3-4192-8337-4BDB16955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613805 w 5270786"/>
                <a:gd name="connsiteY1" fmla="*/ 0 h 2927775"/>
                <a:gd name="connsiteX2" fmla="*/ 618487 w 5270786"/>
                <a:gd name="connsiteY2" fmla="*/ 85404 h 2927775"/>
                <a:gd name="connsiteX3" fmla="*/ 1054084 w 5270786"/>
                <a:gd name="connsiteY3" fmla="*/ 895200 h 2927775"/>
                <a:gd name="connsiteX4" fmla="*/ 1276976 w 5270786"/>
                <a:gd name="connsiteY4" fmla="*/ 1191325 h 2927775"/>
                <a:gd name="connsiteX5" fmla="*/ 3368450 w 5270786"/>
                <a:gd name="connsiteY5" fmla="*/ 2348843 h 2927775"/>
                <a:gd name="connsiteX6" fmla="*/ 4956151 w 5270786"/>
                <a:gd name="connsiteY6" fmla="*/ 1636730 h 2927775"/>
                <a:gd name="connsiteX7" fmla="*/ 5149372 w 5270786"/>
                <a:gd name="connsiteY7" fmla="*/ 1495325 h 2927775"/>
                <a:gd name="connsiteX8" fmla="*/ 5270786 w 5270786"/>
                <a:gd name="connsiteY8" fmla="*/ 1406110 h 2927775"/>
                <a:gd name="connsiteX9" fmla="*/ 5270786 w 5270786"/>
                <a:gd name="connsiteY9" fmla="*/ 2138641 h 2927775"/>
                <a:gd name="connsiteX10" fmla="*/ 5112925 w 5270786"/>
                <a:gd name="connsiteY10" fmla="*/ 2253730 h 2927775"/>
                <a:gd name="connsiteX11" fmla="*/ 3368327 w 5270786"/>
                <a:gd name="connsiteY11" fmla="*/ 2927775 h 2927775"/>
                <a:gd name="connsiteX12" fmla="*/ 769646 w 5270786"/>
                <a:gd name="connsiteY12" fmla="*/ 1516288 h 2927775"/>
                <a:gd name="connsiteX13" fmla="*/ 3149 w 5270786"/>
                <a:gd name="connsiteY13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613805" y="0"/>
                  </a:lnTo>
                  <a:lnTo>
                    <a:pt x="618487" y="85404"/>
                  </a:lnTo>
                  <a:cubicBezTo>
                    <a:pt x="650052" y="360109"/>
                    <a:pt x="792650" y="556543"/>
                    <a:pt x="1054084" y="895200"/>
                  </a:cubicBezTo>
                  <a:cubicBezTo>
                    <a:pt x="1126174" y="988542"/>
                    <a:pt x="1200716" y="1085128"/>
                    <a:pt x="1276976" y="1191325"/>
                  </a:cubicBezTo>
                  <a:cubicBezTo>
                    <a:pt x="1859704" y="2002688"/>
                    <a:pt x="2485223" y="2348843"/>
                    <a:pt x="3368450" y="2348843"/>
                  </a:cubicBezTo>
                  <a:cubicBezTo>
                    <a:pt x="3948114" y="2348843"/>
                    <a:pt x="4373422" y="2066846"/>
                    <a:pt x="4956151" y="1636730"/>
                  </a:cubicBezTo>
                  <a:cubicBezTo>
                    <a:pt x="5021253" y="1588668"/>
                    <a:pt x="5086356" y="1541186"/>
                    <a:pt x="5149372" y="1495325"/>
                  </a:cubicBezTo>
                  <a:lnTo>
                    <a:pt x="5270786" y="1406110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24A7FAD9-577C-4D2E-A3B5-C6D0A39D47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921214" y="-1"/>
              <a:ext cx="5270786" cy="2927775"/>
            </a:xfrm>
            <a:custGeom>
              <a:avLst/>
              <a:gdLst>
                <a:gd name="connsiteX0" fmla="*/ 0 w 5270786"/>
                <a:gd name="connsiteY0" fmla="*/ 0 h 2927775"/>
                <a:gd name="connsiteX1" fmla="*/ 736294 w 5270786"/>
                <a:gd name="connsiteY1" fmla="*/ 0 h 2927775"/>
                <a:gd name="connsiteX2" fmla="*/ 740298 w 5270786"/>
                <a:gd name="connsiteY2" fmla="*/ 72745 h 2927775"/>
                <a:gd name="connsiteX3" fmla="*/ 1153024 w 5270786"/>
                <a:gd name="connsiteY3" fmla="*/ 826989 h 2927775"/>
                <a:gd name="connsiteX4" fmla="*/ 1378368 w 5270786"/>
                <a:gd name="connsiteY4" fmla="*/ 1126356 h 2927775"/>
                <a:gd name="connsiteX5" fmla="*/ 2238056 w 5270786"/>
                <a:gd name="connsiteY5" fmla="*/ 1955322 h 2927775"/>
                <a:gd name="connsiteX6" fmla="*/ 3368327 w 5270786"/>
                <a:gd name="connsiteY6" fmla="*/ 2233033 h 2927775"/>
                <a:gd name="connsiteX7" fmla="*/ 4095360 w 5270786"/>
                <a:gd name="connsiteY7" fmla="*/ 2056192 h 2927775"/>
                <a:gd name="connsiteX8" fmla="*/ 4880506 w 5270786"/>
                <a:gd name="connsiteY8" fmla="*/ 1545587 h 2927775"/>
                <a:gd name="connsiteX9" fmla="*/ 5074340 w 5270786"/>
                <a:gd name="connsiteY9" fmla="*/ 1403721 h 2927775"/>
                <a:gd name="connsiteX10" fmla="*/ 5270786 w 5270786"/>
                <a:gd name="connsiteY10" fmla="*/ 1259367 h 2927775"/>
                <a:gd name="connsiteX11" fmla="*/ 5270786 w 5270786"/>
                <a:gd name="connsiteY11" fmla="*/ 2138641 h 2927775"/>
                <a:gd name="connsiteX12" fmla="*/ 5112925 w 5270786"/>
                <a:gd name="connsiteY12" fmla="*/ 2253730 h 2927775"/>
                <a:gd name="connsiteX13" fmla="*/ 3368327 w 5270786"/>
                <a:gd name="connsiteY13" fmla="*/ 2927775 h 2927775"/>
                <a:gd name="connsiteX14" fmla="*/ 769646 w 5270786"/>
                <a:gd name="connsiteY14" fmla="*/ 1516288 h 2927775"/>
                <a:gd name="connsiteX15" fmla="*/ 3149 w 5270786"/>
                <a:gd name="connsiteY15" fmla="*/ 85252 h 2927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5270786" h="2927775">
                  <a:moveTo>
                    <a:pt x="0" y="0"/>
                  </a:moveTo>
                  <a:lnTo>
                    <a:pt x="736294" y="0"/>
                  </a:lnTo>
                  <a:lnTo>
                    <a:pt x="740298" y="72745"/>
                  </a:lnTo>
                  <a:cubicBezTo>
                    <a:pt x="768839" y="319371"/>
                    <a:pt x="898885" y="497858"/>
                    <a:pt x="1153024" y="826989"/>
                  </a:cubicBezTo>
                  <a:cubicBezTo>
                    <a:pt x="1225727" y="921142"/>
                    <a:pt x="1300882" y="1018537"/>
                    <a:pt x="1378368" y="1126356"/>
                  </a:cubicBezTo>
                  <a:cubicBezTo>
                    <a:pt x="1652384" y="1507833"/>
                    <a:pt x="1933512" y="1779060"/>
                    <a:pt x="2238056" y="1955322"/>
                  </a:cubicBezTo>
                  <a:cubicBezTo>
                    <a:pt x="2560868" y="2142238"/>
                    <a:pt x="2930637" y="2233033"/>
                    <a:pt x="3368327" y="2233033"/>
                  </a:cubicBezTo>
                  <a:cubicBezTo>
                    <a:pt x="3616720" y="2233033"/>
                    <a:pt x="3847703" y="2176866"/>
                    <a:pt x="4095360" y="2056192"/>
                  </a:cubicBezTo>
                  <a:cubicBezTo>
                    <a:pt x="4349636" y="1932276"/>
                    <a:pt x="4601340" y="1751613"/>
                    <a:pt x="4880506" y="1545587"/>
                  </a:cubicBezTo>
                  <a:cubicBezTo>
                    <a:pt x="4945974" y="1497295"/>
                    <a:pt x="5011199" y="1449697"/>
                    <a:pt x="5074340" y="1403721"/>
                  </a:cubicBezTo>
                  <a:lnTo>
                    <a:pt x="5270786" y="1259367"/>
                  </a:lnTo>
                  <a:lnTo>
                    <a:pt x="5270786" y="2138641"/>
                  </a:lnTo>
                  <a:lnTo>
                    <a:pt x="5112925" y="2253730"/>
                  </a:lnTo>
                  <a:cubicBezTo>
                    <a:pt x="4598179" y="2621786"/>
                    <a:pt x="4074961" y="2927775"/>
                    <a:pt x="3368327" y="2927775"/>
                  </a:cubicBezTo>
                  <a:cubicBezTo>
                    <a:pt x="2170746" y="2927775"/>
                    <a:pt x="1393203" y="2384512"/>
                    <a:pt x="769646" y="1516288"/>
                  </a:cubicBezTo>
                  <a:cubicBezTo>
                    <a:pt x="418850" y="1027932"/>
                    <a:pt x="48120" y="683401"/>
                    <a:pt x="3149" y="852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56A4B73F-329A-D064-37AC-40FDA6E9BC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893726" y="2890979"/>
            <a:ext cx="6414073" cy="2693976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r>
              <a:rPr lang="en-US" sz="2800" err="1">
                <a:solidFill>
                  <a:schemeClr val="tx2"/>
                </a:solidFill>
              </a:rPr>
              <a:t>Dlaczego</a:t>
            </a:r>
            <a:r>
              <a:rPr lang="en-US" sz="2800" dirty="0">
                <a:solidFill>
                  <a:schemeClr val="tx2"/>
                </a:solidFill>
              </a:rPr>
              <a:t>?</a:t>
            </a:r>
          </a:p>
          <a:p>
            <a:pPr marL="400050" indent="-285750">
              <a:buFont typeface="Courier New" panose="020B0604020202020204" pitchFamily="34" charset="0"/>
              <a:buChar char="o"/>
            </a:pPr>
            <a:r>
              <a:rPr lang="en-US" sz="2800" err="1">
                <a:solidFill>
                  <a:schemeClr val="tx2"/>
                </a:solidFill>
              </a:rPr>
              <a:t>Architektura</a:t>
            </a:r>
            <a:r>
              <a:rPr lang="en-US" sz="2800" dirty="0">
                <a:solidFill>
                  <a:schemeClr val="tx2"/>
                </a:solidFill>
              </a:rPr>
              <a:t> "Everything is a Widget"</a:t>
            </a:r>
          </a:p>
          <a:p>
            <a:pPr marL="400050" indent="-285750">
              <a:buFont typeface="Courier New" panose="020B0604020202020204" pitchFamily="34" charset="0"/>
              <a:buChar char="o"/>
            </a:pPr>
            <a:r>
              <a:rPr lang="en-US" sz="2800" dirty="0">
                <a:solidFill>
                  <a:schemeClr val="tx2"/>
                </a:solidFill>
              </a:rPr>
              <a:t>Cross-</a:t>
            </a:r>
            <a:r>
              <a:rPr lang="en-US" sz="2800" dirty="0" err="1">
                <a:solidFill>
                  <a:schemeClr val="tx2"/>
                </a:solidFill>
              </a:rPr>
              <a:t>platformowość</a:t>
            </a:r>
            <a:endParaRPr lang="en-US" sz="2800" dirty="0">
              <a:solidFill>
                <a:schemeClr val="tx2"/>
              </a:solidFill>
            </a:endParaRPr>
          </a:p>
          <a:p>
            <a:pPr marL="400050" indent="-285750">
              <a:buFont typeface="Courier New" panose="020B0604020202020204" pitchFamily="34" charset="0"/>
              <a:buChar char="o"/>
            </a:pPr>
            <a:r>
              <a:rPr lang="en-US" sz="2800" dirty="0">
                <a:solidFill>
                  <a:schemeClr val="tx2"/>
                </a:solidFill>
              </a:rPr>
              <a:t>Hot Reload</a:t>
            </a:r>
          </a:p>
          <a:p>
            <a:pPr marL="400050" indent="-285750">
              <a:buFont typeface="Courier New" panose="020B0604020202020204" pitchFamily="34" charset="0"/>
              <a:buChar char="o"/>
            </a:pPr>
            <a:r>
              <a:rPr lang="en-US" sz="2800" dirty="0">
                <a:solidFill>
                  <a:schemeClr val="tx2"/>
                </a:solidFill>
              </a:rPr>
              <a:t>Backend as a Service</a:t>
            </a:r>
          </a:p>
          <a:p>
            <a:pPr marL="400050" indent="-285750">
              <a:buFont typeface="Courier New" panose="020B0604020202020204" pitchFamily="34" charset="0"/>
              <a:buChar char="o"/>
            </a:pPr>
            <a:r>
              <a:rPr lang="en-US" sz="2800" dirty="0" err="1">
                <a:solidFill>
                  <a:schemeClr val="tx2"/>
                </a:solidFill>
              </a:rPr>
              <a:t>Firestore</a:t>
            </a:r>
            <a:r>
              <a:rPr lang="en-US" sz="2800" dirty="0">
                <a:solidFill>
                  <a:schemeClr val="tx2"/>
                </a:solidFill>
              </a:rPr>
              <a:t> – </a:t>
            </a:r>
            <a:r>
              <a:rPr lang="en-US" sz="2800" dirty="0" err="1">
                <a:solidFill>
                  <a:schemeClr val="tx2"/>
                </a:solidFill>
              </a:rPr>
              <a:t>realtime</a:t>
            </a:r>
            <a:r>
              <a:rPr lang="en-US" sz="2800" dirty="0">
                <a:solidFill>
                  <a:schemeClr val="tx2"/>
                </a:solidFill>
              </a:rPr>
              <a:t> database</a:t>
            </a: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2A5C9C35-2375-49EB-B99C-17C87D42F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82671"/>
            <a:ext cx="2898948" cy="2175328"/>
            <a:chOff x="-305" y="-1"/>
            <a:chExt cx="3832880" cy="2876136"/>
          </a:xfrm>
        </p:grpSpPr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7BE7B8C5-3FC9-47E9-B555-AFCB849A4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615B6EFE-6DC2-4A72-AC12-BCCC3638A6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AE8C1B65-6799-4DD1-B262-01901DA126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03829674-8FAF-4E90-9FB7-C6CE17839B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393341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0E2F46-AD7B-E7CB-4F8E-C92D70545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DC23DBEE-6854-CF68-26FD-FFE4BA95D3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6271E27-31DD-E0AB-8336-050B0D76EE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9611" y="-1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E73CB59-B452-EE91-DE0A-39E76A13CF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 flipH="1">
            <a:off x="-179919" y="170310"/>
            <a:ext cx="2514948" cy="2174333"/>
            <a:chOff x="-305" y="-4155"/>
            <a:chExt cx="2514948" cy="2174333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CE7C8200-4E4C-E14C-139F-DBC8F568BF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A368AC3-3141-CACD-12D5-B0D30D43EF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6D4BE286-FDA7-6C82-8E75-994E53B826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1E11527-F6BD-2BD3-4C45-D439775659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3C93D3D3-7B21-D24D-FCBD-5F98C2819CEE}"/>
              </a:ext>
            </a:extLst>
          </p:cNvPr>
          <p:cNvSpPr txBox="1"/>
          <p:nvPr/>
        </p:nvSpPr>
        <p:spPr>
          <a:xfrm>
            <a:off x="3339442" y="544759"/>
            <a:ext cx="8520231" cy="14465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400" b="1" dirty="0">
                <a:ea typeface="+mn-lt"/>
                <a:cs typeface="+mn-lt"/>
              </a:rPr>
              <a:t>Od </a:t>
            </a:r>
            <a:r>
              <a:rPr lang="en-US" sz="4400" b="1" dirty="0" err="1">
                <a:ea typeface="+mn-lt"/>
                <a:cs typeface="+mn-lt"/>
              </a:rPr>
              <a:t>projektu</a:t>
            </a:r>
            <a:r>
              <a:rPr lang="en-US" sz="4400" b="1" dirty="0">
                <a:ea typeface="+mn-lt"/>
                <a:cs typeface="+mn-lt"/>
              </a:rPr>
              <a:t> Figma do </a:t>
            </a:r>
            <a:r>
              <a:rPr lang="en-US" sz="4400" b="1" dirty="0" err="1">
                <a:ea typeface="+mn-lt"/>
                <a:cs typeface="+mn-lt"/>
              </a:rPr>
              <a:t>działającej</a:t>
            </a:r>
            <a:r>
              <a:rPr lang="en-US" sz="4400" b="1" dirty="0">
                <a:ea typeface="+mn-lt"/>
                <a:cs typeface="+mn-lt"/>
              </a:rPr>
              <a:t> </a:t>
            </a:r>
            <a:r>
              <a:rPr lang="en-US" sz="4400" b="1" dirty="0" err="1">
                <a:ea typeface="+mn-lt"/>
                <a:cs typeface="+mn-lt"/>
              </a:rPr>
              <a:t>aplikacji</a:t>
            </a:r>
            <a:endParaRPr lang="en-US" sz="4400" b="1"/>
          </a:p>
        </p:txBody>
      </p:sp>
      <p:pic>
        <p:nvPicPr>
          <p:cNvPr id="35" name="Picture 34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B9BF4932-987B-FCB5-C868-411E4451D0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5577" y="2412546"/>
            <a:ext cx="2926369" cy="3905250"/>
          </a:xfrm>
          <a:prstGeom prst="rect">
            <a:avLst/>
          </a:prstGeom>
        </p:spPr>
      </p:pic>
      <p:pic>
        <p:nvPicPr>
          <p:cNvPr id="38" name="Graphic 37" descr="Line arrow: Slight curve outline">
            <a:extLst>
              <a:ext uri="{FF2B5EF4-FFF2-40B4-BE49-F238E27FC236}">
                <a16:creationId xmlns:a16="http://schemas.microsoft.com/office/drawing/2014/main" id="{57DF208D-5785-3667-30E6-F06F17DB5D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20859" y="3907643"/>
            <a:ext cx="914400" cy="914400"/>
          </a:xfrm>
          <a:prstGeom prst="rect">
            <a:avLst/>
          </a:prstGeom>
        </p:spPr>
      </p:pic>
      <p:pic>
        <p:nvPicPr>
          <p:cNvPr id="2" name="Picture 1" descr="A screenshot of a phone&#10;&#10;AI-generated content may be incorrect.">
            <a:extLst>
              <a:ext uri="{FF2B5EF4-FFF2-40B4-BE49-F238E27FC236}">
                <a16:creationId xmlns:a16="http://schemas.microsoft.com/office/drawing/2014/main" id="{E42CFBB4-3280-3592-7BDC-E5B38EF50DE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0715" y="2413000"/>
            <a:ext cx="1686653" cy="3905250"/>
          </a:xfrm>
          <a:prstGeom prst="rect">
            <a:avLst/>
          </a:prstGeom>
        </p:spPr>
      </p:pic>
      <p:pic>
        <p:nvPicPr>
          <p:cNvPr id="3" name="Picture 2" descr="A screenshot of a phone&#10;&#10;AI-generated content may be incorrect.">
            <a:extLst>
              <a:ext uri="{FF2B5EF4-FFF2-40B4-BE49-F238E27FC236}">
                <a16:creationId xmlns:a16="http://schemas.microsoft.com/office/drawing/2014/main" id="{93DB14D5-2943-7D42-7028-B5B933CF385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83602" y="2414923"/>
            <a:ext cx="1679918" cy="3901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722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908653-6ACC-64B1-39A4-DC8EE9840F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8">
            <a:extLst>
              <a:ext uri="{FF2B5EF4-FFF2-40B4-BE49-F238E27FC236}">
                <a16:creationId xmlns:a16="http://schemas.microsoft.com/office/drawing/2014/main" id="{404C1D23-D456-A8B2-CAEB-FE43CA222E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5E368EF-B154-2C35-F117-2250C5D5EB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9611" y="-1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17D7871-0E34-CFB4-9215-A32ABC02E0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 flipH="1">
            <a:off x="-179919" y="170310"/>
            <a:ext cx="2514948" cy="2174333"/>
            <a:chOff x="-305" y="-4155"/>
            <a:chExt cx="2514948" cy="2174333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02BAC95-C660-68E5-FD86-997E33E20F7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95C277E4-5442-CE50-4A47-428FF0B593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78BE4DCA-3DE0-EDB8-E38A-B752EE74AF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FB3A44E7-3411-1480-5A5F-BFADF29D96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7E19E969-A3F6-D66D-E46B-DBBDE74B2BBD}"/>
              </a:ext>
            </a:extLst>
          </p:cNvPr>
          <p:cNvSpPr txBox="1"/>
          <p:nvPr/>
        </p:nvSpPr>
        <p:spPr>
          <a:xfrm>
            <a:off x="3339442" y="544759"/>
            <a:ext cx="8520231" cy="14465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400" b="1" dirty="0">
                <a:ea typeface="+mn-lt"/>
                <a:cs typeface="+mn-lt"/>
              </a:rPr>
              <a:t>Od </a:t>
            </a:r>
            <a:r>
              <a:rPr lang="en-US" sz="4400" b="1" dirty="0" err="1">
                <a:ea typeface="+mn-lt"/>
                <a:cs typeface="+mn-lt"/>
              </a:rPr>
              <a:t>projektu</a:t>
            </a:r>
            <a:r>
              <a:rPr lang="en-US" sz="4400" b="1" dirty="0">
                <a:ea typeface="+mn-lt"/>
                <a:cs typeface="+mn-lt"/>
              </a:rPr>
              <a:t> Figma do </a:t>
            </a:r>
            <a:r>
              <a:rPr lang="en-US" sz="4400" b="1" dirty="0" err="1">
                <a:ea typeface="+mn-lt"/>
                <a:cs typeface="+mn-lt"/>
              </a:rPr>
              <a:t>działającej</a:t>
            </a:r>
            <a:r>
              <a:rPr lang="en-US" sz="4400" b="1" dirty="0">
                <a:ea typeface="+mn-lt"/>
                <a:cs typeface="+mn-lt"/>
              </a:rPr>
              <a:t> </a:t>
            </a:r>
            <a:r>
              <a:rPr lang="en-US" sz="4400" b="1" dirty="0" err="1">
                <a:ea typeface="+mn-lt"/>
                <a:cs typeface="+mn-lt"/>
              </a:rPr>
              <a:t>aplikacji</a:t>
            </a:r>
            <a:endParaRPr lang="en-US" sz="4400" b="1"/>
          </a:p>
        </p:txBody>
      </p:sp>
      <p:pic>
        <p:nvPicPr>
          <p:cNvPr id="36" name="Picture 35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7206A771-90D8-6317-82B3-BE4F9076C9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1211" y="2113189"/>
            <a:ext cx="2174554" cy="4286250"/>
          </a:xfrm>
          <a:prstGeom prst="rect">
            <a:avLst/>
          </a:prstGeom>
        </p:spPr>
      </p:pic>
      <p:pic>
        <p:nvPicPr>
          <p:cNvPr id="39" name="Graphic 38" descr="Line arrow: Slight curve outline">
            <a:extLst>
              <a:ext uri="{FF2B5EF4-FFF2-40B4-BE49-F238E27FC236}">
                <a16:creationId xmlns:a16="http://schemas.microsoft.com/office/drawing/2014/main" id="{0FB1CA90-D8C5-22AA-AAAD-1829873AD1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85015" y="3805355"/>
            <a:ext cx="914400" cy="914400"/>
          </a:xfrm>
          <a:prstGeom prst="rect">
            <a:avLst/>
          </a:prstGeom>
        </p:spPr>
      </p:pic>
      <p:pic>
        <p:nvPicPr>
          <p:cNvPr id="2" name="Picture 1" descr="A screenshot of a calculator&#10;&#10;AI-generated content may be incorrect.">
            <a:extLst>
              <a:ext uri="{FF2B5EF4-FFF2-40B4-BE49-F238E27FC236}">
                <a16:creationId xmlns:a16="http://schemas.microsoft.com/office/drawing/2014/main" id="{A22BC683-D73C-65E1-F90F-7E166BCA15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8968" y="2113472"/>
            <a:ext cx="1866969" cy="4284453"/>
          </a:xfrm>
          <a:prstGeom prst="rect">
            <a:avLst/>
          </a:prstGeom>
        </p:spPr>
      </p:pic>
      <p:pic>
        <p:nvPicPr>
          <p:cNvPr id="3" name="Picture 2" descr="A screenshot of a calculator&#10;&#10;AI-generated content may be incorrect.">
            <a:extLst>
              <a:ext uri="{FF2B5EF4-FFF2-40B4-BE49-F238E27FC236}">
                <a16:creationId xmlns:a16="http://schemas.microsoft.com/office/drawing/2014/main" id="{392106EC-479B-D750-15AF-90438496D5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74186" y="2117066"/>
            <a:ext cx="1895723" cy="4284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55459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A9640E1-0112-0528-2CF1-E071F7EAE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0" name="Rectangle 59">
            <a:extLst>
              <a:ext uri="{FF2B5EF4-FFF2-40B4-BE49-F238E27FC236}">
                <a16:creationId xmlns:a16="http://schemas.microsoft.com/office/drawing/2014/main" id="{779C9E14-D34D-A211-014C-1119D305D2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5F1B19EF-3715-99DB-4F0F-62957DEC8D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2307FE-0CBE-C11A-F74A-6FD06ECD98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9676747" y="-4155"/>
            <a:ext cx="2514948" cy="2174333"/>
            <a:chOff x="-305" y="-4155"/>
            <a:chExt cx="2514948" cy="2174333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AEBDDBDE-9C51-B217-AEA1-9CF7A57E8B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A755993-07FD-695B-3670-71749D1895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277E511-2AED-3960-8D23-2BC35403D3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BC41BA7-AEDE-E519-62B8-0467B95D2C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BE1ACC9-DFF2-04E6-C959-611D69C6F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72202" y="2162549"/>
            <a:ext cx="3991536" cy="3196498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r"/>
            <a:r>
              <a:rPr lang="en-US" sz="4800" b="1" err="1"/>
              <a:t>Architektura</a:t>
            </a:r>
            <a:r>
              <a:rPr lang="en-US" sz="4800" b="1" dirty="0"/>
              <a:t> </a:t>
            </a:r>
            <a:r>
              <a:rPr lang="en-US" sz="4800" b="1"/>
              <a:t>apl</a:t>
            </a:r>
            <a:r>
              <a:rPr lang="en-US" sz="4800" b="1" dirty="0"/>
              <a:t>ikacji </a:t>
            </a:r>
            <a:endParaRPr lang="en-US" sz="4800"/>
          </a:p>
          <a:p>
            <a:pPr algn="r"/>
            <a:endParaRPr lang="en-US" sz="4800" b="1" dirty="0"/>
          </a:p>
        </p:txBody>
      </p:sp>
      <p:graphicFrame>
        <p:nvGraphicFramePr>
          <p:cNvPr id="6" name="Text Placeholder 3">
            <a:extLst>
              <a:ext uri="{FF2B5EF4-FFF2-40B4-BE49-F238E27FC236}">
                <a16:creationId xmlns:a16="http://schemas.microsoft.com/office/drawing/2014/main" id="{6AB43547-1015-27B9-93D8-23031B67041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06955575"/>
              </p:ext>
            </p:extLst>
          </p:nvPr>
        </p:nvGraphicFramePr>
        <p:xfrm>
          <a:off x="659633" y="662279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4552981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25827B-2C12-7A82-4F32-4482E92F5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0" name="Rectangle 59">
            <a:extLst>
              <a:ext uri="{FF2B5EF4-FFF2-40B4-BE49-F238E27FC236}">
                <a16:creationId xmlns:a16="http://schemas.microsoft.com/office/drawing/2014/main" id="{AC3F0427-10DC-D57D-06A2-DF45EED1BD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B0B14A3-D028-C01C-6DF8-7CFD8E0D48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C1D0E06-3A46-FA68-65FA-8473BE22C3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9676747" y="-4155"/>
            <a:ext cx="2514948" cy="2174333"/>
            <a:chOff x="-305" y="-4155"/>
            <a:chExt cx="2514948" cy="2174333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AFF2296C-0F61-37F1-C655-3188541A24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4D73F0DB-73C1-12FA-02D4-D50E555920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8E5D9FB6-9DB3-B056-F9BD-A9B3D566D8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2BA802B-EA2B-9F61-8EC2-B85FC1E16F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E2F1B13-025B-00E6-09AE-83736E884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72202" y="2162549"/>
            <a:ext cx="3991536" cy="3196498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r"/>
            <a:r>
              <a:rPr lang="en-US" sz="4900" b="1" dirty="0"/>
              <a:t>Backend </a:t>
            </a:r>
            <a:r>
              <a:rPr lang="en-US" sz="4900" b="1" err="1"/>
              <a:t>i</a:t>
            </a:r>
            <a:r>
              <a:rPr lang="en-US" sz="4900" b="1" dirty="0"/>
              <a:t> </a:t>
            </a:r>
            <a:r>
              <a:rPr lang="en-US" sz="4900" b="1" err="1"/>
              <a:t>zarządzanie</a:t>
            </a:r>
            <a:r>
              <a:rPr lang="en-US" sz="4900" b="1" dirty="0"/>
              <a:t> </a:t>
            </a:r>
            <a:r>
              <a:rPr lang="en-US" sz="4900" b="1" err="1"/>
              <a:t>danymi</a:t>
            </a:r>
            <a:endParaRPr lang="en-US" sz="4900"/>
          </a:p>
        </p:txBody>
      </p:sp>
      <p:graphicFrame>
        <p:nvGraphicFramePr>
          <p:cNvPr id="6" name="Text Placeholder 3">
            <a:extLst>
              <a:ext uri="{FF2B5EF4-FFF2-40B4-BE49-F238E27FC236}">
                <a16:creationId xmlns:a16="http://schemas.microsoft.com/office/drawing/2014/main" id="{4624A40F-C2C8-19B9-44A5-1C91F1A1332D}"/>
              </a:ext>
            </a:extLst>
          </p:cNvPr>
          <p:cNvGraphicFramePr/>
          <p:nvPr/>
        </p:nvGraphicFramePr>
        <p:xfrm>
          <a:off x="659633" y="662279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183036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5F859A-8841-2F1E-0F4A-3C00B8A78F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B7A8C9B3-B952-C43A-3944-DB511B8FBE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5B4B1AEE-2DCC-E84A-2010-EC14431F55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55526" y="2227167"/>
            <a:ext cx="4336168" cy="4630834"/>
            <a:chOff x="7855526" y="2145638"/>
            <a:chExt cx="4336168" cy="4630834"/>
          </a:xfrm>
          <a:gradFill>
            <a:gsLst>
              <a:gs pos="2000">
                <a:schemeClr val="bg1">
                  <a:alpha val="10000"/>
                </a:schemeClr>
              </a:gs>
              <a:gs pos="16000">
                <a:schemeClr val="accent6">
                  <a:alpha val="10000"/>
                </a:schemeClr>
              </a:gs>
              <a:gs pos="100000">
                <a:schemeClr val="bg1">
                  <a:alpha val="10000"/>
                </a:schemeClr>
              </a:gs>
              <a:gs pos="85000">
                <a:schemeClr val="accent1">
                  <a:alpha val="10000"/>
                </a:schemeClr>
              </a:gs>
            </a:gsLst>
            <a:lin ang="12000000" scaled="0"/>
          </a:gradFill>
        </p:grpSpPr>
        <p:sp useBgFill="1">
          <p:nvSpPr>
            <p:cNvPr id="39" name="Freeform: Shape 38">
              <a:extLst>
                <a:ext uri="{FF2B5EF4-FFF2-40B4-BE49-F238E27FC236}">
                  <a16:creationId xmlns:a16="http://schemas.microsoft.com/office/drawing/2014/main" id="{A10CC950-9B1D-9A26-8A08-1AA619C352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75903" y="2463723"/>
              <a:ext cx="4315791" cy="4312749"/>
            </a:xfrm>
            <a:custGeom>
              <a:avLst/>
              <a:gdLst>
                <a:gd name="connsiteX0" fmla="*/ 2987009 w 4315791"/>
                <a:gd name="connsiteY0" fmla="*/ 0 h 4312749"/>
                <a:gd name="connsiteX1" fmla="*/ 4136908 w 4315791"/>
                <a:gd name="connsiteY1" fmla="*/ 333995 h 4312749"/>
                <a:gd name="connsiteX2" fmla="*/ 4315791 w 4315791"/>
                <a:gd name="connsiteY2" fmla="*/ 445229 h 4312749"/>
                <a:gd name="connsiteX3" fmla="*/ 4315791 w 4315791"/>
                <a:gd name="connsiteY3" fmla="*/ 1208150 h 4312749"/>
                <a:gd name="connsiteX4" fmla="*/ 4145996 w 4315791"/>
                <a:gd name="connsiteY4" fmla="*/ 1085198 h 4312749"/>
                <a:gd name="connsiteX5" fmla="*/ 3631470 w 4315791"/>
                <a:gd name="connsiteY5" fmla="*/ 767158 h 4312749"/>
                <a:gd name="connsiteX6" fmla="*/ 2987009 w 4315791"/>
                <a:gd name="connsiteY6" fmla="*/ 611504 h 4312749"/>
                <a:gd name="connsiteX7" fmla="*/ 1985110 w 4315791"/>
                <a:gd name="connsiteY7" fmla="*/ 855943 h 4312749"/>
                <a:gd name="connsiteX8" fmla="*/ 1223061 w 4315791"/>
                <a:gd name="connsiteY8" fmla="*/ 1585590 h 4312749"/>
                <a:gd name="connsiteX9" fmla="*/ 1023311 w 4315791"/>
                <a:gd name="connsiteY9" fmla="*/ 1849089 h 4312749"/>
                <a:gd name="connsiteX10" fmla="*/ 652067 w 4315791"/>
                <a:gd name="connsiteY10" fmla="*/ 2610233 h 4312749"/>
                <a:gd name="connsiteX11" fmla="*/ 876921 w 4315791"/>
                <a:gd name="connsiteY11" fmla="*/ 3447930 h 4312749"/>
                <a:gd name="connsiteX12" fmla="*/ 1504428 w 4315791"/>
                <a:gd name="connsiteY12" fmla="*/ 4177169 h 4312749"/>
                <a:gd name="connsiteX13" fmla="*/ 1689053 w 4315791"/>
                <a:gd name="connsiteY13" fmla="*/ 4312749 h 4312749"/>
                <a:gd name="connsiteX14" fmla="*/ 729636 w 4315791"/>
                <a:gd name="connsiteY14" fmla="*/ 4312749 h 4312749"/>
                <a:gd name="connsiteX15" fmla="*/ 638463 w 4315791"/>
                <a:gd name="connsiteY15" fmla="*/ 4216521 h 4312749"/>
                <a:gd name="connsiteX16" fmla="*/ 0 w 4315791"/>
                <a:gd name="connsiteY16" fmla="*/ 2610335 h 4312749"/>
                <a:gd name="connsiteX17" fmla="*/ 683474 w 4315791"/>
                <a:gd name="connsiteY17" fmla="*/ 1242376 h 4312749"/>
                <a:gd name="connsiteX18" fmla="*/ 2987009 w 4315791"/>
                <a:gd name="connsiteY18" fmla="*/ 0 h 4312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315791" h="4312749">
                  <a:moveTo>
                    <a:pt x="2987009" y="0"/>
                  </a:moveTo>
                  <a:cubicBezTo>
                    <a:pt x="3434423" y="0"/>
                    <a:pt x="3798884" y="137413"/>
                    <a:pt x="4136908" y="333995"/>
                  </a:cubicBezTo>
                  <a:lnTo>
                    <a:pt x="4315791" y="445229"/>
                  </a:lnTo>
                  <a:lnTo>
                    <a:pt x="4315791" y="1208150"/>
                  </a:lnTo>
                  <a:lnTo>
                    <a:pt x="4145996" y="1085198"/>
                  </a:lnTo>
                  <a:cubicBezTo>
                    <a:pt x="3968282" y="958859"/>
                    <a:pt x="3800518" y="848961"/>
                    <a:pt x="3631470" y="767158"/>
                  </a:cubicBezTo>
                  <a:cubicBezTo>
                    <a:pt x="3411941" y="660943"/>
                    <a:pt x="3207191" y="611504"/>
                    <a:pt x="2987009" y="611504"/>
                  </a:cubicBezTo>
                  <a:cubicBezTo>
                    <a:pt x="2599030" y="611504"/>
                    <a:pt x="2271258" y="691421"/>
                    <a:pt x="1985110" y="855943"/>
                  </a:cubicBezTo>
                  <a:cubicBezTo>
                    <a:pt x="1715153" y="1011087"/>
                    <a:pt x="1465955" y="1249819"/>
                    <a:pt x="1223061" y="1585590"/>
                  </a:cubicBezTo>
                  <a:cubicBezTo>
                    <a:pt x="1154375" y="1680490"/>
                    <a:pt x="1087756" y="1766217"/>
                    <a:pt x="1023311" y="1849089"/>
                  </a:cubicBezTo>
                  <a:cubicBezTo>
                    <a:pt x="765853" y="2180172"/>
                    <a:pt x="652067" y="2338069"/>
                    <a:pt x="652067" y="2610233"/>
                  </a:cubicBezTo>
                  <a:cubicBezTo>
                    <a:pt x="652067" y="2895038"/>
                    <a:pt x="727707" y="3176887"/>
                    <a:pt x="876921" y="3447930"/>
                  </a:cubicBezTo>
                  <a:cubicBezTo>
                    <a:pt x="1022224" y="3711838"/>
                    <a:pt x="1239145" y="3964023"/>
                    <a:pt x="1504428" y="4177169"/>
                  </a:cubicBezTo>
                  <a:lnTo>
                    <a:pt x="1689053" y="4312749"/>
                  </a:lnTo>
                  <a:lnTo>
                    <a:pt x="729636" y="4312749"/>
                  </a:lnTo>
                  <a:lnTo>
                    <a:pt x="638463" y="4216521"/>
                  </a:lnTo>
                  <a:cubicBezTo>
                    <a:pt x="243716" y="3758034"/>
                    <a:pt x="0" y="3205314"/>
                    <a:pt x="0" y="2610335"/>
                  </a:cubicBezTo>
                  <a:cubicBezTo>
                    <a:pt x="0" y="2015344"/>
                    <a:pt x="351790" y="1700877"/>
                    <a:pt x="683474" y="1242376"/>
                  </a:cubicBezTo>
                  <a:cubicBezTo>
                    <a:pt x="1236211" y="478174"/>
                    <a:pt x="1925445" y="0"/>
                    <a:pt x="29870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 useBgFill="1">
          <p:nvSpPr>
            <p:cNvPr id="40" name="Freeform: Shape 39">
              <a:extLst>
                <a:ext uri="{FF2B5EF4-FFF2-40B4-BE49-F238E27FC236}">
                  <a16:creationId xmlns:a16="http://schemas.microsoft.com/office/drawing/2014/main" id="{0D822B7A-AD83-0F11-967A-0DAA2ED3B00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75903" y="2463723"/>
              <a:ext cx="4315791" cy="4312749"/>
            </a:xfrm>
            <a:custGeom>
              <a:avLst/>
              <a:gdLst>
                <a:gd name="connsiteX0" fmla="*/ 2987009 w 4315791"/>
                <a:gd name="connsiteY0" fmla="*/ 0 h 4312749"/>
                <a:gd name="connsiteX1" fmla="*/ 4136908 w 4315791"/>
                <a:gd name="connsiteY1" fmla="*/ 333995 h 4312749"/>
                <a:gd name="connsiteX2" fmla="*/ 4315791 w 4315791"/>
                <a:gd name="connsiteY2" fmla="*/ 445229 h 4312749"/>
                <a:gd name="connsiteX3" fmla="*/ 4315791 w 4315791"/>
                <a:gd name="connsiteY3" fmla="*/ 1079495 h 4312749"/>
                <a:gd name="connsiteX4" fmla="*/ 4206793 w 4315791"/>
                <a:gd name="connsiteY4" fmla="*/ 1000737 h 4312749"/>
                <a:gd name="connsiteX5" fmla="*/ 2987119 w 4315791"/>
                <a:gd name="connsiteY5" fmla="*/ 509571 h 4312749"/>
                <a:gd name="connsiteX6" fmla="*/ 1133184 w 4315791"/>
                <a:gd name="connsiteY6" fmla="*/ 1528405 h 4312749"/>
                <a:gd name="connsiteX7" fmla="*/ 935607 w 4315791"/>
                <a:gd name="connsiteY7" fmla="*/ 1789050 h 4312749"/>
                <a:gd name="connsiteX8" fmla="*/ 543498 w 4315791"/>
                <a:gd name="connsiteY8" fmla="*/ 2610233 h 4312749"/>
                <a:gd name="connsiteX9" fmla="*/ 780416 w 4315791"/>
                <a:gd name="connsiteY9" fmla="*/ 3494616 h 4312749"/>
                <a:gd name="connsiteX10" fmla="*/ 1433786 w 4315791"/>
                <a:gd name="connsiteY10" fmla="*/ 4254537 h 4312749"/>
                <a:gd name="connsiteX11" fmla="*/ 1513041 w 4315791"/>
                <a:gd name="connsiteY11" fmla="*/ 4312749 h 4312749"/>
                <a:gd name="connsiteX12" fmla="*/ 729636 w 4315791"/>
                <a:gd name="connsiteY12" fmla="*/ 4312749 h 4312749"/>
                <a:gd name="connsiteX13" fmla="*/ 638463 w 4315791"/>
                <a:gd name="connsiteY13" fmla="*/ 4216521 h 4312749"/>
                <a:gd name="connsiteX14" fmla="*/ 0 w 4315791"/>
                <a:gd name="connsiteY14" fmla="*/ 2610335 h 4312749"/>
                <a:gd name="connsiteX15" fmla="*/ 683474 w 4315791"/>
                <a:gd name="connsiteY15" fmla="*/ 1242376 h 4312749"/>
                <a:gd name="connsiteX16" fmla="*/ 2987009 w 4315791"/>
                <a:gd name="connsiteY16" fmla="*/ 0 h 4312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315791" h="4312749">
                  <a:moveTo>
                    <a:pt x="2987009" y="0"/>
                  </a:moveTo>
                  <a:cubicBezTo>
                    <a:pt x="3434423" y="0"/>
                    <a:pt x="3798884" y="137413"/>
                    <a:pt x="4136908" y="333995"/>
                  </a:cubicBezTo>
                  <a:lnTo>
                    <a:pt x="4315791" y="445229"/>
                  </a:lnTo>
                  <a:lnTo>
                    <a:pt x="4315791" y="1079495"/>
                  </a:lnTo>
                  <a:lnTo>
                    <a:pt x="4206793" y="1000737"/>
                  </a:lnTo>
                  <a:cubicBezTo>
                    <a:pt x="3781561" y="699607"/>
                    <a:pt x="3436718" y="509571"/>
                    <a:pt x="2987119" y="509571"/>
                  </a:cubicBezTo>
                  <a:cubicBezTo>
                    <a:pt x="2204204" y="509571"/>
                    <a:pt x="1649730" y="814251"/>
                    <a:pt x="1133184" y="1528405"/>
                  </a:cubicBezTo>
                  <a:cubicBezTo>
                    <a:pt x="1065585" y="1621878"/>
                    <a:pt x="999510" y="1706892"/>
                    <a:pt x="935607" y="1789050"/>
                  </a:cubicBezTo>
                  <a:cubicBezTo>
                    <a:pt x="670760" y="2129716"/>
                    <a:pt x="543498" y="2306877"/>
                    <a:pt x="543498" y="2610233"/>
                  </a:cubicBezTo>
                  <a:cubicBezTo>
                    <a:pt x="543498" y="2911449"/>
                    <a:pt x="623267" y="3208997"/>
                    <a:pt x="780416" y="3494616"/>
                  </a:cubicBezTo>
                  <a:cubicBezTo>
                    <a:pt x="934194" y="3774018"/>
                    <a:pt x="1154050" y="4029772"/>
                    <a:pt x="1433786" y="4254537"/>
                  </a:cubicBezTo>
                  <a:lnTo>
                    <a:pt x="1513041" y="4312749"/>
                  </a:lnTo>
                  <a:lnTo>
                    <a:pt x="729636" y="4312749"/>
                  </a:lnTo>
                  <a:lnTo>
                    <a:pt x="638463" y="4216521"/>
                  </a:lnTo>
                  <a:cubicBezTo>
                    <a:pt x="243716" y="3758034"/>
                    <a:pt x="0" y="3205314"/>
                    <a:pt x="0" y="2610335"/>
                  </a:cubicBezTo>
                  <a:cubicBezTo>
                    <a:pt x="0" y="2015344"/>
                    <a:pt x="351790" y="1700877"/>
                    <a:pt x="683474" y="1242376"/>
                  </a:cubicBezTo>
                  <a:cubicBezTo>
                    <a:pt x="1236211" y="478174"/>
                    <a:pt x="1925445" y="0"/>
                    <a:pt x="29870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 useBgFill="1">
          <p:nvSpPr>
            <p:cNvPr id="41" name="Freeform: Shape 40">
              <a:extLst>
                <a:ext uri="{FF2B5EF4-FFF2-40B4-BE49-F238E27FC236}">
                  <a16:creationId xmlns:a16="http://schemas.microsoft.com/office/drawing/2014/main" id="{91BFB415-4A20-4D8B-FD66-FD66C2F3DD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77037" y="2411531"/>
              <a:ext cx="4314657" cy="4364939"/>
            </a:xfrm>
            <a:custGeom>
              <a:avLst/>
              <a:gdLst>
                <a:gd name="connsiteX0" fmla="*/ 3028307 w 4314657"/>
                <a:gd name="connsiteY0" fmla="*/ 21 h 4364939"/>
                <a:gd name="connsiteX1" fmla="*/ 3066670 w 4314657"/>
                <a:gd name="connsiteY1" fmla="*/ 836 h 4364939"/>
                <a:gd name="connsiteX2" fmla="*/ 3220125 w 4314657"/>
                <a:gd name="connsiteY2" fmla="*/ 9909 h 4364939"/>
                <a:gd name="connsiteX3" fmla="*/ 3816113 w 4314657"/>
                <a:gd name="connsiteY3" fmla="*/ 150272 h 4364939"/>
                <a:gd name="connsiteX4" fmla="*/ 4089981 w 4314657"/>
                <a:gd name="connsiteY4" fmla="*/ 272287 h 4364939"/>
                <a:gd name="connsiteX5" fmla="*/ 4314657 w 4314657"/>
                <a:gd name="connsiteY5" fmla="*/ 398926 h 4364939"/>
                <a:gd name="connsiteX6" fmla="*/ 4314657 w 4314657"/>
                <a:gd name="connsiteY6" fmla="*/ 911199 h 4364939"/>
                <a:gd name="connsiteX7" fmla="*/ 4310597 w 4314657"/>
                <a:gd name="connsiteY7" fmla="*/ 908154 h 4364939"/>
                <a:gd name="connsiteX8" fmla="*/ 4203223 w 4314657"/>
                <a:gd name="connsiteY8" fmla="*/ 829562 h 4364939"/>
                <a:gd name="connsiteX9" fmla="*/ 4095850 w 4314657"/>
                <a:gd name="connsiteY9" fmla="*/ 753520 h 4364939"/>
                <a:gd name="connsiteX10" fmla="*/ 3652987 w 4314657"/>
                <a:gd name="connsiteY10" fmla="*/ 494811 h 4364939"/>
                <a:gd name="connsiteX11" fmla="*/ 3173610 w 4314657"/>
                <a:gd name="connsiteY11" fmla="*/ 347209 h 4364939"/>
                <a:gd name="connsiteX12" fmla="*/ 3047760 w 4314657"/>
                <a:gd name="connsiteY12" fmla="*/ 332632 h 4364939"/>
                <a:gd name="connsiteX13" fmla="*/ 3016027 w 4314657"/>
                <a:gd name="connsiteY13" fmla="*/ 330186 h 4364939"/>
                <a:gd name="connsiteX14" fmla="*/ 2984184 w 4314657"/>
                <a:gd name="connsiteY14" fmla="*/ 328658 h 4364939"/>
                <a:gd name="connsiteX15" fmla="*/ 2952233 w 4314657"/>
                <a:gd name="connsiteY15" fmla="*/ 327332 h 4364939"/>
                <a:gd name="connsiteX16" fmla="*/ 2919085 w 4314657"/>
                <a:gd name="connsiteY16" fmla="*/ 327026 h 4364939"/>
                <a:gd name="connsiteX17" fmla="*/ 2852901 w 4314657"/>
                <a:gd name="connsiteY17" fmla="*/ 326720 h 4364939"/>
                <a:gd name="connsiteX18" fmla="*/ 2786826 w 4314657"/>
                <a:gd name="connsiteY18" fmla="*/ 328148 h 4364939"/>
                <a:gd name="connsiteX19" fmla="*/ 2720965 w 4314657"/>
                <a:gd name="connsiteY19" fmla="*/ 331409 h 4364939"/>
                <a:gd name="connsiteX20" fmla="*/ 2655325 w 4314657"/>
                <a:gd name="connsiteY20" fmla="*/ 336098 h 4364939"/>
                <a:gd name="connsiteX21" fmla="*/ 2524803 w 4314657"/>
                <a:gd name="connsiteY21" fmla="*/ 350573 h 4364939"/>
                <a:gd name="connsiteX22" fmla="*/ 2460139 w 4314657"/>
                <a:gd name="connsiteY22" fmla="*/ 360664 h 4364939"/>
                <a:gd name="connsiteX23" fmla="*/ 2396019 w 4314657"/>
                <a:gd name="connsiteY23" fmla="*/ 372693 h 4364939"/>
                <a:gd name="connsiteX24" fmla="*/ 2145843 w 4314657"/>
                <a:gd name="connsiteY24" fmla="*/ 440989 h 4364939"/>
                <a:gd name="connsiteX25" fmla="*/ 1698635 w 4314657"/>
                <a:gd name="connsiteY25" fmla="*/ 682676 h 4364939"/>
                <a:gd name="connsiteX26" fmla="*/ 1498450 w 4314657"/>
                <a:gd name="connsiteY26" fmla="*/ 835474 h 4364939"/>
                <a:gd name="connsiteX27" fmla="*/ 1307285 w 4314657"/>
                <a:gd name="connsiteY27" fmla="*/ 1001220 h 4364939"/>
                <a:gd name="connsiteX28" fmla="*/ 947780 w 4314657"/>
                <a:gd name="connsiteY28" fmla="*/ 1369612 h 4364939"/>
                <a:gd name="connsiteX29" fmla="*/ 905939 w 4314657"/>
                <a:gd name="connsiteY29" fmla="*/ 1419458 h 4364939"/>
                <a:gd name="connsiteX30" fmla="*/ 863228 w 4314657"/>
                <a:gd name="connsiteY30" fmla="*/ 1471545 h 4364939"/>
                <a:gd name="connsiteX31" fmla="*/ 774330 w 4314657"/>
                <a:gd name="connsiteY31" fmla="*/ 1577659 h 4364939"/>
                <a:gd name="connsiteX32" fmla="*/ 595554 w 4314657"/>
                <a:gd name="connsiteY32" fmla="*/ 1780916 h 4364939"/>
                <a:gd name="connsiteX33" fmla="*/ 430365 w 4314657"/>
                <a:gd name="connsiteY33" fmla="*/ 1982644 h 4364939"/>
                <a:gd name="connsiteX34" fmla="*/ 358855 w 4314657"/>
                <a:gd name="connsiteY34" fmla="*/ 2087025 h 4364939"/>
                <a:gd name="connsiteX35" fmla="*/ 296583 w 4314657"/>
                <a:gd name="connsiteY35" fmla="*/ 2194872 h 4364939"/>
                <a:gd name="connsiteX36" fmla="*/ 207358 w 4314657"/>
                <a:gd name="connsiteY36" fmla="*/ 2423918 h 4364939"/>
                <a:gd name="connsiteX37" fmla="*/ 177146 w 4314657"/>
                <a:gd name="connsiteY37" fmla="*/ 2668765 h 4364939"/>
                <a:gd name="connsiteX38" fmla="*/ 248763 w 4314657"/>
                <a:gd name="connsiteY38" fmla="*/ 3168854 h 4364939"/>
                <a:gd name="connsiteX39" fmla="*/ 445688 w 4314657"/>
                <a:gd name="connsiteY39" fmla="*/ 3637956 h 4364939"/>
                <a:gd name="connsiteX40" fmla="*/ 735859 w 4314657"/>
                <a:gd name="connsiteY40" fmla="*/ 4062310 h 4364939"/>
                <a:gd name="connsiteX41" fmla="*/ 910884 w 4314657"/>
                <a:gd name="connsiteY41" fmla="*/ 4254366 h 4364939"/>
                <a:gd name="connsiteX42" fmla="*/ 1030507 w 4314657"/>
                <a:gd name="connsiteY42" fmla="*/ 4364939 h 4364939"/>
                <a:gd name="connsiteX43" fmla="*/ 676755 w 4314657"/>
                <a:gd name="connsiteY43" fmla="*/ 4364939 h 4364939"/>
                <a:gd name="connsiteX44" fmla="*/ 538105 w 4314657"/>
                <a:gd name="connsiteY44" fmla="*/ 4202315 h 4364939"/>
                <a:gd name="connsiteX45" fmla="*/ 241592 w 4314657"/>
                <a:gd name="connsiteY45" fmla="*/ 3731226 h 4364939"/>
                <a:gd name="connsiteX46" fmla="*/ 60317 w 4314657"/>
                <a:gd name="connsiteY46" fmla="*/ 3211362 h 4364939"/>
                <a:gd name="connsiteX47" fmla="*/ 0 w 4314657"/>
                <a:gd name="connsiteY47" fmla="*/ 2668765 h 4364939"/>
                <a:gd name="connsiteX48" fmla="*/ 21736 w 4314657"/>
                <a:gd name="connsiteY48" fmla="*/ 2390280 h 4364939"/>
                <a:gd name="connsiteX49" fmla="*/ 27605 w 4314657"/>
                <a:gd name="connsiteY49" fmla="*/ 2355521 h 4364939"/>
                <a:gd name="connsiteX50" fmla="*/ 34669 w 4314657"/>
                <a:gd name="connsiteY50" fmla="*/ 2320862 h 4364939"/>
                <a:gd name="connsiteX51" fmla="*/ 50753 w 4314657"/>
                <a:gd name="connsiteY51" fmla="*/ 2251750 h 4364939"/>
                <a:gd name="connsiteX52" fmla="*/ 93899 w 4314657"/>
                <a:gd name="connsiteY52" fmla="*/ 2116179 h 4364939"/>
                <a:gd name="connsiteX53" fmla="*/ 150194 w 4314657"/>
                <a:gd name="connsiteY53" fmla="*/ 1985498 h 4364939"/>
                <a:gd name="connsiteX54" fmla="*/ 216486 w 4314657"/>
                <a:gd name="connsiteY54" fmla="*/ 1860628 h 4364939"/>
                <a:gd name="connsiteX55" fmla="*/ 363527 w 4314657"/>
                <a:gd name="connsiteY55" fmla="*/ 1625058 h 4364939"/>
                <a:gd name="connsiteX56" fmla="*/ 514155 w 4314657"/>
                <a:gd name="connsiteY56" fmla="*/ 1402231 h 4364939"/>
                <a:gd name="connsiteX57" fmla="*/ 586861 w 4314657"/>
                <a:gd name="connsiteY57" fmla="*/ 1293160 h 4364939"/>
                <a:gd name="connsiteX58" fmla="*/ 623702 w 4314657"/>
                <a:gd name="connsiteY58" fmla="*/ 1236892 h 4364939"/>
                <a:gd name="connsiteX59" fmla="*/ 662283 w 4314657"/>
                <a:gd name="connsiteY59" fmla="*/ 1178892 h 4364939"/>
                <a:gd name="connsiteX60" fmla="*/ 827364 w 4314657"/>
                <a:gd name="connsiteY60" fmla="*/ 951170 h 4364939"/>
                <a:gd name="connsiteX61" fmla="*/ 1016355 w 4314657"/>
                <a:gd name="connsiteY61" fmla="*/ 736089 h 4364939"/>
                <a:gd name="connsiteX62" fmla="*/ 1482474 w 4314657"/>
                <a:gd name="connsiteY62" fmla="*/ 378707 h 4364939"/>
                <a:gd name="connsiteX63" fmla="*/ 2035644 w 4314657"/>
                <a:gd name="connsiteY63" fmla="*/ 149151 h 4364939"/>
                <a:gd name="connsiteX64" fmla="*/ 2324619 w 4314657"/>
                <a:gd name="connsiteY64" fmla="*/ 72802 h 4364939"/>
                <a:gd name="connsiteX65" fmla="*/ 2618809 w 4314657"/>
                <a:gd name="connsiteY65" fmla="*/ 24078 h 4364939"/>
                <a:gd name="connsiteX66" fmla="*/ 2914849 w 4314657"/>
                <a:gd name="connsiteY66" fmla="*/ 1957 h 4364939"/>
                <a:gd name="connsiteX67" fmla="*/ 2951907 w 4314657"/>
                <a:gd name="connsiteY67" fmla="*/ 633 h 4364939"/>
                <a:gd name="connsiteX68" fmla="*/ 2990052 w 4314657"/>
                <a:gd name="connsiteY68" fmla="*/ 224 h 4364939"/>
                <a:gd name="connsiteX69" fmla="*/ 3028307 w 4314657"/>
                <a:gd name="connsiteY69" fmla="*/ 21 h 4364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314657" h="4364939">
                  <a:moveTo>
                    <a:pt x="3028307" y="21"/>
                  </a:moveTo>
                  <a:lnTo>
                    <a:pt x="3066670" y="836"/>
                  </a:lnTo>
                  <a:cubicBezTo>
                    <a:pt x="3117749" y="1856"/>
                    <a:pt x="3168937" y="5320"/>
                    <a:pt x="3220125" y="9909"/>
                  </a:cubicBezTo>
                  <a:cubicBezTo>
                    <a:pt x="3424763" y="29073"/>
                    <a:pt x="3627448" y="77898"/>
                    <a:pt x="3816113" y="150272"/>
                  </a:cubicBezTo>
                  <a:cubicBezTo>
                    <a:pt x="3910880" y="185950"/>
                    <a:pt x="4001951" y="227538"/>
                    <a:pt x="4089981" y="272287"/>
                  </a:cubicBezTo>
                  <a:lnTo>
                    <a:pt x="4314657" y="398926"/>
                  </a:lnTo>
                  <a:lnTo>
                    <a:pt x="4314657" y="911199"/>
                  </a:lnTo>
                  <a:lnTo>
                    <a:pt x="4310597" y="908154"/>
                  </a:lnTo>
                  <a:cubicBezTo>
                    <a:pt x="4274842" y="881549"/>
                    <a:pt x="4239087" y="855352"/>
                    <a:pt x="4203223" y="829562"/>
                  </a:cubicBezTo>
                  <a:cubicBezTo>
                    <a:pt x="4167576" y="803773"/>
                    <a:pt x="4131821" y="778086"/>
                    <a:pt x="4095850" y="753520"/>
                  </a:cubicBezTo>
                  <a:cubicBezTo>
                    <a:pt x="3951852" y="654949"/>
                    <a:pt x="3806115" y="565043"/>
                    <a:pt x="3652987" y="494811"/>
                  </a:cubicBezTo>
                  <a:cubicBezTo>
                    <a:pt x="3500404" y="423761"/>
                    <a:pt x="3340213" y="373101"/>
                    <a:pt x="3173610" y="347209"/>
                  </a:cubicBezTo>
                  <a:cubicBezTo>
                    <a:pt x="3131987" y="341093"/>
                    <a:pt x="3090036" y="335792"/>
                    <a:pt x="3047760" y="332632"/>
                  </a:cubicBezTo>
                  <a:lnTo>
                    <a:pt x="3016027" y="330186"/>
                  </a:lnTo>
                  <a:cubicBezTo>
                    <a:pt x="3005485" y="329472"/>
                    <a:pt x="2994834" y="329168"/>
                    <a:pt x="2984184" y="328658"/>
                  </a:cubicBezTo>
                  <a:cubicBezTo>
                    <a:pt x="2973533" y="328249"/>
                    <a:pt x="2962992" y="327638"/>
                    <a:pt x="2952233" y="327332"/>
                  </a:cubicBezTo>
                  <a:lnTo>
                    <a:pt x="2919085" y="327026"/>
                  </a:lnTo>
                  <a:cubicBezTo>
                    <a:pt x="2897025" y="326925"/>
                    <a:pt x="2874854" y="326212"/>
                    <a:pt x="2852901" y="326720"/>
                  </a:cubicBezTo>
                  <a:lnTo>
                    <a:pt x="2786826" y="328148"/>
                  </a:lnTo>
                  <a:cubicBezTo>
                    <a:pt x="2764763" y="328759"/>
                    <a:pt x="2742919" y="330391"/>
                    <a:pt x="2720965" y="331409"/>
                  </a:cubicBezTo>
                  <a:cubicBezTo>
                    <a:pt x="2699013" y="332326"/>
                    <a:pt x="2677170" y="334162"/>
                    <a:pt x="2655325" y="336098"/>
                  </a:cubicBezTo>
                  <a:cubicBezTo>
                    <a:pt x="2611528" y="339463"/>
                    <a:pt x="2568165" y="345170"/>
                    <a:pt x="2524803" y="350573"/>
                  </a:cubicBezTo>
                  <a:lnTo>
                    <a:pt x="2460139" y="360664"/>
                  </a:lnTo>
                  <a:cubicBezTo>
                    <a:pt x="2438622" y="364130"/>
                    <a:pt x="2417430" y="368717"/>
                    <a:pt x="2396019" y="372693"/>
                  </a:cubicBezTo>
                  <a:cubicBezTo>
                    <a:pt x="2310709" y="389513"/>
                    <a:pt x="2226809" y="411836"/>
                    <a:pt x="2145843" y="440989"/>
                  </a:cubicBezTo>
                  <a:cubicBezTo>
                    <a:pt x="1983479" y="499295"/>
                    <a:pt x="1835678" y="585838"/>
                    <a:pt x="1698635" y="682676"/>
                  </a:cubicBezTo>
                  <a:cubicBezTo>
                    <a:pt x="1629841" y="730992"/>
                    <a:pt x="1563549" y="782367"/>
                    <a:pt x="1498450" y="835474"/>
                  </a:cubicBezTo>
                  <a:cubicBezTo>
                    <a:pt x="1433352" y="888583"/>
                    <a:pt x="1369775" y="943932"/>
                    <a:pt x="1307285" y="1001220"/>
                  </a:cubicBezTo>
                  <a:cubicBezTo>
                    <a:pt x="1182958" y="1116304"/>
                    <a:pt x="1060588" y="1237708"/>
                    <a:pt x="947780" y="1369612"/>
                  </a:cubicBezTo>
                  <a:cubicBezTo>
                    <a:pt x="933325" y="1385818"/>
                    <a:pt x="919958" y="1402841"/>
                    <a:pt x="905939" y="1419458"/>
                  </a:cubicBezTo>
                  <a:lnTo>
                    <a:pt x="863228" y="1471545"/>
                  </a:lnTo>
                  <a:cubicBezTo>
                    <a:pt x="833776" y="1507529"/>
                    <a:pt x="804215" y="1543001"/>
                    <a:pt x="774330" y="1577659"/>
                  </a:cubicBezTo>
                  <a:cubicBezTo>
                    <a:pt x="714665" y="1647178"/>
                    <a:pt x="653806" y="1714046"/>
                    <a:pt x="595554" y="1780916"/>
                  </a:cubicBezTo>
                  <a:cubicBezTo>
                    <a:pt x="537303" y="1847683"/>
                    <a:pt x="481009" y="1914144"/>
                    <a:pt x="430365" y="1982644"/>
                  </a:cubicBezTo>
                  <a:cubicBezTo>
                    <a:pt x="405369" y="2016995"/>
                    <a:pt x="381351" y="2051756"/>
                    <a:pt x="358855" y="2087025"/>
                  </a:cubicBezTo>
                  <a:cubicBezTo>
                    <a:pt x="336685" y="2122396"/>
                    <a:pt x="315601" y="2158277"/>
                    <a:pt x="296583" y="2194872"/>
                  </a:cubicBezTo>
                  <a:cubicBezTo>
                    <a:pt x="258980" y="2268161"/>
                    <a:pt x="227572" y="2344307"/>
                    <a:pt x="207358" y="2423918"/>
                  </a:cubicBezTo>
                  <a:cubicBezTo>
                    <a:pt x="186817" y="2503426"/>
                    <a:pt x="178124" y="2585790"/>
                    <a:pt x="177146" y="2668765"/>
                  </a:cubicBezTo>
                  <a:cubicBezTo>
                    <a:pt x="177037" y="2837670"/>
                    <a:pt x="201490" y="3006472"/>
                    <a:pt x="248763" y="3168854"/>
                  </a:cubicBezTo>
                  <a:cubicBezTo>
                    <a:pt x="295931" y="3331644"/>
                    <a:pt x="363962" y="3488316"/>
                    <a:pt x="445688" y="3637956"/>
                  </a:cubicBezTo>
                  <a:cubicBezTo>
                    <a:pt x="527413" y="3787697"/>
                    <a:pt x="625115" y="3929794"/>
                    <a:pt x="735859" y="4062310"/>
                  </a:cubicBezTo>
                  <a:cubicBezTo>
                    <a:pt x="791121" y="4128668"/>
                    <a:pt x="849589" y="4192733"/>
                    <a:pt x="910884" y="4254366"/>
                  </a:cubicBezTo>
                  <a:lnTo>
                    <a:pt x="1030507" y="4364939"/>
                  </a:lnTo>
                  <a:lnTo>
                    <a:pt x="676755" y="4364939"/>
                  </a:lnTo>
                  <a:lnTo>
                    <a:pt x="538105" y="4202315"/>
                  </a:lnTo>
                  <a:cubicBezTo>
                    <a:pt x="423518" y="4054791"/>
                    <a:pt x="323372" y="3897379"/>
                    <a:pt x="241592" y="3731226"/>
                  </a:cubicBezTo>
                  <a:cubicBezTo>
                    <a:pt x="160193" y="3565073"/>
                    <a:pt x="99768" y="3389950"/>
                    <a:pt x="60317" y="3211362"/>
                  </a:cubicBezTo>
                  <a:cubicBezTo>
                    <a:pt x="20759" y="3032669"/>
                    <a:pt x="435" y="2850716"/>
                    <a:pt x="0" y="2668765"/>
                  </a:cubicBezTo>
                  <a:cubicBezTo>
                    <a:pt x="0" y="2576309"/>
                    <a:pt x="6413" y="2483039"/>
                    <a:pt x="21736" y="2390280"/>
                  </a:cubicBezTo>
                  <a:lnTo>
                    <a:pt x="27605" y="2355521"/>
                  </a:lnTo>
                  <a:lnTo>
                    <a:pt x="34669" y="2320862"/>
                  </a:lnTo>
                  <a:cubicBezTo>
                    <a:pt x="39343" y="2297723"/>
                    <a:pt x="45102" y="2274686"/>
                    <a:pt x="50753" y="2251750"/>
                  </a:cubicBezTo>
                  <a:cubicBezTo>
                    <a:pt x="62708" y="2205881"/>
                    <a:pt x="77379" y="2160723"/>
                    <a:pt x="93899" y="2116179"/>
                  </a:cubicBezTo>
                  <a:cubicBezTo>
                    <a:pt x="110744" y="2071734"/>
                    <a:pt x="129762" y="2028209"/>
                    <a:pt x="150194" y="1985498"/>
                  </a:cubicBezTo>
                  <a:cubicBezTo>
                    <a:pt x="170734" y="1942890"/>
                    <a:pt x="193229" y="1901402"/>
                    <a:pt x="216486" y="1860628"/>
                  </a:cubicBezTo>
                  <a:cubicBezTo>
                    <a:pt x="263109" y="1779183"/>
                    <a:pt x="312993" y="1701000"/>
                    <a:pt x="363527" y="1625058"/>
                  </a:cubicBezTo>
                  <a:lnTo>
                    <a:pt x="514155" y="1402231"/>
                  </a:lnTo>
                  <a:cubicBezTo>
                    <a:pt x="538825" y="1365636"/>
                    <a:pt x="563277" y="1329551"/>
                    <a:pt x="586861" y="1293160"/>
                  </a:cubicBezTo>
                  <a:lnTo>
                    <a:pt x="623702" y="1236892"/>
                  </a:lnTo>
                  <a:cubicBezTo>
                    <a:pt x="636526" y="1217525"/>
                    <a:pt x="649025" y="1198055"/>
                    <a:pt x="662283" y="1178892"/>
                  </a:cubicBezTo>
                  <a:cubicBezTo>
                    <a:pt x="713905" y="1101523"/>
                    <a:pt x="769222" y="1025786"/>
                    <a:pt x="827364" y="951170"/>
                  </a:cubicBezTo>
                  <a:cubicBezTo>
                    <a:pt x="885834" y="876861"/>
                    <a:pt x="947997" y="804283"/>
                    <a:pt x="1016355" y="736089"/>
                  </a:cubicBezTo>
                  <a:cubicBezTo>
                    <a:pt x="1152311" y="599497"/>
                    <a:pt x="1308047" y="476054"/>
                    <a:pt x="1482474" y="378707"/>
                  </a:cubicBezTo>
                  <a:cubicBezTo>
                    <a:pt x="1656793" y="281156"/>
                    <a:pt x="1845132" y="207966"/>
                    <a:pt x="2035644" y="149151"/>
                  </a:cubicBezTo>
                  <a:cubicBezTo>
                    <a:pt x="2131063" y="119997"/>
                    <a:pt x="2227460" y="94412"/>
                    <a:pt x="2324619" y="72802"/>
                  </a:cubicBezTo>
                  <a:cubicBezTo>
                    <a:pt x="2421885" y="51396"/>
                    <a:pt x="2520239" y="35291"/>
                    <a:pt x="2618809" y="24078"/>
                  </a:cubicBezTo>
                  <a:cubicBezTo>
                    <a:pt x="2717272" y="12252"/>
                    <a:pt x="2816168" y="4914"/>
                    <a:pt x="2914849" y="1957"/>
                  </a:cubicBezTo>
                  <a:lnTo>
                    <a:pt x="2951907" y="633"/>
                  </a:lnTo>
                  <a:lnTo>
                    <a:pt x="2990052" y="224"/>
                  </a:lnTo>
                  <a:cubicBezTo>
                    <a:pt x="3002768" y="224"/>
                    <a:pt x="3015592" y="-81"/>
                    <a:pt x="3028307" y="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 useBgFill="1">
          <p:nvSpPr>
            <p:cNvPr id="42" name="Freeform: Shape 41">
              <a:extLst>
                <a:ext uri="{FF2B5EF4-FFF2-40B4-BE49-F238E27FC236}">
                  <a16:creationId xmlns:a16="http://schemas.microsoft.com/office/drawing/2014/main" id="{2EF4AFBD-8F07-2BD3-191E-5C09B14438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55526" y="2145638"/>
              <a:ext cx="4336168" cy="4630833"/>
            </a:xfrm>
            <a:custGeom>
              <a:avLst/>
              <a:gdLst>
                <a:gd name="connsiteX0" fmla="*/ 3053738 w 4336168"/>
                <a:gd name="connsiteY0" fmla="*/ 111 h 4630833"/>
                <a:gd name="connsiteX1" fmla="*/ 3093948 w 4336168"/>
                <a:gd name="connsiteY1" fmla="*/ 316 h 4630833"/>
                <a:gd name="connsiteX2" fmla="*/ 3134268 w 4336168"/>
                <a:gd name="connsiteY2" fmla="*/ 1743 h 4630833"/>
                <a:gd name="connsiteX3" fmla="*/ 3295438 w 4336168"/>
                <a:gd name="connsiteY3" fmla="*/ 13058 h 4630833"/>
                <a:gd name="connsiteX4" fmla="*/ 3918813 w 4336168"/>
                <a:gd name="connsiteY4" fmla="*/ 169935 h 4630833"/>
                <a:gd name="connsiteX5" fmla="*/ 4203331 w 4336168"/>
                <a:gd name="connsiteY5" fmla="*/ 305405 h 4630833"/>
                <a:gd name="connsiteX6" fmla="*/ 4336168 w 4336168"/>
                <a:gd name="connsiteY6" fmla="*/ 386579 h 4630833"/>
                <a:gd name="connsiteX7" fmla="*/ 4336168 w 4336168"/>
                <a:gd name="connsiteY7" fmla="*/ 772673 h 4630833"/>
                <a:gd name="connsiteX8" fmla="*/ 4270820 w 4336168"/>
                <a:gd name="connsiteY8" fmla="*/ 728127 h 4630833"/>
                <a:gd name="connsiteX9" fmla="*/ 4030208 w 4336168"/>
                <a:gd name="connsiteY9" fmla="*/ 587253 h 4630833"/>
                <a:gd name="connsiteX10" fmla="*/ 3781010 w 4336168"/>
                <a:gd name="connsiteY10" fmla="*/ 471455 h 4630833"/>
                <a:gd name="connsiteX11" fmla="*/ 3254466 w 4336168"/>
                <a:gd name="connsiteY11" fmla="*/ 338024 h 4630833"/>
                <a:gd name="connsiteX12" fmla="*/ 3117966 w 4336168"/>
                <a:gd name="connsiteY12" fmla="*/ 326812 h 4630833"/>
                <a:gd name="connsiteX13" fmla="*/ 3083625 w 4336168"/>
                <a:gd name="connsiteY13" fmla="*/ 325179 h 4630833"/>
                <a:gd name="connsiteX14" fmla="*/ 3049173 w 4336168"/>
                <a:gd name="connsiteY14" fmla="*/ 324366 h 4630833"/>
                <a:gd name="connsiteX15" fmla="*/ 2978858 w 4336168"/>
                <a:gd name="connsiteY15" fmla="*/ 323855 h 4630833"/>
                <a:gd name="connsiteX16" fmla="*/ 2695862 w 4336168"/>
                <a:gd name="connsiteY16" fmla="*/ 335373 h 4630833"/>
                <a:gd name="connsiteX17" fmla="*/ 2417972 w 4336168"/>
                <a:gd name="connsiteY17" fmla="*/ 372070 h 4630833"/>
                <a:gd name="connsiteX18" fmla="*/ 2148451 w 4336168"/>
                <a:gd name="connsiteY18" fmla="*/ 437613 h 4630833"/>
                <a:gd name="connsiteX19" fmla="*/ 1889690 w 4336168"/>
                <a:gd name="connsiteY19" fmla="*/ 532515 h 4630833"/>
                <a:gd name="connsiteX20" fmla="*/ 1644512 w 4336168"/>
                <a:gd name="connsiteY20" fmla="*/ 658098 h 4630833"/>
                <a:gd name="connsiteX21" fmla="*/ 1200999 w 4336168"/>
                <a:gd name="connsiteY21" fmla="*/ 992137 h 4630833"/>
                <a:gd name="connsiteX22" fmla="*/ 1003531 w 4336168"/>
                <a:gd name="connsiteY22" fmla="*/ 1192234 h 4630833"/>
                <a:gd name="connsiteX23" fmla="*/ 910394 w 4336168"/>
                <a:gd name="connsiteY23" fmla="*/ 1298347 h 4630833"/>
                <a:gd name="connsiteX24" fmla="*/ 821278 w 4336168"/>
                <a:gd name="connsiteY24" fmla="*/ 1408233 h 4630833"/>
                <a:gd name="connsiteX25" fmla="*/ 732162 w 4336168"/>
                <a:gd name="connsiteY25" fmla="*/ 1521993 h 4630833"/>
                <a:gd name="connsiteX26" fmla="*/ 640548 w 4336168"/>
                <a:gd name="connsiteY26" fmla="*/ 1634323 h 4630833"/>
                <a:gd name="connsiteX27" fmla="*/ 457317 w 4336168"/>
                <a:gd name="connsiteY27" fmla="*/ 1855930 h 4630833"/>
                <a:gd name="connsiteX28" fmla="*/ 369288 w 4336168"/>
                <a:gd name="connsiteY28" fmla="*/ 1967955 h 4630833"/>
                <a:gd name="connsiteX29" fmla="*/ 287128 w 4336168"/>
                <a:gd name="connsiteY29" fmla="*/ 2083243 h 4630833"/>
                <a:gd name="connsiteX30" fmla="*/ 212683 w 4336168"/>
                <a:gd name="connsiteY30" fmla="*/ 2202607 h 4630833"/>
                <a:gd name="connsiteX31" fmla="*/ 179101 w 4336168"/>
                <a:gd name="connsiteY31" fmla="*/ 2264177 h 4630833"/>
                <a:gd name="connsiteX32" fmla="*/ 148890 w 4336168"/>
                <a:gd name="connsiteY32" fmla="*/ 2327172 h 4630833"/>
                <a:gd name="connsiteX33" fmla="*/ 61295 w 4336168"/>
                <a:gd name="connsiteY33" fmla="*/ 2590672 h 4630833"/>
                <a:gd name="connsiteX34" fmla="*/ 32604 w 4336168"/>
                <a:gd name="connsiteY34" fmla="*/ 2866202 h 4630833"/>
                <a:gd name="connsiteX35" fmla="*/ 100853 w 4336168"/>
                <a:gd name="connsiteY35" fmla="*/ 3418074 h 4630833"/>
                <a:gd name="connsiteX36" fmla="*/ 184971 w 4336168"/>
                <a:gd name="connsiteY36" fmla="*/ 3684428 h 4630833"/>
                <a:gd name="connsiteX37" fmla="*/ 210836 w 4336168"/>
                <a:gd name="connsiteY37" fmla="*/ 3749462 h 4630833"/>
                <a:gd name="connsiteX38" fmla="*/ 238440 w 4336168"/>
                <a:gd name="connsiteY38" fmla="*/ 3813783 h 4630833"/>
                <a:gd name="connsiteX39" fmla="*/ 252894 w 4336168"/>
                <a:gd name="connsiteY39" fmla="*/ 3845688 h 4630833"/>
                <a:gd name="connsiteX40" fmla="*/ 268109 w 4336168"/>
                <a:gd name="connsiteY40" fmla="*/ 3877287 h 4630833"/>
                <a:gd name="connsiteX41" fmla="*/ 299409 w 4336168"/>
                <a:gd name="connsiteY41" fmla="*/ 3939978 h 4630833"/>
                <a:gd name="connsiteX42" fmla="*/ 440689 w 4336168"/>
                <a:gd name="connsiteY42" fmla="*/ 4182378 h 4630833"/>
                <a:gd name="connsiteX43" fmla="*/ 606640 w 4336168"/>
                <a:gd name="connsiteY43" fmla="*/ 4409488 h 4630833"/>
                <a:gd name="connsiteX44" fmla="*/ 792425 w 4336168"/>
                <a:gd name="connsiteY44" fmla="*/ 4621205 h 4630833"/>
                <a:gd name="connsiteX45" fmla="*/ 802442 w 4336168"/>
                <a:gd name="connsiteY45" fmla="*/ 4630833 h 4630833"/>
                <a:gd name="connsiteX46" fmla="*/ 592561 w 4336168"/>
                <a:gd name="connsiteY46" fmla="*/ 4630833 h 4630833"/>
                <a:gd name="connsiteX47" fmla="*/ 489377 w 4336168"/>
                <a:gd name="connsiteY47" fmla="*/ 4483185 h 4630833"/>
                <a:gd name="connsiteX48" fmla="*/ 344944 w 4336168"/>
                <a:gd name="connsiteY48" fmla="*/ 4231611 h 4630833"/>
                <a:gd name="connsiteX49" fmla="*/ 224311 w 4336168"/>
                <a:gd name="connsiteY49" fmla="*/ 3970456 h 4630833"/>
                <a:gd name="connsiteX50" fmla="*/ 0 w 4336168"/>
                <a:gd name="connsiteY50" fmla="*/ 2866202 h 4630833"/>
                <a:gd name="connsiteX51" fmla="*/ 25105 w 4336168"/>
                <a:gd name="connsiteY51" fmla="*/ 2584351 h 4630833"/>
                <a:gd name="connsiteX52" fmla="*/ 105200 w 4336168"/>
                <a:gd name="connsiteY52" fmla="*/ 2310863 h 4630833"/>
                <a:gd name="connsiteX53" fmla="*/ 232245 w 4336168"/>
                <a:gd name="connsiteY53" fmla="*/ 2053172 h 4630833"/>
                <a:gd name="connsiteX54" fmla="*/ 307667 w 4336168"/>
                <a:gd name="connsiteY54" fmla="*/ 1930341 h 4630833"/>
                <a:gd name="connsiteX55" fmla="*/ 386893 w 4336168"/>
                <a:gd name="connsiteY55" fmla="*/ 1810161 h 4630833"/>
                <a:gd name="connsiteX56" fmla="*/ 548823 w 4336168"/>
                <a:gd name="connsiteY56" fmla="*/ 1573876 h 4630833"/>
                <a:gd name="connsiteX57" fmla="*/ 626419 w 4336168"/>
                <a:gd name="connsiteY57" fmla="*/ 1455224 h 4630833"/>
                <a:gd name="connsiteX58" fmla="*/ 701081 w 4336168"/>
                <a:gd name="connsiteY58" fmla="*/ 1334534 h 4630833"/>
                <a:gd name="connsiteX59" fmla="*/ 861162 w 4336168"/>
                <a:gd name="connsiteY59" fmla="*/ 1091320 h 4630833"/>
                <a:gd name="connsiteX60" fmla="*/ 1042329 w 4336168"/>
                <a:gd name="connsiteY60" fmla="*/ 858093 h 4630833"/>
                <a:gd name="connsiteX61" fmla="*/ 1487799 w 4336168"/>
                <a:gd name="connsiteY61" fmla="*/ 446686 h 4630833"/>
                <a:gd name="connsiteX62" fmla="*/ 1754060 w 4336168"/>
                <a:gd name="connsiteY62" fmla="*/ 283388 h 4630833"/>
                <a:gd name="connsiteX63" fmla="*/ 2044121 w 4336168"/>
                <a:gd name="connsiteY63" fmla="*/ 157906 h 4630833"/>
                <a:gd name="connsiteX64" fmla="*/ 2349287 w 4336168"/>
                <a:gd name="connsiteY64" fmla="*/ 71364 h 4630833"/>
                <a:gd name="connsiteX65" fmla="*/ 2661411 w 4336168"/>
                <a:gd name="connsiteY65" fmla="*/ 21213 h 4630833"/>
                <a:gd name="connsiteX66" fmla="*/ 2818124 w 4336168"/>
                <a:gd name="connsiteY66" fmla="*/ 7146 h 4630833"/>
                <a:gd name="connsiteX67" fmla="*/ 2974728 w 4336168"/>
                <a:gd name="connsiteY67" fmla="*/ 1029 h 4630833"/>
                <a:gd name="connsiteX68" fmla="*/ 3053738 w 4336168"/>
                <a:gd name="connsiteY68" fmla="*/ 111 h 463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</a:cxnLst>
              <a:rect l="l" t="t" r="r" b="b"/>
              <a:pathLst>
                <a:path w="4336168" h="4630833">
                  <a:moveTo>
                    <a:pt x="3053738" y="111"/>
                  </a:moveTo>
                  <a:lnTo>
                    <a:pt x="3093948" y="316"/>
                  </a:lnTo>
                  <a:lnTo>
                    <a:pt x="3134268" y="1743"/>
                  </a:lnTo>
                  <a:cubicBezTo>
                    <a:pt x="3187955" y="3475"/>
                    <a:pt x="3241749" y="7756"/>
                    <a:pt x="3295438" y="13058"/>
                  </a:cubicBezTo>
                  <a:cubicBezTo>
                    <a:pt x="3510076" y="35585"/>
                    <a:pt x="3722324" y="89406"/>
                    <a:pt x="3918813" y="169935"/>
                  </a:cubicBezTo>
                  <a:cubicBezTo>
                    <a:pt x="4017384" y="209689"/>
                    <a:pt x="4111933" y="255763"/>
                    <a:pt x="4203331" y="305405"/>
                  </a:cubicBezTo>
                  <a:lnTo>
                    <a:pt x="4336168" y="386579"/>
                  </a:lnTo>
                  <a:lnTo>
                    <a:pt x="4336168" y="772673"/>
                  </a:lnTo>
                  <a:lnTo>
                    <a:pt x="4270820" y="728127"/>
                  </a:lnTo>
                  <a:cubicBezTo>
                    <a:pt x="4191920" y="677771"/>
                    <a:pt x="4111825" y="630168"/>
                    <a:pt x="4030208" y="587253"/>
                  </a:cubicBezTo>
                  <a:cubicBezTo>
                    <a:pt x="3948699" y="544136"/>
                    <a:pt x="3865886" y="504687"/>
                    <a:pt x="3781010" y="471455"/>
                  </a:cubicBezTo>
                  <a:cubicBezTo>
                    <a:pt x="3611688" y="404384"/>
                    <a:pt x="3435522" y="358818"/>
                    <a:pt x="3254466" y="338024"/>
                  </a:cubicBezTo>
                  <a:cubicBezTo>
                    <a:pt x="3209255" y="333029"/>
                    <a:pt x="3163720" y="328748"/>
                    <a:pt x="3117966" y="326812"/>
                  </a:cubicBezTo>
                  <a:lnTo>
                    <a:pt x="3083625" y="325179"/>
                  </a:lnTo>
                  <a:lnTo>
                    <a:pt x="3049173" y="324366"/>
                  </a:lnTo>
                  <a:cubicBezTo>
                    <a:pt x="3026568" y="323447"/>
                    <a:pt x="3002550" y="323855"/>
                    <a:pt x="2978858" y="323855"/>
                  </a:cubicBezTo>
                  <a:cubicBezTo>
                    <a:pt x="2883983" y="323956"/>
                    <a:pt x="2789434" y="327423"/>
                    <a:pt x="2695862" y="335373"/>
                  </a:cubicBezTo>
                  <a:cubicBezTo>
                    <a:pt x="2602290" y="343223"/>
                    <a:pt x="2509371" y="354945"/>
                    <a:pt x="2417972" y="372070"/>
                  </a:cubicBezTo>
                  <a:cubicBezTo>
                    <a:pt x="2326683" y="389500"/>
                    <a:pt x="2236697" y="411009"/>
                    <a:pt x="2148451" y="437613"/>
                  </a:cubicBezTo>
                  <a:cubicBezTo>
                    <a:pt x="2060204" y="464116"/>
                    <a:pt x="1973588" y="495411"/>
                    <a:pt x="1889690" y="532515"/>
                  </a:cubicBezTo>
                  <a:cubicBezTo>
                    <a:pt x="1805247" y="568599"/>
                    <a:pt x="1723848" y="611411"/>
                    <a:pt x="1644512" y="658098"/>
                  </a:cubicBezTo>
                  <a:cubicBezTo>
                    <a:pt x="1486169" y="751979"/>
                    <a:pt x="1338149" y="865229"/>
                    <a:pt x="1200999" y="992137"/>
                  </a:cubicBezTo>
                  <a:cubicBezTo>
                    <a:pt x="1132531" y="1055744"/>
                    <a:pt x="1066782" y="1122715"/>
                    <a:pt x="1003531" y="1192234"/>
                  </a:cubicBezTo>
                  <a:cubicBezTo>
                    <a:pt x="971688" y="1226790"/>
                    <a:pt x="941150" y="1262568"/>
                    <a:pt x="910394" y="1298347"/>
                  </a:cubicBezTo>
                  <a:cubicBezTo>
                    <a:pt x="880507" y="1334738"/>
                    <a:pt x="850187" y="1370925"/>
                    <a:pt x="821278" y="1408233"/>
                  </a:cubicBezTo>
                  <a:cubicBezTo>
                    <a:pt x="792152" y="1444624"/>
                    <a:pt x="762266" y="1484480"/>
                    <a:pt x="732162" y="1521993"/>
                  </a:cubicBezTo>
                  <a:cubicBezTo>
                    <a:pt x="701950" y="1559810"/>
                    <a:pt x="671302" y="1597219"/>
                    <a:pt x="640548" y="1634323"/>
                  </a:cubicBezTo>
                  <a:cubicBezTo>
                    <a:pt x="579362" y="1708838"/>
                    <a:pt x="516980" y="1781618"/>
                    <a:pt x="457317" y="1855930"/>
                  </a:cubicBezTo>
                  <a:cubicBezTo>
                    <a:pt x="427540" y="1893033"/>
                    <a:pt x="397870" y="1930239"/>
                    <a:pt x="369288" y="1967955"/>
                  </a:cubicBezTo>
                  <a:cubicBezTo>
                    <a:pt x="341141" y="2005976"/>
                    <a:pt x="313211" y="2044100"/>
                    <a:pt x="287128" y="2083243"/>
                  </a:cubicBezTo>
                  <a:cubicBezTo>
                    <a:pt x="260936" y="2122284"/>
                    <a:pt x="235506" y="2161835"/>
                    <a:pt x="212683" y="2202607"/>
                  </a:cubicBezTo>
                  <a:cubicBezTo>
                    <a:pt x="200728" y="2222791"/>
                    <a:pt x="190187" y="2243586"/>
                    <a:pt x="179101" y="2264177"/>
                  </a:cubicBezTo>
                  <a:cubicBezTo>
                    <a:pt x="168886" y="2285072"/>
                    <a:pt x="158127" y="2305867"/>
                    <a:pt x="148890" y="2327172"/>
                  </a:cubicBezTo>
                  <a:cubicBezTo>
                    <a:pt x="109982" y="2411777"/>
                    <a:pt x="81183" y="2500256"/>
                    <a:pt x="61295" y="2590672"/>
                  </a:cubicBezTo>
                  <a:cubicBezTo>
                    <a:pt x="42386" y="2681292"/>
                    <a:pt x="33147" y="2773643"/>
                    <a:pt x="32604" y="2866202"/>
                  </a:cubicBezTo>
                  <a:cubicBezTo>
                    <a:pt x="32495" y="3051925"/>
                    <a:pt x="55643" y="3237650"/>
                    <a:pt x="100853" y="3418074"/>
                  </a:cubicBezTo>
                  <a:cubicBezTo>
                    <a:pt x="123133" y="3508490"/>
                    <a:pt x="151498" y="3597377"/>
                    <a:pt x="184971" y="3684428"/>
                  </a:cubicBezTo>
                  <a:cubicBezTo>
                    <a:pt x="192796" y="3706344"/>
                    <a:pt x="202250" y="3727751"/>
                    <a:pt x="210836" y="3749462"/>
                  </a:cubicBezTo>
                  <a:cubicBezTo>
                    <a:pt x="219421" y="3771175"/>
                    <a:pt x="228985" y="3792479"/>
                    <a:pt x="238440" y="3813783"/>
                  </a:cubicBezTo>
                  <a:lnTo>
                    <a:pt x="252894" y="3845688"/>
                  </a:lnTo>
                  <a:lnTo>
                    <a:pt x="268109" y="3877287"/>
                  </a:lnTo>
                  <a:cubicBezTo>
                    <a:pt x="278215" y="3898287"/>
                    <a:pt x="288432" y="3919284"/>
                    <a:pt x="299409" y="3939978"/>
                  </a:cubicBezTo>
                  <a:cubicBezTo>
                    <a:pt x="341792" y="4023258"/>
                    <a:pt x="389828" y="4103787"/>
                    <a:pt x="440689" y="4182378"/>
                  </a:cubicBezTo>
                  <a:cubicBezTo>
                    <a:pt x="492420" y="4260561"/>
                    <a:pt x="547953" y="4336299"/>
                    <a:pt x="606640" y="4409488"/>
                  </a:cubicBezTo>
                  <a:cubicBezTo>
                    <a:pt x="665381" y="4482677"/>
                    <a:pt x="727435" y="4553292"/>
                    <a:pt x="792425" y="4621205"/>
                  </a:cubicBezTo>
                  <a:lnTo>
                    <a:pt x="802442" y="4630833"/>
                  </a:lnTo>
                  <a:lnTo>
                    <a:pt x="592561" y="4630833"/>
                  </a:lnTo>
                  <a:lnTo>
                    <a:pt x="489377" y="4483185"/>
                  </a:lnTo>
                  <a:cubicBezTo>
                    <a:pt x="437212" y="4401230"/>
                    <a:pt x="388850" y="4317339"/>
                    <a:pt x="344944" y="4231611"/>
                  </a:cubicBezTo>
                  <a:cubicBezTo>
                    <a:pt x="300386" y="4146191"/>
                    <a:pt x="260828" y="4058731"/>
                    <a:pt x="224311" y="3970456"/>
                  </a:cubicBezTo>
                  <a:cubicBezTo>
                    <a:pt x="78901" y="3617049"/>
                    <a:pt x="1413" y="3242136"/>
                    <a:pt x="0" y="2866202"/>
                  </a:cubicBezTo>
                  <a:cubicBezTo>
                    <a:pt x="0" y="2771912"/>
                    <a:pt x="8043" y="2677417"/>
                    <a:pt x="25105" y="2584351"/>
                  </a:cubicBezTo>
                  <a:cubicBezTo>
                    <a:pt x="42928" y="2491285"/>
                    <a:pt x="69446" y="2399444"/>
                    <a:pt x="105200" y="2310863"/>
                  </a:cubicBezTo>
                  <a:cubicBezTo>
                    <a:pt x="140304" y="2221974"/>
                    <a:pt x="184318" y="2136351"/>
                    <a:pt x="232245" y="2053172"/>
                  </a:cubicBezTo>
                  <a:cubicBezTo>
                    <a:pt x="256154" y="2011379"/>
                    <a:pt x="281802" y="1970810"/>
                    <a:pt x="307667" y="1930341"/>
                  </a:cubicBezTo>
                  <a:cubicBezTo>
                    <a:pt x="333533" y="1889873"/>
                    <a:pt x="360049" y="1849915"/>
                    <a:pt x="386893" y="1810161"/>
                  </a:cubicBezTo>
                  <a:lnTo>
                    <a:pt x="548823" y="1573876"/>
                  </a:lnTo>
                  <a:cubicBezTo>
                    <a:pt x="575341" y="1534529"/>
                    <a:pt x="601098" y="1494877"/>
                    <a:pt x="626419" y="1455224"/>
                  </a:cubicBezTo>
                  <a:cubicBezTo>
                    <a:pt x="651959" y="1415266"/>
                    <a:pt x="675434" y="1376225"/>
                    <a:pt x="701081" y="1334534"/>
                  </a:cubicBezTo>
                  <a:cubicBezTo>
                    <a:pt x="751290" y="1252070"/>
                    <a:pt x="804324" y="1170828"/>
                    <a:pt x="861162" y="1091320"/>
                  </a:cubicBezTo>
                  <a:cubicBezTo>
                    <a:pt x="917894" y="1011810"/>
                    <a:pt x="977884" y="933729"/>
                    <a:pt x="1042329" y="858093"/>
                  </a:cubicBezTo>
                  <a:cubicBezTo>
                    <a:pt x="1171765" y="707536"/>
                    <a:pt x="1319348" y="566764"/>
                    <a:pt x="1487799" y="446686"/>
                  </a:cubicBezTo>
                  <a:cubicBezTo>
                    <a:pt x="1571699" y="386340"/>
                    <a:pt x="1661031" y="332010"/>
                    <a:pt x="1754060" y="283388"/>
                  </a:cubicBezTo>
                  <a:cubicBezTo>
                    <a:pt x="1847414" y="235478"/>
                    <a:pt x="1944463" y="193278"/>
                    <a:pt x="2044121" y="157906"/>
                  </a:cubicBezTo>
                  <a:cubicBezTo>
                    <a:pt x="2143778" y="122638"/>
                    <a:pt x="2245936" y="93789"/>
                    <a:pt x="2349287" y="71364"/>
                  </a:cubicBezTo>
                  <a:cubicBezTo>
                    <a:pt x="2452641" y="48939"/>
                    <a:pt x="2556971" y="32935"/>
                    <a:pt x="2661411" y="21213"/>
                  </a:cubicBezTo>
                  <a:cubicBezTo>
                    <a:pt x="2713576" y="14994"/>
                    <a:pt x="2765850" y="11222"/>
                    <a:pt x="2818124" y="7146"/>
                  </a:cubicBezTo>
                  <a:cubicBezTo>
                    <a:pt x="2870290" y="4596"/>
                    <a:pt x="2922672" y="1640"/>
                    <a:pt x="2974728" y="1029"/>
                  </a:cubicBezTo>
                  <a:cubicBezTo>
                    <a:pt x="3000811" y="519"/>
                    <a:pt x="3026568" y="-296"/>
                    <a:pt x="3053738" y="11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3FBDC420-0BDF-6589-E298-0271F9C7B2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5112326" y="0"/>
            <a:ext cx="4683941" cy="3456291"/>
            <a:chOff x="4345582" y="0"/>
            <a:chExt cx="5069918" cy="3741104"/>
          </a:xfrm>
          <a:solidFill>
            <a:schemeClr val="accent5">
              <a:alpha val="5000"/>
            </a:schemeClr>
          </a:solidFill>
        </p:grpSpPr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20AA7224-DCBE-2379-0665-0E9D8C4623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45582" y="1"/>
              <a:ext cx="5069918" cy="3741103"/>
            </a:xfrm>
            <a:custGeom>
              <a:avLst/>
              <a:gdLst>
                <a:gd name="connsiteX0" fmla="*/ 475344 w 5069918"/>
                <a:gd name="connsiteY0" fmla="*/ 0 h 3741103"/>
                <a:gd name="connsiteX1" fmla="*/ 643707 w 5069918"/>
                <a:gd name="connsiteY1" fmla="*/ 0 h 3741103"/>
                <a:gd name="connsiteX2" fmla="*/ 635672 w 5069918"/>
                <a:gd name="connsiteY2" fmla="*/ 7778 h 3741103"/>
                <a:gd name="connsiteX3" fmla="*/ 486638 w 5069918"/>
                <a:gd name="connsiteY3" fmla="*/ 178818 h 3741103"/>
                <a:gd name="connsiteX4" fmla="*/ 353514 w 5069918"/>
                <a:gd name="connsiteY4" fmla="*/ 362293 h 3741103"/>
                <a:gd name="connsiteX5" fmla="*/ 240181 w 5069918"/>
                <a:gd name="connsiteY5" fmla="*/ 558120 h 3741103"/>
                <a:gd name="connsiteX6" fmla="*/ 215073 w 5069918"/>
                <a:gd name="connsiteY6" fmla="*/ 608766 h 3741103"/>
                <a:gd name="connsiteX7" fmla="*/ 202868 w 5069918"/>
                <a:gd name="connsiteY7" fmla="*/ 634294 h 3741103"/>
                <a:gd name="connsiteX8" fmla="*/ 191273 w 5069918"/>
                <a:gd name="connsiteY8" fmla="*/ 660069 h 3741103"/>
                <a:gd name="connsiteX9" fmla="*/ 169129 w 5069918"/>
                <a:gd name="connsiteY9" fmla="*/ 712032 h 3741103"/>
                <a:gd name="connsiteX10" fmla="*/ 148381 w 5069918"/>
                <a:gd name="connsiteY10" fmla="*/ 764571 h 3741103"/>
                <a:gd name="connsiteX11" fmla="*/ 80903 w 5069918"/>
                <a:gd name="connsiteY11" fmla="*/ 979750 h 3741103"/>
                <a:gd name="connsiteX12" fmla="*/ 26154 w 5069918"/>
                <a:gd name="connsiteY12" fmla="*/ 1425590 h 3741103"/>
                <a:gd name="connsiteX13" fmla="*/ 49170 w 5069918"/>
                <a:gd name="connsiteY13" fmla="*/ 1648182 h 3741103"/>
                <a:gd name="connsiteX14" fmla="*/ 119437 w 5069918"/>
                <a:gd name="connsiteY14" fmla="*/ 1861055 h 3741103"/>
                <a:gd name="connsiteX15" fmla="*/ 143672 w 5069918"/>
                <a:gd name="connsiteY15" fmla="*/ 1911947 h 3741103"/>
                <a:gd name="connsiteX16" fmla="*/ 170611 w 5069918"/>
                <a:gd name="connsiteY16" fmla="*/ 1961687 h 3741103"/>
                <a:gd name="connsiteX17" fmla="*/ 230330 w 5069918"/>
                <a:gd name="connsiteY17" fmla="*/ 2058118 h 3741103"/>
                <a:gd name="connsiteX18" fmla="*/ 296237 w 5069918"/>
                <a:gd name="connsiteY18" fmla="*/ 2151255 h 3741103"/>
                <a:gd name="connsiteX19" fmla="*/ 366853 w 5069918"/>
                <a:gd name="connsiteY19" fmla="*/ 2241757 h 3741103"/>
                <a:gd name="connsiteX20" fmla="*/ 513838 w 5069918"/>
                <a:gd name="connsiteY20" fmla="*/ 2420786 h 3741103"/>
                <a:gd name="connsiteX21" fmla="*/ 587330 w 5069918"/>
                <a:gd name="connsiteY21" fmla="*/ 2511534 h 3741103"/>
                <a:gd name="connsiteX22" fmla="*/ 658817 w 5069918"/>
                <a:gd name="connsiteY22" fmla="*/ 2603437 h 3741103"/>
                <a:gd name="connsiteX23" fmla="*/ 730305 w 5069918"/>
                <a:gd name="connsiteY23" fmla="*/ 2692210 h 3741103"/>
                <a:gd name="connsiteX24" fmla="*/ 805018 w 5069918"/>
                <a:gd name="connsiteY24" fmla="*/ 2777936 h 3741103"/>
                <a:gd name="connsiteX25" fmla="*/ 963424 w 5069918"/>
                <a:gd name="connsiteY25" fmla="*/ 2939588 h 3741103"/>
                <a:gd name="connsiteX26" fmla="*/ 1319204 w 5069918"/>
                <a:gd name="connsiteY26" fmla="*/ 3209447 h 3741103"/>
                <a:gd name="connsiteX27" fmla="*/ 1515882 w 5069918"/>
                <a:gd name="connsiteY27" fmla="*/ 3310902 h 3741103"/>
                <a:gd name="connsiteX28" fmla="*/ 1723456 w 5069918"/>
                <a:gd name="connsiteY28" fmla="*/ 3387570 h 3741103"/>
                <a:gd name="connsiteX29" fmla="*/ 1939662 w 5069918"/>
                <a:gd name="connsiteY29" fmla="*/ 3440520 h 3741103"/>
                <a:gd name="connsiteX30" fmla="*/ 2162581 w 5069918"/>
                <a:gd name="connsiteY30" fmla="*/ 3470167 h 3741103"/>
                <a:gd name="connsiteX31" fmla="*/ 2389597 w 5069918"/>
                <a:gd name="connsiteY31" fmla="*/ 3479472 h 3741103"/>
                <a:gd name="connsiteX32" fmla="*/ 2446002 w 5069918"/>
                <a:gd name="connsiteY32" fmla="*/ 3479059 h 3741103"/>
                <a:gd name="connsiteX33" fmla="*/ 2473639 w 5069918"/>
                <a:gd name="connsiteY33" fmla="*/ 3478402 h 3741103"/>
                <a:gd name="connsiteX34" fmla="*/ 2501187 w 5069918"/>
                <a:gd name="connsiteY34" fmla="*/ 3477083 h 3741103"/>
                <a:gd name="connsiteX35" fmla="*/ 2610685 w 5069918"/>
                <a:gd name="connsiteY35" fmla="*/ 3468025 h 3741103"/>
                <a:gd name="connsiteX36" fmla="*/ 3033071 w 5069918"/>
                <a:gd name="connsiteY36" fmla="*/ 3360230 h 3741103"/>
                <a:gd name="connsiteX37" fmla="*/ 3232974 w 5069918"/>
                <a:gd name="connsiteY37" fmla="*/ 3266681 h 3741103"/>
                <a:gd name="connsiteX38" fmla="*/ 3425990 w 5069918"/>
                <a:gd name="connsiteY38" fmla="*/ 3152873 h 3741103"/>
                <a:gd name="connsiteX39" fmla="*/ 3613601 w 5069918"/>
                <a:gd name="connsiteY39" fmla="*/ 3024078 h 3741103"/>
                <a:gd name="connsiteX40" fmla="*/ 3706185 w 5069918"/>
                <a:gd name="connsiteY40" fmla="*/ 2955893 h 3741103"/>
                <a:gd name="connsiteX41" fmla="*/ 3799729 w 5069918"/>
                <a:gd name="connsiteY41" fmla="*/ 2885155 h 3741103"/>
                <a:gd name="connsiteX42" fmla="*/ 4175561 w 5069918"/>
                <a:gd name="connsiteY42" fmla="*/ 2606072 h 3741103"/>
                <a:gd name="connsiteX43" fmla="*/ 4517132 w 5069918"/>
                <a:gd name="connsiteY43" fmla="*/ 2312331 h 3741103"/>
                <a:gd name="connsiteX44" fmla="*/ 4659758 w 5069918"/>
                <a:gd name="connsiteY44" fmla="*/ 2148703 h 3741103"/>
                <a:gd name="connsiteX45" fmla="*/ 4773178 w 5069918"/>
                <a:gd name="connsiteY45" fmla="*/ 1969674 h 3741103"/>
                <a:gd name="connsiteX46" fmla="*/ 4892092 w 5069918"/>
                <a:gd name="connsiteY46" fmla="*/ 1567562 h 3741103"/>
                <a:gd name="connsiteX47" fmla="*/ 4898804 w 5069918"/>
                <a:gd name="connsiteY47" fmla="*/ 1460754 h 3741103"/>
                <a:gd name="connsiteX48" fmla="*/ 4899153 w 5069918"/>
                <a:gd name="connsiteY48" fmla="*/ 1406239 h 3741103"/>
                <a:gd name="connsiteX49" fmla="*/ 4898456 w 5069918"/>
                <a:gd name="connsiteY49" fmla="*/ 1350735 h 3741103"/>
                <a:gd name="connsiteX50" fmla="*/ 4886774 w 5069918"/>
                <a:gd name="connsiteY50" fmla="*/ 1128886 h 3741103"/>
                <a:gd name="connsiteX51" fmla="*/ 4815896 w 5069918"/>
                <a:gd name="connsiteY51" fmla="*/ 689221 h 3741103"/>
                <a:gd name="connsiteX52" fmla="*/ 4673183 w 5069918"/>
                <a:gd name="connsiteY52" fmla="*/ 264874 h 3741103"/>
                <a:gd name="connsiteX53" fmla="*/ 4625496 w 5069918"/>
                <a:gd name="connsiteY53" fmla="*/ 162925 h 3741103"/>
                <a:gd name="connsiteX54" fmla="*/ 4572490 w 5069918"/>
                <a:gd name="connsiteY54" fmla="*/ 63364 h 3741103"/>
                <a:gd name="connsiteX55" fmla="*/ 4532299 w 5069918"/>
                <a:gd name="connsiteY55" fmla="*/ 0 h 3741103"/>
                <a:gd name="connsiteX56" fmla="*/ 4626680 w 5069918"/>
                <a:gd name="connsiteY56" fmla="*/ 0 h 3741103"/>
                <a:gd name="connsiteX57" fmla="*/ 4643978 w 5069918"/>
                <a:gd name="connsiteY57" fmla="*/ 26636 h 3741103"/>
                <a:gd name="connsiteX58" fmla="*/ 4700644 w 5069918"/>
                <a:gd name="connsiteY58" fmla="*/ 128338 h 3741103"/>
                <a:gd name="connsiteX59" fmla="*/ 4753214 w 5069918"/>
                <a:gd name="connsiteY59" fmla="*/ 232016 h 3741103"/>
                <a:gd name="connsiteX60" fmla="*/ 4921297 w 5069918"/>
                <a:gd name="connsiteY60" fmla="*/ 663363 h 3741103"/>
                <a:gd name="connsiteX61" fmla="*/ 5027482 w 5069918"/>
                <a:gd name="connsiteY61" fmla="*/ 1112991 h 3741103"/>
                <a:gd name="connsiteX62" fmla="*/ 5058082 w 5069918"/>
                <a:gd name="connsiteY62" fmla="*/ 1342088 h 3741103"/>
                <a:gd name="connsiteX63" fmla="*/ 5063486 w 5069918"/>
                <a:gd name="connsiteY63" fmla="*/ 1399651 h 3741103"/>
                <a:gd name="connsiteX64" fmla="*/ 5067846 w 5069918"/>
                <a:gd name="connsiteY64" fmla="*/ 1458284 h 3741103"/>
                <a:gd name="connsiteX65" fmla="*/ 5069414 w 5069918"/>
                <a:gd name="connsiteY65" fmla="*/ 1577772 h 3741103"/>
                <a:gd name="connsiteX66" fmla="*/ 5040732 w 5069918"/>
                <a:gd name="connsiteY66" fmla="*/ 1817822 h 3741103"/>
                <a:gd name="connsiteX67" fmla="*/ 4964102 w 5069918"/>
                <a:gd name="connsiteY67" fmla="*/ 2050871 h 3741103"/>
                <a:gd name="connsiteX68" fmla="*/ 4689486 w 5069918"/>
                <a:gd name="connsiteY68" fmla="*/ 2458008 h 3741103"/>
                <a:gd name="connsiteX69" fmla="*/ 4333792 w 5069918"/>
                <a:gd name="connsiteY69" fmla="*/ 2784606 h 3741103"/>
                <a:gd name="connsiteX70" fmla="*/ 3965197 w 5069918"/>
                <a:gd name="connsiteY70" fmla="*/ 3076041 h 3741103"/>
                <a:gd name="connsiteX71" fmla="*/ 3873745 w 5069918"/>
                <a:gd name="connsiteY71" fmla="*/ 3149167 h 3741103"/>
                <a:gd name="connsiteX72" fmla="*/ 3779416 w 5069918"/>
                <a:gd name="connsiteY72" fmla="*/ 3222705 h 3741103"/>
                <a:gd name="connsiteX73" fmla="*/ 3582739 w 5069918"/>
                <a:gd name="connsiteY73" fmla="*/ 3364594 h 3741103"/>
                <a:gd name="connsiteX74" fmla="*/ 3371851 w 5069918"/>
                <a:gd name="connsiteY74" fmla="*/ 3494377 h 3741103"/>
                <a:gd name="connsiteX75" fmla="*/ 3143615 w 5069918"/>
                <a:gd name="connsiteY75" fmla="*/ 3603819 h 3741103"/>
                <a:gd name="connsiteX76" fmla="*/ 2643552 w 5069918"/>
                <a:gd name="connsiteY76" fmla="*/ 3730555 h 3741103"/>
                <a:gd name="connsiteX77" fmla="*/ 2514264 w 5069918"/>
                <a:gd name="connsiteY77" fmla="*/ 3739696 h 3741103"/>
                <a:gd name="connsiteX78" fmla="*/ 2481920 w 5069918"/>
                <a:gd name="connsiteY78" fmla="*/ 3740849 h 3741103"/>
                <a:gd name="connsiteX79" fmla="*/ 2449664 w 5069918"/>
                <a:gd name="connsiteY79" fmla="*/ 3741014 h 3741103"/>
                <a:gd name="connsiteX80" fmla="*/ 2386284 w 5069918"/>
                <a:gd name="connsiteY80" fmla="*/ 3740273 h 3741103"/>
                <a:gd name="connsiteX81" fmla="*/ 2260658 w 5069918"/>
                <a:gd name="connsiteY81" fmla="*/ 3735331 h 3741103"/>
                <a:gd name="connsiteX82" fmla="*/ 2134945 w 5069918"/>
                <a:gd name="connsiteY82" fmla="*/ 3723967 h 3741103"/>
                <a:gd name="connsiteX83" fmla="*/ 1884564 w 5069918"/>
                <a:gd name="connsiteY83" fmla="*/ 3683451 h 3741103"/>
                <a:gd name="connsiteX84" fmla="*/ 1639764 w 5069918"/>
                <a:gd name="connsiteY84" fmla="*/ 3613537 h 3741103"/>
                <a:gd name="connsiteX85" fmla="*/ 1407081 w 5069918"/>
                <a:gd name="connsiteY85" fmla="*/ 3512164 h 3741103"/>
                <a:gd name="connsiteX86" fmla="*/ 1193491 w 5069918"/>
                <a:gd name="connsiteY86" fmla="*/ 3380240 h 3741103"/>
                <a:gd name="connsiteX87" fmla="*/ 836141 w 5069918"/>
                <a:gd name="connsiteY87" fmla="*/ 3047878 h 3741103"/>
                <a:gd name="connsiteX88" fmla="*/ 690812 w 5069918"/>
                <a:gd name="connsiteY88" fmla="*/ 2859461 h 3741103"/>
                <a:gd name="connsiteX89" fmla="*/ 562397 w 5069918"/>
                <a:gd name="connsiteY89" fmla="*/ 2662976 h 3741103"/>
                <a:gd name="connsiteX90" fmla="*/ 502504 w 5069918"/>
                <a:gd name="connsiteY90" fmla="*/ 2565474 h 3741103"/>
                <a:gd name="connsiteX91" fmla="*/ 440258 w 5069918"/>
                <a:gd name="connsiteY91" fmla="*/ 2469619 h 3741103"/>
                <a:gd name="connsiteX92" fmla="*/ 310360 w 5069918"/>
                <a:gd name="connsiteY92" fmla="*/ 2278732 h 3741103"/>
                <a:gd name="connsiteX93" fmla="*/ 246806 w 5069918"/>
                <a:gd name="connsiteY93" fmla="*/ 2181642 h 3741103"/>
                <a:gd name="connsiteX94" fmla="*/ 186303 w 5069918"/>
                <a:gd name="connsiteY94" fmla="*/ 2082411 h 3741103"/>
                <a:gd name="connsiteX95" fmla="*/ 84390 w 5069918"/>
                <a:gd name="connsiteY95" fmla="*/ 1874231 h 3741103"/>
                <a:gd name="connsiteX96" fmla="*/ 20139 w 5069918"/>
                <a:gd name="connsiteY96" fmla="*/ 1653288 h 3741103"/>
                <a:gd name="connsiteX97" fmla="*/ 0 w 5069918"/>
                <a:gd name="connsiteY97" fmla="*/ 1425590 h 3741103"/>
                <a:gd name="connsiteX98" fmla="*/ 179939 w 5069918"/>
                <a:gd name="connsiteY98" fmla="*/ 533498 h 3741103"/>
                <a:gd name="connsiteX99" fmla="*/ 276709 w 5069918"/>
                <a:gd name="connsiteY99" fmla="*/ 322519 h 3741103"/>
                <a:gd name="connsiteX100" fmla="*/ 392571 w 5069918"/>
                <a:gd name="connsiteY100" fmla="*/ 119280 h 3741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5069918" h="3741103">
                  <a:moveTo>
                    <a:pt x="475344" y="0"/>
                  </a:moveTo>
                  <a:lnTo>
                    <a:pt x="643707" y="0"/>
                  </a:lnTo>
                  <a:lnTo>
                    <a:pt x="635672" y="7778"/>
                  </a:lnTo>
                  <a:cubicBezTo>
                    <a:pt x="583538" y="62643"/>
                    <a:pt x="533759" y="119691"/>
                    <a:pt x="486638" y="178818"/>
                  </a:cubicBezTo>
                  <a:cubicBezTo>
                    <a:pt x="439560" y="237945"/>
                    <a:pt x="395012" y="299131"/>
                    <a:pt x="353514" y="362293"/>
                  </a:cubicBezTo>
                  <a:cubicBezTo>
                    <a:pt x="312714" y="425784"/>
                    <a:pt x="274180" y="490841"/>
                    <a:pt x="240181" y="558120"/>
                  </a:cubicBezTo>
                  <a:cubicBezTo>
                    <a:pt x="231376" y="574838"/>
                    <a:pt x="223180" y="591801"/>
                    <a:pt x="215073" y="608766"/>
                  </a:cubicBezTo>
                  <a:lnTo>
                    <a:pt x="202868" y="634294"/>
                  </a:lnTo>
                  <a:lnTo>
                    <a:pt x="191273" y="660069"/>
                  </a:lnTo>
                  <a:cubicBezTo>
                    <a:pt x="183688" y="677280"/>
                    <a:pt x="176016" y="694491"/>
                    <a:pt x="169129" y="712032"/>
                  </a:cubicBezTo>
                  <a:cubicBezTo>
                    <a:pt x="162242" y="729572"/>
                    <a:pt x="154658" y="746866"/>
                    <a:pt x="148381" y="764571"/>
                  </a:cubicBezTo>
                  <a:cubicBezTo>
                    <a:pt x="121529" y="834897"/>
                    <a:pt x="98775" y="906706"/>
                    <a:pt x="80903" y="979750"/>
                  </a:cubicBezTo>
                  <a:cubicBezTo>
                    <a:pt x="44636" y="1125509"/>
                    <a:pt x="26067" y="1275550"/>
                    <a:pt x="26154" y="1425590"/>
                  </a:cubicBezTo>
                  <a:cubicBezTo>
                    <a:pt x="26590" y="1500365"/>
                    <a:pt x="34001" y="1574973"/>
                    <a:pt x="49170" y="1648182"/>
                  </a:cubicBezTo>
                  <a:cubicBezTo>
                    <a:pt x="65124" y="1721226"/>
                    <a:pt x="88226" y="1792705"/>
                    <a:pt x="119437" y="1861055"/>
                  </a:cubicBezTo>
                  <a:cubicBezTo>
                    <a:pt x="126847" y="1878267"/>
                    <a:pt x="135478" y="1895066"/>
                    <a:pt x="143672" y="1911947"/>
                  </a:cubicBezTo>
                  <a:cubicBezTo>
                    <a:pt x="152565" y="1928582"/>
                    <a:pt x="161021" y="1945381"/>
                    <a:pt x="170611" y="1961687"/>
                  </a:cubicBezTo>
                  <a:cubicBezTo>
                    <a:pt x="188919" y="1994626"/>
                    <a:pt x="209319" y="2026578"/>
                    <a:pt x="230330" y="2058118"/>
                  </a:cubicBezTo>
                  <a:cubicBezTo>
                    <a:pt x="251253" y="2089740"/>
                    <a:pt x="273658" y="2120539"/>
                    <a:pt x="296237" y="2151255"/>
                  </a:cubicBezTo>
                  <a:cubicBezTo>
                    <a:pt x="319165" y="2181725"/>
                    <a:pt x="342966" y="2211782"/>
                    <a:pt x="366853" y="2241757"/>
                  </a:cubicBezTo>
                  <a:cubicBezTo>
                    <a:pt x="414714" y="2301791"/>
                    <a:pt x="464756" y="2360588"/>
                    <a:pt x="513838" y="2420786"/>
                  </a:cubicBezTo>
                  <a:cubicBezTo>
                    <a:pt x="538509" y="2450761"/>
                    <a:pt x="563094" y="2480983"/>
                    <a:pt x="587330" y="2511534"/>
                  </a:cubicBezTo>
                  <a:cubicBezTo>
                    <a:pt x="611479" y="2541839"/>
                    <a:pt x="635453" y="2574038"/>
                    <a:pt x="658817" y="2603437"/>
                  </a:cubicBezTo>
                  <a:cubicBezTo>
                    <a:pt x="682008" y="2633577"/>
                    <a:pt x="706330" y="2662811"/>
                    <a:pt x="730305" y="2692210"/>
                  </a:cubicBezTo>
                  <a:cubicBezTo>
                    <a:pt x="754977" y="2721115"/>
                    <a:pt x="779474" y="2750019"/>
                    <a:pt x="805018" y="2777936"/>
                  </a:cubicBezTo>
                  <a:cubicBezTo>
                    <a:pt x="855757" y="2834098"/>
                    <a:pt x="908500" y="2888202"/>
                    <a:pt x="963424" y="2939588"/>
                  </a:cubicBezTo>
                  <a:cubicBezTo>
                    <a:pt x="1073444" y="3042113"/>
                    <a:pt x="1192183" y="3133604"/>
                    <a:pt x="1319204" y="3209447"/>
                  </a:cubicBezTo>
                  <a:cubicBezTo>
                    <a:pt x="1382846" y="3247164"/>
                    <a:pt x="1448143" y="3281751"/>
                    <a:pt x="1515882" y="3310902"/>
                  </a:cubicBezTo>
                  <a:cubicBezTo>
                    <a:pt x="1583184" y="3340877"/>
                    <a:pt x="1652666" y="3366159"/>
                    <a:pt x="1723456" y="3387570"/>
                  </a:cubicBezTo>
                  <a:cubicBezTo>
                    <a:pt x="1794246" y="3409063"/>
                    <a:pt x="1866431" y="3426439"/>
                    <a:pt x="1939662" y="3440520"/>
                  </a:cubicBezTo>
                  <a:cubicBezTo>
                    <a:pt x="2012981" y="3454355"/>
                    <a:pt x="2087519" y="3463825"/>
                    <a:pt x="2162581" y="3470167"/>
                  </a:cubicBezTo>
                  <a:cubicBezTo>
                    <a:pt x="2237643" y="3476589"/>
                    <a:pt x="2313489" y="3479390"/>
                    <a:pt x="2389597" y="3479472"/>
                  </a:cubicBezTo>
                  <a:cubicBezTo>
                    <a:pt x="2408602" y="3479472"/>
                    <a:pt x="2427869" y="3479801"/>
                    <a:pt x="2446002" y="3479059"/>
                  </a:cubicBezTo>
                  <a:lnTo>
                    <a:pt x="2473639" y="3478402"/>
                  </a:lnTo>
                  <a:lnTo>
                    <a:pt x="2501187" y="3477083"/>
                  </a:lnTo>
                  <a:cubicBezTo>
                    <a:pt x="2537890" y="3475519"/>
                    <a:pt x="2574418" y="3472060"/>
                    <a:pt x="2610685" y="3468025"/>
                  </a:cubicBezTo>
                  <a:cubicBezTo>
                    <a:pt x="2755926" y="3451226"/>
                    <a:pt x="2897244" y="3414415"/>
                    <a:pt x="3033071" y="3360230"/>
                  </a:cubicBezTo>
                  <a:cubicBezTo>
                    <a:pt x="3101158" y="3333383"/>
                    <a:pt x="3167589" y="3301514"/>
                    <a:pt x="3232974" y="3266681"/>
                  </a:cubicBezTo>
                  <a:cubicBezTo>
                    <a:pt x="3298446" y="3232011"/>
                    <a:pt x="3362697" y="3193554"/>
                    <a:pt x="3425990" y="3152873"/>
                  </a:cubicBezTo>
                  <a:cubicBezTo>
                    <a:pt x="3489282" y="3112110"/>
                    <a:pt x="3551529" y="3068712"/>
                    <a:pt x="3613601" y="3024078"/>
                  </a:cubicBezTo>
                  <a:cubicBezTo>
                    <a:pt x="3644549" y="3001762"/>
                    <a:pt x="3675411" y="2978868"/>
                    <a:pt x="3706185" y="2955893"/>
                  </a:cubicBezTo>
                  <a:lnTo>
                    <a:pt x="3799729" y="2885155"/>
                  </a:lnTo>
                  <a:cubicBezTo>
                    <a:pt x="3926402" y="2790205"/>
                    <a:pt x="4053597" y="2699374"/>
                    <a:pt x="4175561" y="2606072"/>
                  </a:cubicBezTo>
                  <a:cubicBezTo>
                    <a:pt x="4297526" y="2512852"/>
                    <a:pt x="4414084" y="2416833"/>
                    <a:pt x="4517132" y="2312331"/>
                  </a:cubicBezTo>
                  <a:cubicBezTo>
                    <a:pt x="4568480" y="2259956"/>
                    <a:pt x="4616604" y="2205689"/>
                    <a:pt x="4659758" y="2148703"/>
                  </a:cubicBezTo>
                  <a:cubicBezTo>
                    <a:pt x="4702650" y="2091634"/>
                    <a:pt x="4741184" y="2032096"/>
                    <a:pt x="4773178" y="1969674"/>
                  </a:cubicBezTo>
                  <a:cubicBezTo>
                    <a:pt x="4837865" y="1845080"/>
                    <a:pt x="4877446" y="1709038"/>
                    <a:pt x="4892092" y="1567562"/>
                  </a:cubicBezTo>
                  <a:cubicBezTo>
                    <a:pt x="4895666" y="1532233"/>
                    <a:pt x="4897845" y="1496576"/>
                    <a:pt x="4898804" y="1460754"/>
                  </a:cubicBezTo>
                  <a:cubicBezTo>
                    <a:pt x="4899066" y="1442884"/>
                    <a:pt x="4899414" y="1425015"/>
                    <a:pt x="4899153" y="1406239"/>
                  </a:cubicBezTo>
                  <a:cubicBezTo>
                    <a:pt x="4898979" y="1387711"/>
                    <a:pt x="4899066" y="1369263"/>
                    <a:pt x="4898456" y="1350735"/>
                  </a:cubicBezTo>
                  <a:cubicBezTo>
                    <a:pt x="4896974" y="1276703"/>
                    <a:pt x="4893226" y="1202753"/>
                    <a:pt x="4886774" y="1128886"/>
                  </a:cubicBezTo>
                  <a:cubicBezTo>
                    <a:pt x="4873610" y="981232"/>
                    <a:pt x="4851030" y="833991"/>
                    <a:pt x="4815896" y="689221"/>
                  </a:cubicBezTo>
                  <a:cubicBezTo>
                    <a:pt x="4780676" y="544533"/>
                    <a:pt x="4733860" y="402068"/>
                    <a:pt x="4673183" y="264874"/>
                  </a:cubicBezTo>
                  <a:cubicBezTo>
                    <a:pt x="4658101" y="230533"/>
                    <a:pt x="4642147" y="196605"/>
                    <a:pt x="4625496" y="162925"/>
                  </a:cubicBezTo>
                  <a:cubicBezTo>
                    <a:pt x="4608583" y="129326"/>
                    <a:pt x="4590885" y="96222"/>
                    <a:pt x="4572490" y="63364"/>
                  </a:cubicBezTo>
                  <a:lnTo>
                    <a:pt x="4532299" y="0"/>
                  </a:lnTo>
                  <a:lnTo>
                    <a:pt x="4626680" y="0"/>
                  </a:lnTo>
                  <a:lnTo>
                    <a:pt x="4643978" y="26636"/>
                  </a:lnTo>
                  <a:cubicBezTo>
                    <a:pt x="4663594" y="60152"/>
                    <a:pt x="4682598" y="94080"/>
                    <a:pt x="4700644" y="128338"/>
                  </a:cubicBezTo>
                  <a:cubicBezTo>
                    <a:pt x="4718866" y="162595"/>
                    <a:pt x="4736476" y="197100"/>
                    <a:pt x="4753214" y="232016"/>
                  </a:cubicBezTo>
                  <a:cubicBezTo>
                    <a:pt x="4820082" y="371681"/>
                    <a:pt x="4875964" y="515957"/>
                    <a:pt x="4921297" y="663363"/>
                  </a:cubicBezTo>
                  <a:cubicBezTo>
                    <a:pt x="4966630" y="810687"/>
                    <a:pt x="5002460" y="960975"/>
                    <a:pt x="5027482" y="1112991"/>
                  </a:cubicBezTo>
                  <a:cubicBezTo>
                    <a:pt x="5040123" y="1189000"/>
                    <a:pt x="5050323" y="1265421"/>
                    <a:pt x="5058082" y="1342088"/>
                  </a:cubicBezTo>
                  <a:cubicBezTo>
                    <a:pt x="5060261" y="1361276"/>
                    <a:pt x="5061743" y="1380464"/>
                    <a:pt x="5063486" y="1399651"/>
                  </a:cubicBezTo>
                  <a:cubicBezTo>
                    <a:pt x="5065318" y="1418591"/>
                    <a:pt x="5066625" y="1438437"/>
                    <a:pt x="5067846" y="1458284"/>
                  </a:cubicBezTo>
                  <a:cubicBezTo>
                    <a:pt x="5069851" y="1497894"/>
                    <a:pt x="5070461" y="1537751"/>
                    <a:pt x="5069414" y="1577772"/>
                  </a:cubicBezTo>
                  <a:cubicBezTo>
                    <a:pt x="5067060" y="1657734"/>
                    <a:pt x="5057820" y="1738272"/>
                    <a:pt x="5040732" y="1817822"/>
                  </a:cubicBezTo>
                  <a:cubicBezTo>
                    <a:pt x="5023123" y="1897289"/>
                    <a:pt x="4997578" y="1975686"/>
                    <a:pt x="4964102" y="2050871"/>
                  </a:cubicBezTo>
                  <a:cubicBezTo>
                    <a:pt x="4897409" y="2201736"/>
                    <a:pt x="4799942" y="2338271"/>
                    <a:pt x="4689486" y="2458008"/>
                  </a:cubicBezTo>
                  <a:cubicBezTo>
                    <a:pt x="4579116" y="2578485"/>
                    <a:pt x="4456716" y="2684139"/>
                    <a:pt x="4333792" y="2784606"/>
                  </a:cubicBezTo>
                  <a:cubicBezTo>
                    <a:pt x="4210520" y="2884908"/>
                    <a:pt x="4085853" y="2979775"/>
                    <a:pt x="3965197" y="3076041"/>
                  </a:cubicBezTo>
                  <a:lnTo>
                    <a:pt x="3873745" y="3149167"/>
                  </a:lnTo>
                  <a:cubicBezTo>
                    <a:pt x="3842621" y="3173790"/>
                    <a:pt x="3811325" y="3198413"/>
                    <a:pt x="3779416" y="3222705"/>
                  </a:cubicBezTo>
                  <a:cubicBezTo>
                    <a:pt x="3715863" y="3271374"/>
                    <a:pt x="3650652" y="3319055"/>
                    <a:pt x="3582739" y="3364594"/>
                  </a:cubicBezTo>
                  <a:cubicBezTo>
                    <a:pt x="3514913" y="3410051"/>
                    <a:pt x="3445170" y="3454190"/>
                    <a:pt x="3371851" y="3494377"/>
                  </a:cubicBezTo>
                  <a:cubicBezTo>
                    <a:pt x="3298533" y="3534481"/>
                    <a:pt x="3222687" y="3571703"/>
                    <a:pt x="3143615" y="3603819"/>
                  </a:cubicBezTo>
                  <a:cubicBezTo>
                    <a:pt x="2985994" y="3668876"/>
                    <a:pt x="2815732" y="3712356"/>
                    <a:pt x="2643552" y="3730555"/>
                  </a:cubicBezTo>
                  <a:cubicBezTo>
                    <a:pt x="2600484" y="3734838"/>
                    <a:pt x="2557331" y="3738297"/>
                    <a:pt x="2514264" y="3739696"/>
                  </a:cubicBezTo>
                  <a:lnTo>
                    <a:pt x="2481920" y="3740849"/>
                  </a:lnTo>
                  <a:lnTo>
                    <a:pt x="2449664" y="3741014"/>
                  </a:lnTo>
                  <a:cubicBezTo>
                    <a:pt x="2427869" y="3741343"/>
                    <a:pt x="2407207" y="3740685"/>
                    <a:pt x="2386284" y="3740273"/>
                  </a:cubicBezTo>
                  <a:cubicBezTo>
                    <a:pt x="2344525" y="3739779"/>
                    <a:pt x="2302505" y="3737391"/>
                    <a:pt x="2260658" y="3735331"/>
                  </a:cubicBezTo>
                  <a:cubicBezTo>
                    <a:pt x="2218725" y="3732038"/>
                    <a:pt x="2176791" y="3728991"/>
                    <a:pt x="2134945" y="3723967"/>
                  </a:cubicBezTo>
                  <a:cubicBezTo>
                    <a:pt x="2051165" y="3714497"/>
                    <a:pt x="1967473" y="3701568"/>
                    <a:pt x="1884564" y="3683451"/>
                  </a:cubicBezTo>
                  <a:cubicBezTo>
                    <a:pt x="1801657" y="3665335"/>
                    <a:pt x="1719708" y="3642029"/>
                    <a:pt x="1639764" y="3613537"/>
                  </a:cubicBezTo>
                  <a:cubicBezTo>
                    <a:pt x="1559820" y="3584961"/>
                    <a:pt x="1481969" y="3550869"/>
                    <a:pt x="1407081" y="3512164"/>
                  </a:cubicBezTo>
                  <a:cubicBezTo>
                    <a:pt x="1332455" y="3472884"/>
                    <a:pt x="1260794" y="3428992"/>
                    <a:pt x="1193491" y="3380240"/>
                  </a:cubicBezTo>
                  <a:cubicBezTo>
                    <a:pt x="1058362" y="3283233"/>
                    <a:pt x="939973" y="3169508"/>
                    <a:pt x="836141" y="3047878"/>
                  </a:cubicBezTo>
                  <a:cubicBezTo>
                    <a:pt x="784444" y="2986774"/>
                    <a:pt x="736321" y="2923695"/>
                    <a:pt x="690812" y="2859461"/>
                  </a:cubicBezTo>
                  <a:cubicBezTo>
                    <a:pt x="645217" y="2795229"/>
                    <a:pt x="602674" y="2729596"/>
                    <a:pt x="562397" y="2662976"/>
                  </a:cubicBezTo>
                  <a:cubicBezTo>
                    <a:pt x="541823" y="2629295"/>
                    <a:pt x="522992" y="2597755"/>
                    <a:pt x="502504" y="2565474"/>
                  </a:cubicBezTo>
                  <a:cubicBezTo>
                    <a:pt x="482192" y="2533440"/>
                    <a:pt x="461530" y="2501406"/>
                    <a:pt x="440258" y="2469619"/>
                  </a:cubicBezTo>
                  <a:lnTo>
                    <a:pt x="310360" y="2278732"/>
                  </a:lnTo>
                  <a:cubicBezTo>
                    <a:pt x="288826" y="2246616"/>
                    <a:pt x="267555" y="2214335"/>
                    <a:pt x="246806" y="2181642"/>
                  </a:cubicBezTo>
                  <a:cubicBezTo>
                    <a:pt x="226057" y="2148949"/>
                    <a:pt x="205483" y="2116174"/>
                    <a:pt x="186303" y="2082411"/>
                  </a:cubicBezTo>
                  <a:cubicBezTo>
                    <a:pt x="147857" y="2015213"/>
                    <a:pt x="112550" y="1946041"/>
                    <a:pt x="84390" y="1874231"/>
                  </a:cubicBezTo>
                  <a:cubicBezTo>
                    <a:pt x="55708" y="1802669"/>
                    <a:pt x="34436" y="1728473"/>
                    <a:pt x="20139" y="1653288"/>
                  </a:cubicBezTo>
                  <a:cubicBezTo>
                    <a:pt x="6452" y="1578103"/>
                    <a:pt x="0" y="1501764"/>
                    <a:pt x="0" y="1425590"/>
                  </a:cubicBezTo>
                  <a:cubicBezTo>
                    <a:pt x="1133" y="1121885"/>
                    <a:pt x="63293" y="819004"/>
                    <a:pt x="179939" y="533498"/>
                  </a:cubicBezTo>
                  <a:cubicBezTo>
                    <a:pt x="209232" y="462183"/>
                    <a:pt x="240965" y="391527"/>
                    <a:pt x="276709" y="322519"/>
                  </a:cubicBezTo>
                  <a:cubicBezTo>
                    <a:pt x="311930" y="253262"/>
                    <a:pt x="350725" y="185489"/>
                    <a:pt x="392571" y="11928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92EFA03B-C8B6-BC66-D9AB-14249213AE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62838" y="1"/>
              <a:ext cx="4960548" cy="3526297"/>
            </a:xfrm>
            <a:custGeom>
              <a:avLst/>
              <a:gdLst>
                <a:gd name="connsiteX0" fmla="*/ 542883 w 4960548"/>
                <a:gd name="connsiteY0" fmla="*/ 0 h 3526297"/>
                <a:gd name="connsiteX1" fmla="*/ 826658 w 4960548"/>
                <a:gd name="connsiteY1" fmla="*/ 0 h 3526297"/>
                <a:gd name="connsiteX2" fmla="*/ 730698 w 4960548"/>
                <a:gd name="connsiteY2" fmla="*/ 89329 h 3526297"/>
                <a:gd name="connsiteX3" fmla="*/ 590295 w 4960548"/>
                <a:gd name="connsiteY3" fmla="*/ 244485 h 3526297"/>
                <a:gd name="connsiteX4" fmla="*/ 357524 w 4960548"/>
                <a:gd name="connsiteY4" fmla="*/ 587307 h 3526297"/>
                <a:gd name="connsiteX5" fmla="*/ 199554 w 4960548"/>
                <a:gd name="connsiteY5" fmla="*/ 966280 h 3526297"/>
                <a:gd name="connsiteX6" fmla="*/ 142104 w 4960548"/>
                <a:gd name="connsiteY6" fmla="*/ 1370286 h 3526297"/>
                <a:gd name="connsiteX7" fmla="*/ 166339 w 4960548"/>
                <a:gd name="connsiteY7" fmla="*/ 1568090 h 3526297"/>
                <a:gd name="connsiteX8" fmla="*/ 237914 w 4960548"/>
                <a:gd name="connsiteY8" fmla="*/ 1753129 h 3526297"/>
                <a:gd name="connsiteX9" fmla="*/ 287868 w 4960548"/>
                <a:gd name="connsiteY9" fmla="*/ 1840255 h 3526297"/>
                <a:gd name="connsiteX10" fmla="*/ 345232 w 4960548"/>
                <a:gd name="connsiteY10" fmla="*/ 1924581 h 3526297"/>
                <a:gd name="connsiteX11" fmla="*/ 477745 w 4960548"/>
                <a:gd name="connsiteY11" fmla="*/ 2087551 h 3526297"/>
                <a:gd name="connsiteX12" fmla="*/ 621156 w 4960548"/>
                <a:gd name="connsiteY12" fmla="*/ 2251756 h 3526297"/>
                <a:gd name="connsiteX13" fmla="*/ 692469 w 4960548"/>
                <a:gd name="connsiteY13" fmla="*/ 2337482 h 3526297"/>
                <a:gd name="connsiteX14" fmla="*/ 726731 w 4960548"/>
                <a:gd name="connsiteY14" fmla="*/ 2379562 h 3526297"/>
                <a:gd name="connsiteX15" fmla="*/ 760295 w 4960548"/>
                <a:gd name="connsiteY15" fmla="*/ 2419831 h 3526297"/>
                <a:gd name="connsiteX16" fmla="*/ 1048685 w 4960548"/>
                <a:gd name="connsiteY16" fmla="*/ 2717443 h 3526297"/>
                <a:gd name="connsiteX17" fmla="*/ 1202035 w 4960548"/>
                <a:gd name="connsiteY17" fmla="*/ 2851344 h 3526297"/>
                <a:gd name="connsiteX18" fmla="*/ 1362620 w 4960548"/>
                <a:gd name="connsiteY18" fmla="*/ 2974785 h 3526297"/>
                <a:gd name="connsiteX19" fmla="*/ 1721364 w 4960548"/>
                <a:gd name="connsiteY19" fmla="*/ 3170036 h 3526297"/>
                <a:gd name="connsiteX20" fmla="*/ 1922052 w 4960548"/>
                <a:gd name="connsiteY20" fmla="*/ 3225210 h 3526297"/>
                <a:gd name="connsiteX21" fmla="*/ 1973488 w 4960548"/>
                <a:gd name="connsiteY21" fmla="*/ 3234928 h 3526297"/>
                <a:gd name="connsiteX22" fmla="*/ 2025360 w 4960548"/>
                <a:gd name="connsiteY22" fmla="*/ 3243080 h 3526297"/>
                <a:gd name="connsiteX23" fmla="*/ 2130063 w 4960548"/>
                <a:gd name="connsiteY23" fmla="*/ 3254774 h 3526297"/>
                <a:gd name="connsiteX24" fmla="*/ 2182719 w 4960548"/>
                <a:gd name="connsiteY24" fmla="*/ 3258562 h 3526297"/>
                <a:gd name="connsiteX25" fmla="*/ 2235551 w 4960548"/>
                <a:gd name="connsiteY25" fmla="*/ 3261197 h 3526297"/>
                <a:gd name="connsiteX26" fmla="*/ 2288556 w 4960548"/>
                <a:gd name="connsiteY26" fmla="*/ 3262350 h 3526297"/>
                <a:gd name="connsiteX27" fmla="*/ 2341648 w 4960548"/>
                <a:gd name="connsiteY27" fmla="*/ 3262103 h 3526297"/>
                <a:gd name="connsiteX28" fmla="*/ 2368238 w 4960548"/>
                <a:gd name="connsiteY28" fmla="*/ 3261856 h 3526297"/>
                <a:gd name="connsiteX29" fmla="*/ 2393869 w 4960548"/>
                <a:gd name="connsiteY29" fmla="*/ 3260785 h 3526297"/>
                <a:gd name="connsiteX30" fmla="*/ 2419413 w 4960548"/>
                <a:gd name="connsiteY30" fmla="*/ 3259550 h 3526297"/>
                <a:gd name="connsiteX31" fmla="*/ 2444869 w 4960548"/>
                <a:gd name="connsiteY31" fmla="*/ 3257574 h 3526297"/>
                <a:gd name="connsiteX32" fmla="*/ 2545824 w 4960548"/>
                <a:gd name="connsiteY32" fmla="*/ 3245798 h 3526297"/>
                <a:gd name="connsiteX33" fmla="*/ 2930373 w 4960548"/>
                <a:gd name="connsiteY33" fmla="*/ 3126555 h 3526297"/>
                <a:gd name="connsiteX34" fmla="*/ 3285631 w 4960548"/>
                <a:gd name="connsiteY34" fmla="*/ 2917552 h 3526297"/>
                <a:gd name="connsiteX35" fmla="*/ 3371764 w 4960548"/>
                <a:gd name="connsiteY35" fmla="*/ 2856120 h 3526297"/>
                <a:gd name="connsiteX36" fmla="*/ 3457898 w 4960548"/>
                <a:gd name="connsiteY36" fmla="*/ 2792628 h 3526297"/>
                <a:gd name="connsiteX37" fmla="*/ 3632344 w 4960548"/>
                <a:gd name="connsiteY37" fmla="*/ 2660869 h 3526297"/>
                <a:gd name="connsiteX38" fmla="*/ 3990915 w 4960548"/>
                <a:gd name="connsiteY38" fmla="*/ 2405832 h 3526297"/>
                <a:gd name="connsiteX39" fmla="*/ 4324988 w 4960548"/>
                <a:gd name="connsiteY39" fmla="*/ 2152196 h 3526297"/>
                <a:gd name="connsiteX40" fmla="*/ 4592106 w 4960548"/>
                <a:gd name="connsiteY40" fmla="*/ 1861501 h 3526297"/>
                <a:gd name="connsiteX41" fmla="*/ 4683122 w 4960548"/>
                <a:gd name="connsiteY41" fmla="*/ 1692521 h 3526297"/>
                <a:gd name="connsiteX42" fmla="*/ 4738568 w 4960548"/>
                <a:gd name="connsiteY42" fmla="*/ 1507893 h 3526297"/>
                <a:gd name="connsiteX43" fmla="*/ 4753912 w 4960548"/>
                <a:gd name="connsiteY43" fmla="*/ 1411050 h 3526297"/>
                <a:gd name="connsiteX44" fmla="*/ 4756440 w 4960548"/>
                <a:gd name="connsiteY44" fmla="*/ 1386509 h 3526297"/>
                <a:gd name="connsiteX45" fmla="*/ 4758358 w 4960548"/>
                <a:gd name="connsiteY45" fmla="*/ 1361475 h 3526297"/>
                <a:gd name="connsiteX46" fmla="*/ 4761148 w 4960548"/>
                <a:gd name="connsiteY46" fmla="*/ 1309759 h 3526297"/>
                <a:gd name="connsiteX47" fmla="*/ 4756354 w 4960548"/>
                <a:gd name="connsiteY47" fmla="*/ 1102980 h 3526297"/>
                <a:gd name="connsiteX48" fmla="*/ 4725578 w 4960548"/>
                <a:gd name="connsiteY48" fmla="*/ 898753 h 3526297"/>
                <a:gd name="connsiteX49" fmla="*/ 4673358 w 4960548"/>
                <a:gd name="connsiteY49" fmla="*/ 699384 h 3526297"/>
                <a:gd name="connsiteX50" fmla="*/ 4538491 w 4960548"/>
                <a:gd name="connsiteY50" fmla="*/ 312754 h 3526297"/>
                <a:gd name="connsiteX51" fmla="*/ 4446604 w 4960548"/>
                <a:gd name="connsiteY51" fmla="*/ 129196 h 3526297"/>
                <a:gd name="connsiteX52" fmla="*/ 4419840 w 4960548"/>
                <a:gd name="connsiteY52" fmla="*/ 85222 h 3526297"/>
                <a:gd name="connsiteX53" fmla="*/ 4391680 w 4960548"/>
                <a:gd name="connsiteY53" fmla="*/ 42071 h 3526297"/>
                <a:gd name="connsiteX54" fmla="*/ 4361930 w 4960548"/>
                <a:gd name="connsiteY54" fmla="*/ 0 h 3526297"/>
                <a:gd name="connsiteX55" fmla="*/ 4588871 w 4960548"/>
                <a:gd name="connsiteY55" fmla="*/ 0 h 3526297"/>
                <a:gd name="connsiteX56" fmla="*/ 4613640 w 4960548"/>
                <a:gd name="connsiteY56" fmla="*/ 38859 h 3526297"/>
                <a:gd name="connsiteX57" fmla="*/ 4724445 w 4960548"/>
                <a:gd name="connsiteY57" fmla="*/ 234687 h 3526297"/>
                <a:gd name="connsiteX58" fmla="*/ 4876138 w 4960548"/>
                <a:gd name="connsiteY58" fmla="*/ 653022 h 3526297"/>
                <a:gd name="connsiteX59" fmla="*/ 4911707 w 4960548"/>
                <a:gd name="connsiteY59" fmla="*/ 870671 h 3526297"/>
                <a:gd name="connsiteX60" fmla="*/ 4934810 w 4960548"/>
                <a:gd name="connsiteY60" fmla="*/ 1088487 h 3526297"/>
                <a:gd name="connsiteX61" fmla="*/ 4953206 w 4960548"/>
                <a:gd name="connsiteY61" fmla="*/ 1306301 h 3526297"/>
                <a:gd name="connsiteX62" fmla="*/ 4956954 w 4960548"/>
                <a:gd name="connsiteY62" fmla="*/ 1360899 h 3526297"/>
                <a:gd name="connsiteX63" fmla="*/ 4958610 w 4960548"/>
                <a:gd name="connsiteY63" fmla="*/ 1388980 h 3526297"/>
                <a:gd name="connsiteX64" fmla="*/ 4959830 w 4960548"/>
                <a:gd name="connsiteY64" fmla="*/ 1417555 h 3526297"/>
                <a:gd name="connsiteX65" fmla="*/ 4958174 w 4960548"/>
                <a:gd name="connsiteY65" fmla="*/ 1532680 h 3526297"/>
                <a:gd name="connsiteX66" fmla="*/ 4834030 w 4960548"/>
                <a:gd name="connsiteY66" fmla="*/ 1984861 h 3526297"/>
                <a:gd name="connsiteX67" fmla="*/ 4558106 w 4960548"/>
                <a:gd name="connsiteY67" fmla="*/ 2368857 h 3526297"/>
                <a:gd name="connsiteX68" fmla="*/ 4389936 w 4960548"/>
                <a:gd name="connsiteY68" fmla="*/ 2528945 h 3526297"/>
                <a:gd name="connsiteX69" fmla="*/ 4214618 w 4960548"/>
                <a:gd name="connsiteY69" fmla="*/ 2674457 h 3526297"/>
                <a:gd name="connsiteX70" fmla="*/ 3858489 w 4960548"/>
                <a:gd name="connsiteY70" fmla="*/ 2936658 h 3526297"/>
                <a:gd name="connsiteX71" fmla="*/ 3768868 w 4960548"/>
                <a:gd name="connsiteY71" fmla="*/ 3000643 h 3526297"/>
                <a:gd name="connsiteX72" fmla="*/ 3676806 w 4960548"/>
                <a:gd name="connsiteY72" fmla="*/ 3065040 h 3526297"/>
                <a:gd name="connsiteX73" fmla="*/ 3582477 w 4960548"/>
                <a:gd name="connsiteY73" fmla="*/ 3128614 h 3526297"/>
                <a:gd name="connsiteX74" fmla="*/ 3485185 w 4960548"/>
                <a:gd name="connsiteY74" fmla="*/ 3190377 h 3526297"/>
                <a:gd name="connsiteX75" fmla="*/ 3280923 w 4960548"/>
                <a:gd name="connsiteY75" fmla="*/ 3306325 h 3526297"/>
                <a:gd name="connsiteX76" fmla="*/ 3061230 w 4960548"/>
                <a:gd name="connsiteY76" fmla="*/ 3404897 h 3526297"/>
                <a:gd name="connsiteX77" fmla="*/ 2583137 w 4960548"/>
                <a:gd name="connsiteY77" fmla="*/ 3518292 h 3526297"/>
                <a:gd name="connsiteX78" fmla="*/ 2460038 w 4960548"/>
                <a:gd name="connsiteY78" fmla="*/ 3525622 h 3526297"/>
                <a:gd name="connsiteX79" fmla="*/ 2429264 w 4960548"/>
                <a:gd name="connsiteY79" fmla="*/ 3526280 h 3526297"/>
                <a:gd name="connsiteX80" fmla="*/ 2398576 w 4960548"/>
                <a:gd name="connsiteY80" fmla="*/ 3526116 h 3526297"/>
                <a:gd name="connsiteX81" fmla="*/ 2367977 w 4960548"/>
                <a:gd name="connsiteY81" fmla="*/ 3525786 h 3526297"/>
                <a:gd name="connsiteX82" fmla="*/ 2338249 w 4960548"/>
                <a:gd name="connsiteY82" fmla="*/ 3524716 h 3526297"/>
                <a:gd name="connsiteX83" fmla="*/ 2100770 w 4960548"/>
                <a:gd name="connsiteY83" fmla="*/ 3506845 h 3526297"/>
                <a:gd name="connsiteX84" fmla="*/ 1864776 w 4960548"/>
                <a:gd name="connsiteY84" fmla="*/ 3467483 h 3526297"/>
                <a:gd name="connsiteX85" fmla="*/ 1632964 w 4960548"/>
                <a:gd name="connsiteY85" fmla="*/ 3405803 h 3526297"/>
                <a:gd name="connsiteX86" fmla="*/ 1189219 w 4960548"/>
                <a:gd name="connsiteY86" fmla="*/ 3220352 h 3526297"/>
                <a:gd name="connsiteX87" fmla="*/ 815305 w 4960548"/>
                <a:gd name="connsiteY87" fmla="*/ 2931634 h 3526297"/>
                <a:gd name="connsiteX88" fmla="*/ 663699 w 4960548"/>
                <a:gd name="connsiteY88" fmla="*/ 2757877 h 3526297"/>
                <a:gd name="connsiteX89" fmla="*/ 531274 w 4960548"/>
                <a:gd name="connsiteY89" fmla="*/ 2573907 h 3526297"/>
                <a:gd name="connsiteX90" fmla="*/ 500325 w 4960548"/>
                <a:gd name="connsiteY90" fmla="*/ 2527051 h 3526297"/>
                <a:gd name="connsiteX91" fmla="*/ 470771 w 4960548"/>
                <a:gd name="connsiteY91" fmla="*/ 2481594 h 3526297"/>
                <a:gd name="connsiteX92" fmla="*/ 412448 w 4960548"/>
                <a:gd name="connsiteY92" fmla="*/ 2393479 h 3526297"/>
                <a:gd name="connsiteX93" fmla="*/ 291616 w 4960548"/>
                <a:gd name="connsiteY93" fmla="*/ 2213464 h 3526297"/>
                <a:gd name="connsiteX94" fmla="*/ 173662 w 4960548"/>
                <a:gd name="connsiteY94" fmla="*/ 2023154 h 3526297"/>
                <a:gd name="connsiteX95" fmla="*/ 120483 w 4960548"/>
                <a:gd name="connsiteY95" fmla="*/ 1922276 h 3526297"/>
                <a:gd name="connsiteX96" fmla="*/ 75324 w 4960548"/>
                <a:gd name="connsiteY96" fmla="*/ 1816703 h 3526297"/>
                <a:gd name="connsiteX97" fmla="*/ 40713 w 4960548"/>
                <a:gd name="connsiteY97" fmla="*/ 1707179 h 3526297"/>
                <a:gd name="connsiteX98" fmla="*/ 27811 w 4960548"/>
                <a:gd name="connsiteY98" fmla="*/ 1651346 h 3526297"/>
                <a:gd name="connsiteX99" fmla="*/ 22144 w 4960548"/>
                <a:gd name="connsiteY99" fmla="*/ 1623346 h 3526297"/>
                <a:gd name="connsiteX100" fmla="*/ 17436 w 4960548"/>
                <a:gd name="connsiteY100" fmla="*/ 1595265 h 3526297"/>
                <a:gd name="connsiteX101" fmla="*/ 0 w 4960548"/>
                <a:gd name="connsiteY101" fmla="*/ 1370286 h 3526297"/>
                <a:gd name="connsiteX102" fmla="*/ 48385 w 4960548"/>
                <a:gd name="connsiteY102" fmla="*/ 931939 h 3526297"/>
                <a:gd name="connsiteX103" fmla="*/ 193801 w 4960548"/>
                <a:gd name="connsiteY103" fmla="*/ 511957 h 3526297"/>
                <a:gd name="connsiteX104" fmla="*/ 431660 w 4960548"/>
                <a:gd name="connsiteY104" fmla="*/ 131379 h 3526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4960548" h="3526297">
                  <a:moveTo>
                    <a:pt x="542883" y="0"/>
                  </a:moveTo>
                  <a:lnTo>
                    <a:pt x="826658" y="0"/>
                  </a:lnTo>
                  <a:lnTo>
                    <a:pt x="730698" y="89329"/>
                  </a:lnTo>
                  <a:cubicBezTo>
                    <a:pt x="681528" y="139120"/>
                    <a:pt x="634626" y="190876"/>
                    <a:pt x="590295" y="244485"/>
                  </a:cubicBezTo>
                  <a:cubicBezTo>
                    <a:pt x="501458" y="351540"/>
                    <a:pt x="423083" y="466336"/>
                    <a:pt x="357524" y="587307"/>
                  </a:cubicBezTo>
                  <a:cubicBezTo>
                    <a:pt x="291965" y="708196"/>
                    <a:pt x="237391" y="834767"/>
                    <a:pt x="199554" y="966280"/>
                  </a:cubicBezTo>
                  <a:cubicBezTo>
                    <a:pt x="161632" y="1097463"/>
                    <a:pt x="142016" y="1233833"/>
                    <a:pt x="142104" y="1370286"/>
                  </a:cubicBezTo>
                  <a:cubicBezTo>
                    <a:pt x="142888" y="1437319"/>
                    <a:pt x="149862" y="1503858"/>
                    <a:pt x="166339" y="1568090"/>
                  </a:cubicBezTo>
                  <a:cubicBezTo>
                    <a:pt x="182555" y="1632405"/>
                    <a:pt x="207750" y="1693921"/>
                    <a:pt x="237914" y="1753129"/>
                  </a:cubicBezTo>
                  <a:cubicBezTo>
                    <a:pt x="253170" y="1782693"/>
                    <a:pt x="270084" y="1811680"/>
                    <a:pt x="287868" y="1840255"/>
                  </a:cubicBezTo>
                  <a:cubicBezTo>
                    <a:pt x="305914" y="1868748"/>
                    <a:pt x="325181" y="1896830"/>
                    <a:pt x="345232" y="1924581"/>
                  </a:cubicBezTo>
                  <a:cubicBezTo>
                    <a:pt x="385858" y="1979920"/>
                    <a:pt x="431017" y="2033612"/>
                    <a:pt x="477745" y="2087551"/>
                  </a:cubicBezTo>
                  <a:cubicBezTo>
                    <a:pt x="524474" y="2141573"/>
                    <a:pt x="573294" y="2195594"/>
                    <a:pt x="621156" y="2251756"/>
                  </a:cubicBezTo>
                  <a:cubicBezTo>
                    <a:pt x="645130" y="2279755"/>
                    <a:pt x="668843" y="2308412"/>
                    <a:pt x="692469" y="2337482"/>
                  </a:cubicBezTo>
                  <a:lnTo>
                    <a:pt x="726731" y="2379562"/>
                  </a:lnTo>
                  <a:cubicBezTo>
                    <a:pt x="737977" y="2392986"/>
                    <a:pt x="748700" y="2406738"/>
                    <a:pt x="760295" y="2419831"/>
                  </a:cubicBezTo>
                  <a:cubicBezTo>
                    <a:pt x="850788" y="2526392"/>
                    <a:pt x="948952" y="2624470"/>
                    <a:pt x="1048685" y="2717443"/>
                  </a:cubicBezTo>
                  <a:cubicBezTo>
                    <a:pt x="1098814" y="2763724"/>
                    <a:pt x="1149814" y="2808439"/>
                    <a:pt x="1202035" y="2851344"/>
                  </a:cubicBezTo>
                  <a:cubicBezTo>
                    <a:pt x="1254256" y="2894248"/>
                    <a:pt x="1307435" y="2935752"/>
                    <a:pt x="1362620" y="2974785"/>
                  </a:cubicBezTo>
                  <a:cubicBezTo>
                    <a:pt x="1472554" y="3053017"/>
                    <a:pt x="1591118" y="3122932"/>
                    <a:pt x="1721364" y="3170036"/>
                  </a:cubicBezTo>
                  <a:cubicBezTo>
                    <a:pt x="1786314" y="3193588"/>
                    <a:pt x="1853617" y="3211622"/>
                    <a:pt x="1922052" y="3225210"/>
                  </a:cubicBezTo>
                  <a:cubicBezTo>
                    <a:pt x="1939227" y="3228422"/>
                    <a:pt x="1956227" y="3232128"/>
                    <a:pt x="1973488" y="3234928"/>
                  </a:cubicBezTo>
                  <a:lnTo>
                    <a:pt x="2025360" y="3243080"/>
                  </a:lnTo>
                  <a:cubicBezTo>
                    <a:pt x="2060145" y="3247445"/>
                    <a:pt x="2094930" y="3252056"/>
                    <a:pt x="2130063" y="3254774"/>
                  </a:cubicBezTo>
                  <a:cubicBezTo>
                    <a:pt x="2147587" y="3256338"/>
                    <a:pt x="2165109" y="3257821"/>
                    <a:pt x="2182719" y="3258562"/>
                  </a:cubicBezTo>
                  <a:cubicBezTo>
                    <a:pt x="2200330" y="3259385"/>
                    <a:pt x="2217853" y="3260703"/>
                    <a:pt x="2235551" y="3261197"/>
                  </a:cubicBezTo>
                  <a:lnTo>
                    <a:pt x="2288556" y="3262350"/>
                  </a:lnTo>
                  <a:cubicBezTo>
                    <a:pt x="2306166" y="3262761"/>
                    <a:pt x="2323951" y="3262185"/>
                    <a:pt x="2341648" y="3262103"/>
                  </a:cubicBezTo>
                  <a:lnTo>
                    <a:pt x="2368238" y="3261856"/>
                  </a:lnTo>
                  <a:cubicBezTo>
                    <a:pt x="2376869" y="3261609"/>
                    <a:pt x="2385325" y="3261115"/>
                    <a:pt x="2393869" y="3260785"/>
                  </a:cubicBezTo>
                  <a:cubicBezTo>
                    <a:pt x="2402412" y="3260373"/>
                    <a:pt x="2410956" y="3260127"/>
                    <a:pt x="2419413" y="3259550"/>
                  </a:cubicBezTo>
                  <a:lnTo>
                    <a:pt x="2444869" y="3257574"/>
                  </a:lnTo>
                  <a:cubicBezTo>
                    <a:pt x="2478782" y="3255021"/>
                    <a:pt x="2512434" y="3250739"/>
                    <a:pt x="2545824" y="3245798"/>
                  </a:cubicBezTo>
                  <a:cubicBezTo>
                    <a:pt x="2679470" y="3224881"/>
                    <a:pt x="2807973" y="3183954"/>
                    <a:pt x="2930373" y="3126555"/>
                  </a:cubicBezTo>
                  <a:cubicBezTo>
                    <a:pt x="3053210" y="3069817"/>
                    <a:pt x="3170118" y="2997184"/>
                    <a:pt x="3285631" y="2917552"/>
                  </a:cubicBezTo>
                  <a:cubicBezTo>
                    <a:pt x="3314487" y="2897706"/>
                    <a:pt x="3343169" y="2876954"/>
                    <a:pt x="3371764" y="2856120"/>
                  </a:cubicBezTo>
                  <a:cubicBezTo>
                    <a:pt x="3400534" y="2835285"/>
                    <a:pt x="3429216" y="2814121"/>
                    <a:pt x="3457898" y="2792628"/>
                  </a:cubicBezTo>
                  <a:lnTo>
                    <a:pt x="3632344" y="2660869"/>
                  </a:lnTo>
                  <a:cubicBezTo>
                    <a:pt x="3752043" y="2571190"/>
                    <a:pt x="3872873" y="2487687"/>
                    <a:pt x="3990915" y="2405832"/>
                  </a:cubicBezTo>
                  <a:cubicBezTo>
                    <a:pt x="4108869" y="2323976"/>
                    <a:pt x="4222378" y="2241297"/>
                    <a:pt x="4324988" y="2152196"/>
                  </a:cubicBezTo>
                  <a:cubicBezTo>
                    <a:pt x="4427598" y="2063258"/>
                    <a:pt x="4520270" y="1968474"/>
                    <a:pt x="4592106" y="1861501"/>
                  </a:cubicBezTo>
                  <a:cubicBezTo>
                    <a:pt x="4628024" y="1808057"/>
                    <a:pt x="4658712" y="1751730"/>
                    <a:pt x="4683122" y="1692521"/>
                  </a:cubicBezTo>
                  <a:cubicBezTo>
                    <a:pt x="4707706" y="1633393"/>
                    <a:pt x="4725404" y="1571467"/>
                    <a:pt x="4738568" y="1507893"/>
                  </a:cubicBezTo>
                  <a:cubicBezTo>
                    <a:pt x="4745106" y="1476106"/>
                    <a:pt x="4750338" y="1443742"/>
                    <a:pt x="4753912" y="1411050"/>
                  </a:cubicBezTo>
                  <a:cubicBezTo>
                    <a:pt x="4754958" y="1402897"/>
                    <a:pt x="4755656" y="1394662"/>
                    <a:pt x="4756440" y="1386509"/>
                  </a:cubicBezTo>
                  <a:cubicBezTo>
                    <a:pt x="4757138" y="1378274"/>
                    <a:pt x="4758010" y="1370204"/>
                    <a:pt x="4758358" y="1361475"/>
                  </a:cubicBezTo>
                  <a:lnTo>
                    <a:pt x="4761148" y="1309759"/>
                  </a:lnTo>
                  <a:cubicBezTo>
                    <a:pt x="4763676" y="1240751"/>
                    <a:pt x="4762106" y="1171659"/>
                    <a:pt x="4756354" y="1102980"/>
                  </a:cubicBezTo>
                  <a:cubicBezTo>
                    <a:pt x="4750774" y="1034218"/>
                    <a:pt x="4740050" y="966033"/>
                    <a:pt x="4725578" y="898753"/>
                  </a:cubicBezTo>
                  <a:cubicBezTo>
                    <a:pt x="4710932" y="831473"/>
                    <a:pt x="4692624" y="765100"/>
                    <a:pt x="4673358" y="699384"/>
                  </a:cubicBezTo>
                  <a:cubicBezTo>
                    <a:pt x="4634912" y="568037"/>
                    <a:pt x="4592456" y="438419"/>
                    <a:pt x="4538491" y="312754"/>
                  </a:cubicBezTo>
                  <a:cubicBezTo>
                    <a:pt x="4511464" y="250003"/>
                    <a:pt x="4481301" y="188406"/>
                    <a:pt x="4446604" y="129196"/>
                  </a:cubicBezTo>
                  <a:cubicBezTo>
                    <a:pt x="4438147" y="114291"/>
                    <a:pt x="4428819" y="99798"/>
                    <a:pt x="4419840" y="85222"/>
                  </a:cubicBezTo>
                  <a:cubicBezTo>
                    <a:pt x="4410598" y="70728"/>
                    <a:pt x="4401008" y="56482"/>
                    <a:pt x="4391680" y="42071"/>
                  </a:cubicBezTo>
                  <a:lnTo>
                    <a:pt x="4361930" y="0"/>
                  </a:lnTo>
                  <a:lnTo>
                    <a:pt x="4588871" y="0"/>
                  </a:lnTo>
                  <a:lnTo>
                    <a:pt x="4613640" y="38859"/>
                  </a:lnTo>
                  <a:cubicBezTo>
                    <a:pt x="4653306" y="102762"/>
                    <a:pt x="4690706" y="167901"/>
                    <a:pt x="4724445" y="234687"/>
                  </a:cubicBezTo>
                  <a:cubicBezTo>
                    <a:pt x="4792096" y="368257"/>
                    <a:pt x="4844230" y="508828"/>
                    <a:pt x="4876138" y="653022"/>
                  </a:cubicBezTo>
                  <a:cubicBezTo>
                    <a:pt x="4892005" y="725161"/>
                    <a:pt x="4903077" y="797874"/>
                    <a:pt x="4911707" y="870671"/>
                  </a:cubicBezTo>
                  <a:cubicBezTo>
                    <a:pt x="4920513" y="943386"/>
                    <a:pt x="4927574" y="1016019"/>
                    <a:pt x="4934810" y="1088487"/>
                  </a:cubicBezTo>
                  <a:cubicBezTo>
                    <a:pt x="4941697" y="1161036"/>
                    <a:pt x="4947799" y="1233586"/>
                    <a:pt x="4953206" y="1306301"/>
                  </a:cubicBezTo>
                  <a:lnTo>
                    <a:pt x="4956954" y="1360899"/>
                  </a:lnTo>
                  <a:cubicBezTo>
                    <a:pt x="4957651" y="1369875"/>
                    <a:pt x="4958087" y="1379510"/>
                    <a:pt x="4958610" y="1388980"/>
                  </a:cubicBezTo>
                  <a:cubicBezTo>
                    <a:pt x="4959133" y="1398450"/>
                    <a:pt x="4959656" y="1408003"/>
                    <a:pt x="4959830" y="1417555"/>
                  </a:cubicBezTo>
                  <a:cubicBezTo>
                    <a:pt x="4961138" y="1455683"/>
                    <a:pt x="4960702" y="1494140"/>
                    <a:pt x="4958174" y="1532680"/>
                  </a:cubicBezTo>
                  <a:cubicBezTo>
                    <a:pt x="4948760" y="1686920"/>
                    <a:pt x="4904908" y="1842314"/>
                    <a:pt x="4834030" y="1984861"/>
                  </a:cubicBezTo>
                  <a:cubicBezTo>
                    <a:pt x="4763328" y="2127820"/>
                    <a:pt x="4665860" y="2256121"/>
                    <a:pt x="4558106" y="2368857"/>
                  </a:cubicBezTo>
                  <a:cubicBezTo>
                    <a:pt x="4504230" y="2425432"/>
                    <a:pt x="4447650" y="2478465"/>
                    <a:pt x="4389936" y="2528945"/>
                  </a:cubicBezTo>
                  <a:cubicBezTo>
                    <a:pt x="4332223" y="2579425"/>
                    <a:pt x="4273726" y="2628011"/>
                    <a:pt x="4214618" y="2674457"/>
                  </a:cubicBezTo>
                  <a:cubicBezTo>
                    <a:pt x="4096664" y="2767759"/>
                    <a:pt x="3976094" y="2852826"/>
                    <a:pt x="3858489" y="2936658"/>
                  </a:cubicBezTo>
                  <a:lnTo>
                    <a:pt x="3768868" y="3000643"/>
                  </a:lnTo>
                  <a:cubicBezTo>
                    <a:pt x="3738530" y="3022136"/>
                    <a:pt x="3707929" y="3043794"/>
                    <a:pt x="3676806" y="3065040"/>
                  </a:cubicBezTo>
                  <a:cubicBezTo>
                    <a:pt x="3645770" y="3086369"/>
                    <a:pt x="3614386" y="3107615"/>
                    <a:pt x="3582477" y="3128614"/>
                  </a:cubicBezTo>
                  <a:cubicBezTo>
                    <a:pt x="3550483" y="3149449"/>
                    <a:pt x="3518226" y="3170118"/>
                    <a:pt x="3485185" y="3190377"/>
                  </a:cubicBezTo>
                  <a:cubicBezTo>
                    <a:pt x="3419452" y="3230975"/>
                    <a:pt x="3351625" y="3270338"/>
                    <a:pt x="3280923" y="3306325"/>
                  </a:cubicBezTo>
                  <a:cubicBezTo>
                    <a:pt x="3210307" y="3342476"/>
                    <a:pt x="3137251" y="3376074"/>
                    <a:pt x="3061230" y="3404897"/>
                  </a:cubicBezTo>
                  <a:cubicBezTo>
                    <a:pt x="2909886" y="3463366"/>
                    <a:pt x="2747295" y="3502810"/>
                    <a:pt x="2583137" y="3518292"/>
                  </a:cubicBezTo>
                  <a:cubicBezTo>
                    <a:pt x="2542075" y="3521999"/>
                    <a:pt x="2501013" y="3524798"/>
                    <a:pt x="2460038" y="3525622"/>
                  </a:cubicBezTo>
                  <a:lnTo>
                    <a:pt x="2429264" y="3526280"/>
                  </a:lnTo>
                  <a:cubicBezTo>
                    <a:pt x="2419064" y="3526363"/>
                    <a:pt x="2408777" y="3526116"/>
                    <a:pt x="2398576" y="3526116"/>
                  </a:cubicBezTo>
                  <a:lnTo>
                    <a:pt x="2367977" y="3525786"/>
                  </a:lnTo>
                  <a:lnTo>
                    <a:pt x="2338249" y="3524716"/>
                  </a:lnTo>
                  <a:cubicBezTo>
                    <a:pt x="2259089" y="3522327"/>
                    <a:pt x="2179756" y="3516399"/>
                    <a:pt x="2100770" y="3506845"/>
                  </a:cubicBezTo>
                  <a:cubicBezTo>
                    <a:pt x="2021699" y="3497787"/>
                    <a:pt x="1942801" y="3484776"/>
                    <a:pt x="1864776" y="3467483"/>
                  </a:cubicBezTo>
                  <a:cubicBezTo>
                    <a:pt x="1786836" y="3450025"/>
                    <a:pt x="1709508" y="3429355"/>
                    <a:pt x="1632964" y="3405803"/>
                  </a:cubicBezTo>
                  <a:cubicBezTo>
                    <a:pt x="1480138" y="3358288"/>
                    <a:pt x="1329055" y="3299160"/>
                    <a:pt x="1189219" y="3220352"/>
                  </a:cubicBezTo>
                  <a:cubicBezTo>
                    <a:pt x="1049296" y="3141708"/>
                    <a:pt x="924367" y="3041982"/>
                    <a:pt x="815305" y="2931634"/>
                  </a:cubicBezTo>
                  <a:cubicBezTo>
                    <a:pt x="760469" y="2876542"/>
                    <a:pt x="710603" y="2817909"/>
                    <a:pt x="663699" y="2757877"/>
                  </a:cubicBezTo>
                  <a:cubicBezTo>
                    <a:pt x="617059" y="2697597"/>
                    <a:pt x="572684" y="2636411"/>
                    <a:pt x="531274" y="2573907"/>
                  </a:cubicBezTo>
                  <a:cubicBezTo>
                    <a:pt x="520638" y="2558426"/>
                    <a:pt x="510612" y="2542697"/>
                    <a:pt x="500325" y="2527051"/>
                  </a:cubicBezTo>
                  <a:lnTo>
                    <a:pt x="470771" y="2481594"/>
                  </a:lnTo>
                  <a:cubicBezTo>
                    <a:pt x="451853" y="2452195"/>
                    <a:pt x="432238" y="2423043"/>
                    <a:pt x="412448" y="2393479"/>
                  </a:cubicBezTo>
                  <a:lnTo>
                    <a:pt x="291616" y="2213464"/>
                  </a:lnTo>
                  <a:cubicBezTo>
                    <a:pt x="251078" y="2152113"/>
                    <a:pt x="211062" y="2088951"/>
                    <a:pt x="173662" y="2023154"/>
                  </a:cubicBezTo>
                  <a:cubicBezTo>
                    <a:pt x="155005" y="1990214"/>
                    <a:pt x="136960" y="1956697"/>
                    <a:pt x="120483" y="1922276"/>
                  </a:cubicBezTo>
                  <a:cubicBezTo>
                    <a:pt x="104093" y="1887771"/>
                    <a:pt x="88837" y="1852608"/>
                    <a:pt x="75324" y="1816703"/>
                  </a:cubicBezTo>
                  <a:cubicBezTo>
                    <a:pt x="62072" y="1780717"/>
                    <a:pt x="50303" y="1744235"/>
                    <a:pt x="40713" y="1707179"/>
                  </a:cubicBezTo>
                  <a:cubicBezTo>
                    <a:pt x="36180" y="1688650"/>
                    <a:pt x="31560" y="1670039"/>
                    <a:pt x="27811" y="1651346"/>
                  </a:cubicBezTo>
                  <a:lnTo>
                    <a:pt x="22144" y="1623346"/>
                  </a:lnTo>
                  <a:lnTo>
                    <a:pt x="17436" y="1595265"/>
                  </a:lnTo>
                  <a:cubicBezTo>
                    <a:pt x="5144" y="1520328"/>
                    <a:pt x="0" y="1444978"/>
                    <a:pt x="0" y="1370286"/>
                  </a:cubicBezTo>
                  <a:cubicBezTo>
                    <a:pt x="349" y="1223293"/>
                    <a:pt x="16652" y="1076299"/>
                    <a:pt x="48385" y="931939"/>
                  </a:cubicBezTo>
                  <a:cubicBezTo>
                    <a:pt x="80032" y="787663"/>
                    <a:pt x="128504" y="646187"/>
                    <a:pt x="193801" y="511957"/>
                  </a:cubicBezTo>
                  <a:cubicBezTo>
                    <a:pt x="259404" y="377727"/>
                    <a:pt x="339740" y="250559"/>
                    <a:pt x="431660" y="13137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20D780ED-E806-F4C1-4713-CB2EF7043C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61928" y="0"/>
              <a:ext cx="4934374" cy="3484134"/>
            </a:xfrm>
            <a:custGeom>
              <a:avLst/>
              <a:gdLst>
                <a:gd name="connsiteX0" fmla="*/ 585303 w 4934374"/>
                <a:gd name="connsiteY0" fmla="*/ 0 h 3484134"/>
                <a:gd name="connsiteX1" fmla="*/ 1213739 w 4934374"/>
                <a:gd name="connsiteY1" fmla="*/ 0 h 3484134"/>
                <a:gd name="connsiteX2" fmla="*/ 1150162 w 4934374"/>
                <a:gd name="connsiteY2" fmla="*/ 47028 h 3484134"/>
                <a:gd name="connsiteX3" fmla="*/ 626038 w 4934374"/>
                <a:gd name="connsiteY3" fmla="*/ 660944 h 3484134"/>
                <a:gd name="connsiteX4" fmla="*/ 435986 w 4934374"/>
                <a:gd name="connsiteY4" fmla="*/ 1375409 h 3484134"/>
                <a:gd name="connsiteX5" fmla="*/ 750530 w 4934374"/>
                <a:gd name="connsiteY5" fmla="*/ 2038817 h 3484134"/>
                <a:gd name="connsiteX6" fmla="*/ 909024 w 4934374"/>
                <a:gd name="connsiteY6" fmla="*/ 2249384 h 3484134"/>
                <a:gd name="connsiteX7" fmla="*/ 2396223 w 4934374"/>
                <a:gd name="connsiteY7" fmla="*/ 3072468 h 3484134"/>
                <a:gd name="connsiteX8" fmla="*/ 3525201 w 4934374"/>
                <a:gd name="connsiteY8" fmla="*/ 2566101 h 3484134"/>
                <a:gd name="connsiteX9" fmla="*/ 3662596 w 4934374"/>
                <a:gd name="connsiteY9" fmla="*/ 2465552 h 3484134"/>
                <a:gd name="connsiteX10" fmla="*/ 4287500 w 4934374"/>
                <a:gd name="connsiteY10" fmla="*/ 1939915 h 3484134"/>
                <a:gd name="connsiteX11" fmla="*/ 4498563 w 4934374"/>
                <a:gd name="connsiteY11" fmla="*/ 1375409 h 3484134"/>
                <a:gd name="connsiteX12" fmla="*/ 4132831 w 4934374"/>
                <a:gd name="connsiteY12" fmla="*/ 134540 h 3484134"/>
                <a:gd name="connsiteX13" fmla="*/ 4025590 w 4934374"/>
                <a:gd name="connsiteY13" fmla="*/ 0 h 3484134"/>
                <a:gd name="connsiteX14" fmla="*/ 4555675 w 4934374"/>
                <a:gd name="connsiteY14" fmla="*/ 0 h 3484134"/>
                <a:gd name="connsiteX15" fmla="*/ 4605933 w 4934374"/>
                <a:gd name="connsiteY15" fmla="*/ 77740 h 3484134"/>
                <a:gd name="connsiteX16" fmla="*/ 4934374 w 4934374"/>
                <a:gd name="connsiteY16" fmla="*/ 1375327 h 3484134"/>
                <a:gd name="connsiteX17" fmla="*/ 3793540 w 4934374"/>
                <a:gd name="connsiteY17" fmla="*/ 2890475 h 3484134"/>
                <a:gd name="connsiteX18" fmla="*/ 2396135 w 4934374"/>
                <a:gd name="connsiteY18" fmla="*/ 3484134 h 3484134"/>
                <a:gd name="connsiteX19" fmla="*/ 548273 w 4934374"/>
                <a:gd name="connsiteY19" fmla="*/ 2480458 h 3484134"/>
                <a:gd name="connsiteX20" fmla="*/ 0 w 4934374"/>
                <a:gd name="connsiteY20" fmla="*/ 1375327 h 3484134"/>
                <a:gd name="connsiteX21" fmla="*/ 512166 w 4934374"/>
                <a:gd name="connsiteY21" fmla="*/ 77740 h 3484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934374" h="3484134">
                  <a:moveTo>
                    <a:pt x="585303" y="0"/>
                  </a:moveTo>
                  <a:lnTo>
                    <a:pt x="1213739" y="0"/>
                  </a:lnTo>
                  <a:lnTo>
                    <a:pt x="1150162" y="47028"/>
                  </a:lnTo>
                  <a:cubicBezTo>
                    <a:pt x="925762" y="228608"/>
                    <a:pt x="749397" y="435224"/>
                    <a:pt x="626038" y="660944"/>
                  </a:cubicBezTo>
                  <a:cubicBezTo>
                    <a:pt x="499976" y="891687"/>
                    <a:pt x="435986" y="1132066"/>
                    <a:pt x="435986" y="1375409"/>
                  </a:cubicBezTo>
                  <a:cubicBezTo>
                    <a:pt x="435986" y="1620481"/>
                    <a:pt x="538074" y="1763604"/>
                    <a:pt x="750530" y="2038817"/>
                  </a:cubicBezTo>
                  <a:cubicBezTo>
                    <a:pt x="801792" y="2105190"/>
                    <a:pt x="854797" y="2173870"/>
                    <a:pt x="909024" y="2249384"/>
                  </a:cubicBezTo>
                  <a:cubicBezTo>
                    <a:pt x="1323389" y="2826326"/>
                    <a:pt x="1768180" y="3072468"/>
                    <a:pt x="2396223" y="3072468"/>
                  </a:cubicBezTo>
                  <a:cubicBezTo>
                    <a:pt x="2808409" y="3072468"/>
                    <a:pt x="3110835" y="2871947"/>
                    <a:pt x="3525201" y="2566101"/>
                  </a:cubicBezTo>
                  <a:cubicBezTo>
                    <a:pt x="3571493" y="2531926"/>
                    <a:pt x="3617786" y="2498162"/>
                    <a:pt x="3662596" y="2465552"/>
                  </a:cubicBezTo>
                  <a:cubicBezTo>
                    <a:pt x="3905479" y="2288583"/>
                    <a:pt x="4134849" y="2121414"/>
                    <a:pt x="4287500" y="1939915"/>
                  </a:cubicBezTo>
                  <a:cubicBezTo>
                    <a:pt x="4433440" y="1766404"/>
                    <a:pt x="4498563" y="1592317"/>
                    <a:pt x="4498563" y="1375409"/>
                  </a:cubicBezTo>
                  <a:cubicBezTo>
                    <a:pt x="4498563" y="899696"/>
                    <a:pt x="4369741" y="465973"/>
                    <a:pt x="4132831" y="134540"/>
                  </a:cubicBezTo>
                  <a:lnTo>
                    <a:pt x="4025590" y="0"/>
                  </a:lnTo>
                  <a:lnTo>
                    <a:pt x="4555675" y="0"/>
                  </a:lnTo>
                  <a:lnTo>
                    <a:pt x="4605933" y="77740"/>
                  </a:lnTo>
                  <a:cubicBezTo>
                    <a:pt x="4820335" y="448137"/>
                    <a:pt x="4934374" y="894662"/>
                    <a:pt x="4934374" y="1375327"/>
                  </a:cubicBezTo>
                  <a:cubicBezTo>
                    <a:pt x="4934374" y="2116884"/>
                    <a:pt x="4369100" y="2465635"/>
                    <a:pt x="3793540" y="2890475"/>
                  </a:cubicBezTo>
                  <a:cubicBezTo>
                    <a:pt x="3374293" y="3199945"/>
                    <a:pt x="2970389" y="3484134"/>
                    <a:pt x="2396135" y="3484134"/>
                  </a:cubicBezTo>
                  <a:cubicBezTo>
                    <a:pt x="1544564" y="3484134"/>
                    <a:pt x="991670" y="3097832"/>
                    <a:pt x="548273" y="2480458"/>
                  </a:cubicBezTo>
                  <a:cubicBezTo>
                    <a:pt x="282201" y="2110049"/>
                    <a:pt x="0" y="1856001"/>
                    <a:pt x="0" y="1375327"/>
                  </a:cubicBezTo>
                  <a:cubicBezTo>
                    <a:pt x="0" y="894662"/>
                    <a:pt x="195505" y="448137"/>
                    <a:pt x="512166" y="777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781DC789-C012-9178-CA2F-002309FFD3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61928" y="0"/>
              <a:ext cx="4934374" cy="3484134"/>
            </a:xfrm>
            <a:custGeom>
              <a:avLst/>
              <a:gdLst>
                <a:gd name="connsiteX0" fmla="*/ 585303 w 4934374"/>
                <a:gd name="connsiteY0" fmla="*/ 0 h 3484134"/>
                <a:gd name="connsiteX1" fmla="*/ 1354934 w 4934374"/>
                <a:gd name="connsiteY1" fmla="*/ 0 h 3484134"/>
                <a:gd name="connsiteX2" fmla="*/ 1206830 w 4934374"/>
                <a:gd name="connsiteY2" fmla="*/ 109531 h 3484134"/>
                <a:gd name="connsiteX3" fmla="*/ 703453 w 4934374"/>
                <a:gd name="connsiteY3" fmla="*/ 698660 h 3484134"/>
                <a:gd name="connsiteX4" fmla="*/ 523079 w 4934374"/>
                <a:gd name="connsiteY4" fmla="*/ 1375409 h 3484134"/>
                <a:gd name="connsiteX5" fmla="*/ 820885 w 4934374"/>
                <a:gd name="connsiteY5" fmla="*/ 1990313 h 3484134"/>
                <a:gd name="connsiteX6" fmla="*/ 981122 w 4934374"/>
                <a:gd name="connsiteY6" fmla="*/ 2203186 h 3484134"/>
                <a:gd name="connsiteX7" fmla="*/ 1592426 w 4934374"/>
                <a:gd name="connsiteY7" fmla="*/ 2792645 h 3484134"/>
                <a:gd name="connsiteX8" fmla="*/ 2396135 w 4934374"/>
                <a:gd name="connsiteY8" fmla="*/ 2990119 h 3484134"/>
                <a:gd name="connsiteX9" fmla="*/ 2913112 w 4934374"/>
                <a:gd name="connsiteY9" fmla="*/ 2864371 h 3484134"/>
                <a:gd name="connsiteX10" fmla="*/ 3471411 w 4934374"/>
                <a:gd name="connsiteY10" fmla="*/ 2501292 h 3484134"/>
                <a:gd name="connsiteX11" fmla="*/ 3609242 w 4934374"/>
                <a:gd name="connsiteY11" fmla="*/ 2400414 h 3484134"/>
                <a:gd name="connsiteX12" fmla="*/ 4219151 w 4934374"/>
                <a:gd name="connsiteY12" fmla="*/ 1888693 h 3484134"/>
                <a:gd name="connsiteX13" fmla="*/ 4411296 w 4934374"/>
                <a:gd name="connsiteY13" fmla="*/ 1375409 h 3484134"/>
                <a:gd name="connsiteX14" fmla="*/ 3957874 w 4934374"/>
                <a:gd name="connsiteY14" fmla="*/ 51887 h 3484134"/>
                <a:gd name="connsiteX15" fmla="*/ 3906637 w 4934374"/>
                <a:gd name="connsiteY15" fmla="*/ 0 h 3484134"/>
                <a:gd name="connsiteX16" fmla="*/ 4555675 w 4934374"/>
                <a:gd name="connsiteY16" fmla="*/ 0 h 3484134"/>
                <a:gd name="connsiteX17" fmla="*/ 4605933 w 4934374"/>
                <a:gd name="connsiteY17" fmla="*/ 77740 h 3484134"/>
                <a:gd name="connsiteX18" fmla="*/ 4934374 w 4934374"/>
                <a:gd name="connsiteY18" fmla="*/ 1375327 h 3484134"/>
                <a:gd name="connsiteX19" fmla="*/ 3793540 w 4934374"/>
                <a:gd name="connsiteY19" fmla="*/ 2890475 h 3484134"/>
                <a:gd name="connsiteX20" fmla="*/ 2396135 w 4934374"/>
                <a:gd name="connsiteY20" fmla="*/ 3484134 h 3484134"/>
                <a:gd name="connsiteX21" fmla="*/ 548273 w 4934374"/>
                <a:gd name="connsiteY21" fmla="*/ 2480458 h 3484134"/>
                <a:gd name="connsiteX22" fmla="*/ 0 w 4934374"/>
                <a:gd name="connsiteY22" fmla="*/ 1375327 h 3484134"/>
                <a:gd name="connsiteX23" fmla="*/ 512166 w 4934374"/>
                <a:gd name="connsiteY23" fmla="*/ 77740 h 3484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934374" h="3484134">
                  <a:moveTo>
                    <a:pt x="585303" y="0"/>
                  </a:moveTo>
                  <a:lnTo>
                    <a:pt x="1354934" y="0"/>
                  </a:lnTo>
                  <a:lnTo>
                    <a:pt x="1206830" y="109531"/>
                  </a:lnTo>
                  <a:cubicBezTo>
                    <a:pt x="994024" y="281725"/>
                    <a:pt x="820013" y="485457"/>
                    <a:pt x="703453" y="698660"/>
                  </a:cubicBezTo>
                  <a:cubicBezTo>
                    <a:pt x="583756" y="917627"/>
                    <a:pt x="523079" y="1145324"/>
                    <a:pt x="523079" y="1375409"/>
                  </a:cubicBezTo>
                  <a:cubicBezTo>
                    <a:pt x="523079" y="1595282"/>
                    <a:pt x="614356" y="1722842"/>
                    <a:pt x="820885" y="1990313"/>
                  </a:cubicBezTo>
                  <a:cubicBezTo>
                    <a:pt x="872582" y="2057263"/>
                    <a:pt x="926023" y="2126519"/>
                    <a:pt x="981122" y="2203186"/>
                  </a:cubicBezTo>
                  <a:cubicBezTo>
                    <a:pt x="1175968" y="2474445"/>
                    <a:pt x="1375871" y="2667309"/>
                    <a:pt x="1592426" y="2792645"/>
                  </a:cubicBezTo>
                  <a:cubicBezTo>
                    <a:pt x="1821970" y="2925557"/>
                    <a:pt x="2084904" y="2990119"/>
                    <a:pt x="2396135" y="2990119"/>
                  </a:cubicBezTo>
                  <a:cubicBezTo>
                    <a:pt x="2572762" y="2990119"/>
                    <a:pt x="2737009" y="2950179"/>
                    <a:pt x="2913112" y="2864371"/>
                  </a:cubicBezTo>
                  <a:cubicBezTo>
                    <a:pt x="3093922" y="2776257"/>
                    <a:pt x="3272903" y="2647792"/>
                    <a:pt x="3471411" y="2501292"/>
                  </a:cubicBezTo>
                  <a:cubicBezTo>
                    <a:pt x="3517964" y="2466952"/>
                    <a:pt x="3564344" y="2433106"/>
                    <a:pt x="3609242" y="2400414"/>
                  </a:cubicBezTo>
                  <a:cubicBezTo>
                    <a:pt x="3847766" y="2226574"/>
                    <a:pt x="4073038" y="2062368"/>
                    <a:pt x="4219151" y="1888693"/>
                  </a:cubicBezTo>
                  <a:cubicBezTo>
                    <a:pt x="4353844" y="1728606"/>
                    <a:pt x="4411296" y="1575106"/>
                    <a:pt x="4411296" y="1375409"/>
                  </a:cubicBezTo>
                  <a:cubicBezTo>
                    <a:pt x="4411296" y="851089"/>
                    <a:pt x="4250274" y="381038"/>
                    <a:pt x="3957874" y="51887"/>
                  </a:cubicBezTo>
                  <a:lnTo>
                    <a:pt x="3906637" y="0"/>
                  </a:lnTo>
                  <a:lnTo>
                    <a:pt x="4555675" y="0"/>
                  </a:lnTo>
                  <a:lnTo>
                    <a:pt x="4605933" y="77740"/>
                  </a:lnTo>
                  <a:cubicBezTo>
                    <a:pt x="4820335" y="448137"/>
                    <a:pt x="4934374" y="894662"/>
                    <a:pt x="4934374" y="1375327"/>
                  </a:cubicBezTo>
                  <a:cubicBezTo>
                    <a:pt x="4934374" y="2116884"/>
                    <a:pt x="4369100" y="2465635"/>
                    <a:pt x="3793540" y="2890475"/>
                  </a:cubicBezTo>
                  <a:cubicBezTo>
                    <a:pt x="3374293" y="3199945"/>
                    <a:pt x="2970389" y="3484134"/>
                    <a:pt x="2396135" y="3484134"/>
                  </a:cubicBezTo>
                  <a:cubicBezTo>
                    <a:pt x="1544564" y="3484134"/>
                    <a:pt x="991670" y="3097832"/>
                    <a:pt x="548273" y="2480458"/>
                  </a:cubicBezTo>
                  <a:cubicBezTo>
                    <a:pt x="282201" y="2110049"/>
                    <a:pt x="0" y="1856001"/>
                    <a:pt x="0" y="1375327"/>
                  </a:cubicBezTo>
                  <a:cubicBezTo>
                    <a:pt x="0" y="894662"/>
                    <a:pt x="195505" y="448137"/>
                    <a:pt x="512166" y="777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4FD26997-C49B-25B4-0508-92EBDBD80656}"/>
              </a:ext>
            </a:extLst>
          </p:cNvPr>
          <p:cNvSpPr txBox="1"/>
          <p:nvPr/>
        </p:nvSpPr>
        <p:spPr>
          <a:xfrm>
            <a:off x="728860" y="781140"/>
            <a:ext cx="5368188" cy="14465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400" b="1" dirty="0" err="1"/>
              <a:t>Synchronizacja</a:t>
            </a:r>
            <a:r>
              <a:rPr lang="en-US" sz="4400" b="1" dirty="0"/>
              <a:t> </a:t>
            </a:r>
            <a:r>
              <a:rPr lang="en-US" sz="4400" b="1" dirty="0" err="1"/>
              <a:t>danych</a:t>
            </a:r>
            <a:r>
              <a:rPr lang="en-US" sz="4400" b="1" dirty="0"/>
              <a:t>:</a:t>
            </a:r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1FFBC34-9254-91D2-1A50-D6A1E266EA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32865" y="2310840"/>
            <a:ext cx="4753534" cy="4045189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457200" indent="-457200" algn="just">
              <a:buFont typeface="Calibri" panose="020B0604020202020204" pitchFamily="34" charset="0"/>
              <a:buChar char="-"/>
            </a:pPr>
            <a:r>
              <a:rPr lang="en-US" sz="2800" dirty="0" err="1"/>
              <a:t>Lokalny</a:t>
            </a:r>
            <a:r>
              <a:rPr lang="en-US" sz="2800" dirty="0"/>
              <a:t> storage</a:t>
            </a:r>
          </a:p>
          <a:p>
            <a:pPr marL="457200" indent="-457200" algn="just">
              <a:buFont typeface="Calibri" panose="020B0604020202020204" pitchFamily="34" charset="0"/>
              <a:buChar char="-"/>
            </a:pPr>
            <a:r>
              <a:rPr lang="en-US" sz="2800" dirty="0" err="1"/>
              <a:t>Kolejka</a:t>
            </a:r>
            <a:r>
              <a:rPr lang="en-US" sz="2800" dirty="0"/>
              <a:t> </a:t>
            </a:r>
            <a:r>
              <a:rPr lang="en-US" sz="2800" dirty="0" err="1"/>
              <a:t>synchronizacji</a:t>
            </a:r>
          </a:p>
          <a:p>
            <a:pPr marL="457200" indent="-457200" algn="just">
              <a:buFont typeface="Calibri" panose="020B0604020202020204" pitchFamily="34" charset="0"/>
              <a:buChar char="-"/>
            </a:pPr>
            <a:r>
              <a:rPr lang="en-US" sz="2800" dirty="0" err="1"/>
              <a:t>Wyzwalacze</a:t>
            </a:r>
            <a:r>
              <a:rPr lang="en-US" sz="2800" dirty="0"/>
              <a:t> </a:t>
            </a:r>
            <a:r>
              <a:rPr lang="en-US" sz="2800" dirty="0" err="1"/>
              <a:t>i</a:t>
            </a:r>
            <a:r>
              <a:rPr lang="en-US" sz="2800" dirty="0"/>
              <a:t> </a:t>
            </a:r>
            <a:r>
              <a:rPr lang="en-US" sz="2800" dirty="0" err="1"/>
              <a:t>proces</a:t>
            </a:r>
            <a:r>
              <a:rPr lang="en-US" sz="2800" dirty="0"/>
              <a:t> </a:t>
            </a:r>
            <a:r>
              <a:rPr lang="en-US" sz="2800" dirty="0" err="1"/>
              <a:t>synchronizacji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876758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ABFB77-886B-0C49-E3B6-011BDB8F4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517616F4-1045-92FC-C3AD-D97FCD2002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9676747" y="-4155"/>
            <a:ext cx="2514948" cy="2174333"/>
            <a:chOff x="-305" y="-4155"/>
            <a:chExt cx="2514948" cy="2174333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FDE7F9A-A037-9F4F-02AE-6B2F5C7E00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16875599-5420-889E-708F-C9B440A7FB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8CB0A2C-1AD6-4CCE-02E2-74A2C9BE01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9879AB1A-0E58-E7DD-36EE-04168825B0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29BC6D4-09AA-2B61-8A78-969A09E9C7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9581" y="831732"/>
            <a:ext cx="3583706" cy="1329062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r"/>
            <a:r>
              <a:rPr lang="en-US" sz="4900" b="1" dirty="0"/>
              <a:t>Baza </a:t>
            </a:r>
            <a:r>
              <a:rPr lang="en-US" sz="4900" b="1" dirty="0" err="1"/>
              <a:t>danych</a:t>
            </a:r>
          </a:p>
        </p:txBody>
      </p:sp>
      <p:pic>
        <p:nvPicPr>
          <p:cNvPr id="23" name="Picture 22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DF46A598-5DE3-3459-DC6F-133BEA7F8E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0799" y="2339125"/>
            <a:ext cx="7976853" cy="3596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8022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2691BB-F891-DA71-9C77-7AA449184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D37467EC-FB1D-CC4A-0608-3245BCF4C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73FA0296-1444-9321-F9A2-C3C08C68AA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55526" y="2227167"/>
            <a:ext cx="4336168" cy="4630834"/>
            <a:chOff x="7855526" y="2145638"/>
            <a:chExt cx="4336168" cy="4630834"/>
          </a:xfrm>
          <a:gradFill>
            <a:gsLst>
              <a:gs pos="2000">
                <a:schemeClr val="bg1">
                  <a:alpha val="10000"/>
                </a:schemeClr>
              </a:gs>
              <a:gs pos="16000">
                <a:schemeClr val="accent6">
                  <a:alpha val="10000"/>
                </a:schemeClr>
              </a:gs>
              <a:gs pos="100000">
                <a:schemeClr val="bg1">
                  <a:alpha val="10000"/>
                </a:schemeClr>
              </a:gs>
              <a:gs pos="85000">
                <a:schemeClr val="accent1">
                  <a:alpha val="10000"/>
                </a:schemeClr>
              </a:gs>
            </a:gsLst>
            <a:lin ang="12000000" scaled="0"/>
          </a:gradFill>
        </p:grpSpPr>
        <p:sp useBgFill="1">
          <p:nvSpPr>
            <p:cNvPr id="39" name="Freeform: Shape 38">
              <a:extLst>
                <a:ext uri="{FF2B5EF4-FFF2-40B4-BE49-F238E27FC236}">
                  <a16:creationId xmlns:a16="http://schemas.microsoft.com/office/drawing/2014/main" id="{A6E6301A-0CF8-02BD-73EE-6871D63843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75903" y="2463723"/>
              <a:ext cx="4315791" cy="4312749"/>
            </a:xfrm>
            <a:custGeom>
              <a:avLst/>
              <a:gdLst>
                <a:gd name="connsiteX0" fmla="*/ 2987009 w 4315791"/>
                <a:gd name="connsiteY0" fmla="*/ 0 h 4312749"/>
                <a:gd name="connsiteX1" fmla="*/ 4136908 w 4315791"/>
                <a:gd name="connsiteY1" fmla="*/ 333995 h 4312749"/>
                <a:gd name="connsiteX2" fmla="*/ 4315791 w 4315791"/>
                <a:gd name="connsiteY2" fmla="*/ 445229 h 4312749"/>
                <a:gd name="connsiteX3" fmla="*/ 4315791 w 4315791"/>
                <a:gd name="connsiteY3" fmla="*/ 1208150 h 4312749"/>
                <a:gd name="connsiteX4" fmla="*/ 4145996 w 4315791"/>
                <a:gd name="connsiteY4" fmla="*/ 1085198 h 4312749"/>
                <a:gd name="connsiteX5" fmla="*/ 3631470 w 4315791"/>
                <a:gd name="connsiteY5" fmla="*/ 767158 h 4312749"/>
                <a:gd name="connsiteX6" fmla="*/ 2987009 w 4315791"/>
                <a:gd name="connsiteY6" fmla="*/ 611504 h 4312749"/>
                <a:gd name="connsiteX7" fmla="*/ 1985110 w 4315791"/>
                <a:gd name="connsiteY7" fmla="*/ 855943 h 4312749"/>
                <a:gd name="connsiteX8" fmla="*/ 1223061 w 4315791"/>
                <a:gd name="connsiteY8" fmla="*/ 1585590 h 4312749"/>
                <a:gd name="connsiteX9" fmla="*/ 1023311 w 4315791"/>
                <a:gd name="connsiteY9" fmla="*/ 1849089 h 4312749"/>
                <a:gd name="connsiteX10" fmla="*/ 652067 w 4315791"/>
                <a:gd name="connsiteY10" fmla="*/ 2610233 h 4312749"/>
                <a:gd name="connsiteX11" fmla="*/ 876921 w 4315791"/>
                <a:gd name="connsiteY11" fmla="*/ 3447930 h 4312749"/>
                <a:gd name="connsiteX12" fmla="*/ 1504428 w 4315791"/>
                <a:gd name="connsiteY12" fmla="*/ 4177169 h 4312749"/>
                <a:gd name="connsiteX13" fmla="*/ 1689053 w 4315791"/>
                <a:gd name="connsiteY13" fmla="*/ 4312749 h 4312749"/>
                <a:gd name="connsiteX14" fmla="*/ 729636 w 4315791"/>
                <a:gd name="connsiteY14" fmla="*/ 4312749 h 4312749"/>
                <a:gd name="connsiteX15" fmla="*/ 638463 w 4315791"/>
                <a:gd name="connsiteY15" fmla="*/ 4216521 h 4312749"/>
                <a:gd name="connsiteX16" fmla="*/ 0 w 4315791"/>
                <a:gd name="connsiteY16" fmla="*/ 2610335 h 4312749"/>
                <a:gd name="connsiteX17" fmla="*/ 683474 w 4315791"/>
                <a:gd name="connsiteY17" fmla="*/ 1242376 h 4312749"/>
                <a:gd name="connsiteX18" fmla="*/ 2987009 w 4315791"/>
                <a:gd name="connsiteY18" fmla="*/ 0 h 4312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315791" h="4312749">
                  <a:moveTo>
                    <a:pt x="2987009" y="0"/>
                  </a:moveTo>
                  <a:cubicBezTo>
                    <a:pt x="3434423" y="0"/>
                    <a:pt x="3798884" y="137413"/>
                    <a:pt x="4136908" y="333995"/>
                  </a:cubicBezTo>
                  <a:lnTo>
                    <a:pt x="4315791" y="445229"/>
                  </a:lnTo>
                  <a:lnTo>
                    <a:pt x="4315791" y="1208150"/>
                  </a:lnTo>
                  <a:lnTo>
                    <a:pt x="4145996" y="1085198"/>
                  </a:lnTo>
                  <a:cubicBezTo>
                    <a:pt x="3968282" y="958859"/>
                    <a:pt x="3800518" y="848961"/>
                    <a:pt x="3631470" y="767158"/>
                  </a:cubicBezTo>
                  <a:cubicBezTo>
                    <a:pt x="3411941" y="660943"/>
                    <a:pt x="3207191" y="611504"/>
                    <a:pt x="2987009" y="611504"/>
                  </a:cubicBezTo>
                  <a:cubicBezTo>
                    <a:pt x="2599030" y="611504"/>
                    <a:pt x="2271258" y="691421"/>
                    <a:pt x="1985110" y="855943"/>
                  </a:cubicBezTo>
                  <a:cubicBezTo>
                    <a:pt x="1715153" y="1011087"/>
                    <a:pt x="1465955" y="1249819"/>
                    <a:pt x="1223061" y="1585590"/>
                  </a:cubicBezTo>
                  <a:cubicBezTo>
                    <a:pt x="1154375" y="1680490"/>
                    <a:pt x="1087756" y="1766217"/>
                    <a:pt x="1023311" y="1849089"/>
                  </a:cubicBezTo>
                  <a:cubicBezTo>
                    <a:pt x="765853" y="2180172"/>
                    <a:pt x="652067" y="2338069"/>
                    <a:pt x="652067" y="2610233"/>
                  </a:cubicBezTo>
                  <a:cubicBezTo>
                    <a:pt x="652067" y="2895038"/>
                    <a:pt x="727707" y="3176887"/>
                    <a:pt x="876921" y="3447930"/>
                  </a:cubicBezTo>
                  <a:cubicBezTo>
                    <a:pt x="1022224" y="3711838"/>
                    <a:pt x="1239145" y="3964023"/>
                    <a:pt x="1504428" y="4177169"/>
                  </a:cubicBezTo>
                  <a:lnTo>
                    <a:pt x="1689053" y="4312749"/>
                  </a:lnTo>
                  <a:lnTo>
                    <a:pt x="729636" y="4312749"/>
                  </a:lnTo>
                  <a:lnTo>
                    <a:pt x="638463" y="4216521"/>
                  </a:lnTo>
                  <a:cubicBezTo>
                    <a:pt x="243716" y="3758034"/>
                    <a:pt x="0" y="3205314"/>
                    <a:pt x="0" y="2610335"/>
                  </a:cubicBezTo>
                  <a:cubicBezTo>
                    <a:pt x="0" y="2015344"/>
                    <a:pt x="351790" y="1700877"/>
                    <a:pt x="683474" y="1242376"/>
                  </a:cubicBezTo>
                  <a:cubicBezTo>
                    <a:pt x="1236211" y="478174"/>
                    <a:pt x="1925445" y="0"/>
                    <a:pt x="29870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 useBgFill="1">
          <p:nvSpPr>
            <p:cNvPr id="40" name="Freeform: Shape 39">
              <a:extLst>
                <a:ext uri="{FF2B5EF4-FFF2-40B4-BE49-F238E27FC236}">
                  <a16:creationId xmlns:a16="http://schemas.microsoft.com/office/drawing/2014/main" id="{FB64B845-6824-3D56-DF68-A9B445FD65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75903" y="2463723"/>
              <a:ext cx="4315791" cy="4312749"/>
            </a:xfrm>
            <a:custGeom>
              <a:avLst/>
              <a:gdLst>
                <a:gd name="connsiteX0" fmla="*/ 2987009 w 4315791"/>
                <a:gd name="connsiteY0" fmla="*/ 0 h 4312749"/>
                <a:gd name="connsiteX1" fmla="*/ 4136908 w 4315791"/>
                <a:gd name="connsiteY1" fmla="*/ 333995 h 4312749"/>
                <a:gd name="connsiteX2" fmla="*/ 4315791 w 4315791"/>
                <a:gd name="connsiteY2" fmla="*/ 445229 h 4312749"/>
                <a:gd name="connsiteX3" fmla="*/ 4315791 w 4315791"/>
                <a:gd name="connsiteY3" fmla="*/ 1079495 h 4312749"/>
                <a:gd name="connsiteX4" fmla="*/ 4206793 w 4315791"/>
                <a:gd name="connsiteY4" fmla="*/ 1000737 h 4312749"/>
                <a:gd name="connsiteX5" fmla="*/ 2987119 w 4315791"/>
                <a:gd name="connsiteY5" fmla="*/ 509571 h 4312749"/>
                <a:gd name="connsiteX6" fmla="*/ 1133184 w 4315791"/>
                <a:gd name="connsiteY6" fmla="*/ 1528405 h 4312749"/>
                <a:gd name="connsiteX7" fmla="*/ 935607 w 4315791"/>
                <a:gd name="connsiteY7" fmla="*/ 1789050 h 4312749"/>
                <a:gd name="connsiteX8" fmla="*/ 543498 w 4315791"/>
                <a:gd name="connsiteY8" fmla="*/ 2610233 h 4312749"/>
                <a:gd name="connsiteX9" fmla="*/ 780416 w 4315791"/>
                <a:gd name="connsiteY9" fmla="*/ 3494616 h 4312749"/>
                <a:gd name="connsiteX10" fmla="*/ 1433786 w 4315791"/>
                <a:gd name="connsiteY10" fmla="*/ 4254537 h 4312749"/>
                <a:gd name="connsiteX11" fmla="*/ 1513041 w 4315791"/>
                <a:gd name="connsiteY11" fmla="*/ 4312749 h 4312749"/>
                <a:gd name="connsiteX12" fmla="*/ 729636 w 4315791"/>
                <a:gd name="connsiteY12" fmla="*/ 4312749 h 4312749"/>
                <a:gd name="connsiteX13" fmla="*/ 638463 w 4315791"/>
                <a:gd name="connsiteY13" fmla="*/ 4216521 h 4312749"/>
                <a:gd name="connsiteX14" fmla="*/ 0 w 4315791"/>
                <a:gd name="connsiteY14" fmla="*/ 2610335 h 4312749"/>
                <a:gd name="connsiteX15" fmla="*/ 683474 w 4315791"/>
                <a:gd name="connsiteY15" fmla="*/ 1242376 h 4312749"/>
                <a:gd name="connsiteX16" fmla="*/ 2987009 w 4315791"/>
                <a:gd name="connsiteY16" fmla="*/ 0 h 4312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315791" h="4312749">
                  <a:moveTo>
                    <a:pt x="2987009" y="0"/>
                  </a:moveTo>
                  <a:cubicBezTo>
                    <a:pt x="3434423" y="0"/>
                    <a:pt x="3798884" y="137413"/>
                    <a:pt x="4136908" y="333995"/>
                  </a:cubicBezTo>
                  <a:lnTo>
                    <a:pt x="4315791" y="445229"/>
                  </a:lnTo>
                  <a:lnTo>
                    <a:pt x="4315791" y="1079495"/>
                  </a:lnTo>
                  <a:lnTo>
                    <a:pt x="4206793" y="1000737"/>
                  </a:lnTo>
                  <a:cubicBezTo>
                    <a:pt x="3781561" y="699607"/>
                    <a:pt x="3436718" y="509571"/>
                    <a:pt x="2987119" y="509571"/>
                  </a:cubicBezTo>
                  <a:cubicBezTo>
                    <a:pt x="2204204" y="509571"/>
                    <a:pt x="1649730" y="814251"/>
                    <a:pt x="1133184" y="1528405"/>
                  </a:cubicBezTo>
                  <a:cubicBezTo>
                    <a:pt x="1065585" y="1621878"/>
                    <a:pt x="999510" y="1706892"/>
                    <a:pt x="935607" y="1789050"/>
                  </a:cubicBezTo>
                  <a:cubicBezTo>
                    <a:pt x="670760" y="2129716"/>
                    <a:pt x="543498" y="2306877"/>
                    <a:pt x="543498" y="2610233"/>
                  </a:cubicBezTo>
                  <a:cubicBezTo>
                    <a:pt x="543498" y="2911449"/>
                    <a:pt x="623267" y="3208997"/>
                    <a:pt x="780416" y="3494616"/>
                  </a:cubicBezTo>
                  <a:cubicBezTo>
                    <a:pt x="934194" y="3774018"/>
                    <a:pt x="1154050" y="4029772"/>
                    <a:pt x="1433786" y="4254537"/>
                  </a:cubicBezTo>
                  <a:lnTo>
                    <a:pt x="1513041" y="4312749"/>
                  </a:lnTo>
                  <a:lnTo>
                    <a:pt x="729636" y="4312749"/>
                  </a:lnTo>
                  <a:lnTo>
                    <a:pt x="638463" y="4216521"/>
                  </a:lnTo>
                  <a:cubicBezTo>
                    <a:pt x="243716" y="3758034"/>
                    <a:pt x="0" y="3205314"/>
                    <a:pt x="0" y="2610335"/>
                  </a:cubicBezTo>
                  <a:cubicBezTo>
                    <a:pt x="0" y="2015344"/>
                    <a:pt x="351790" y="1700877"/>
                    <a:pt x="683474" y="1242376"/>
                  </a:cubicBezTo>
                  <a:cubicBezTo>
                    <a:pt x="1236211" y="478174"/>
                    <a:pt x="1925445" y="0"/>
                    <a:pt x="29870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 useBgFill="1">
          <p:nvSpPr>
            <p:cNvPr id="41" name="Freeform: Shape 40">
              <a:extLst>
                <a:ext uri="{FF2B5EF4-FFF2-40B4-BE49-F238E27FC236}">
                  <a16:creationId xmlns:a16="http://schemas.microsoft.com/office/drawing/2014/main" id="{A744C8B8-D173-BE92-9378-F8823FB321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77037" y="2411531"/>
              <a:ext cx="4314657" cy="4364939"/>
            </a:xfrm>
            <a:custGeom>
              <a:avLst/>
              <a:gdLst>
                <a:gd name="connsiteX0" fmla="*/ 3028307 w 4314657"/>
                <a:gd name="connsiteY0" fmla="*/ 21 h 4364939"/>
                <a:gd name="connsiteX1" fmla="*/ 3066670 w 4314657"/>
                <a:gd name="connsiteY1" fmla="*/ 836 h 4364939"/>
                <a:gd name="connsiteX2" fmla="*/ 3220125 w 4314657"/>
                <a:gd name="connsiteY2" fmla="*/ 9909 h 4364939"/>
                <a:gd name="connsiteX3" fmla="*/ 3816113 w 4314657"/>
                <a:gd name="connsiteY3" fmla="*/ 150272 h 4364939"/>
                <a:gd name="connsiteX4" fmla="*/ 4089981 w 4314657"/>
                <a:gd name="connsiteY4" fmla="*/ 272287 h 4364939"/>
                <a:gd name="connsiteX5" fmla="*/ 4314657 w 4314657"/>
                <a:gd name="connsiteY5" fmla="*/ 398926 h 4364939"/>
                <a:gd name="connsiteX6" fmla="*/ 4314657 w 4314657"/>
                <a:gd name="connsiteY6" fmla="*/ 911199 h 4364939"/>
                <a:gd name="connsiteX7" fmla="*/ 4310597 w 4314657"/>
                <a:gd name="connsiteY7" fmla="*/ 908154 h 4364939"/>
                <a:gd name="connsiteX8" fmla="*/ 4203223 w 4314657"/>
                <a:gd name="connsiteY8" fmla="*/ 829562 h 4364939"/>
                <a:gd name="connsiteX9" fmla="*/ 4095850 w 4314657"/>
                <a:gd name="connsiteY9" fmla="*/ 753520 h 4364939"/>
                <a:gd name="connsiteX10" fmla="*/ 3652987 w 4314657"/>
                <a:gd name="connsiteY10" fmla="*/ 494811 h 4364939"/>
                <a:gd name="connsiteX11" fmla="*/ 3173610 w 4314657"/>
                <a:gd name="connsiteY11" fmla="*/ 347209 h 4364939"/>
                <a:gd name="connsiteX12" fmla="*/ 3047760 w 4314657"/>
                <a:gd name="connsiteY12" fmla="*/ 332632 h 4364939"/>
                <a:gd name="connsiteX13" fmla="*/ 3016027 w 4314657"/>
                <a:gd name="connsiteY13" fmla="*/ 330186 h 4364939"/>
                <a:gd name="connsiteX14" fmla="*/ 2984184 w 4314657"/>
                <a:gd name="connsiteY14" fmla="*/ 328658 h 4364939"/>
                <a:gd name="connsiteX15" fmla="*/ 2952233 w 4314657"/>
                <a:gd name="connsiteY15" fmla="*/ 327332 h 4364939"/>
                <a:gd name="connsiteX16" fmla="*/ 2919085 w 4314657"/>
                <a:gd name="connsiteY16" fmla="*/ 327026 h 4364939"/>
                <a:gd name="connsiteX17" fmla="*/ 2852901 w 4314657"/>
                <a:gd name="connsiteY17" fmla="*/ 326720 h 4364939"/>
                <a:gd name="connsiteX18" fmla="*/ 2786826 w 4314657"/>
                <a:gd name="connsiteY18" fmla="*/ 328148 h 4364939"/>
                <a:gd name="connsiteX19" fmla="*/ 2720965 w 4314657"/>
                <a:gd name="connsiteY19" fmla="*/ 331409 h 4364939"/>
                <a:gd name="connsiteX20" fmla="*/ 2655325 w 4314657"/>
                <a:gd name="connsiteY20" fmla="*/ 336098 h 4364939"/>
                <a:gd name="connsiteX21" fmla="*/ 2524803 w 4314657"/>
                <a:gd name="connsiteY21" fmla="*/ 350573 h 4364939"/>
                <a:gd name="connsiteX22" fmla="*/ 2460139 w 4314657"/>
                <a:gd name="connsiteY22" fmla="*/ 360664 h 4364939"/>
                <a:gd name="connsiteX23" fmla="*/ 2396019 w 4314657"/>
                <a:gd name="connsiteY23" fmla="*/ 372693 h 4364939"/>
                <a:gd name="connsiteX24" fmla="*/ 2145843 w 4314657"/>
                <a:gd name="connsiteY24" fmla="*/ 440989 h 4364939"/>
                <a:gd name="connsiteX25" fmla="*/ 1698635 w 4314657"/>
                <a:gd name="connsiteY25" fmla="*/ 682676 h 4364939"/>
                <a:gd name="connsiteX26" fmla="*/ 1498450 w 4314657"/>
                <a:gd name="connsiteY26" fmla="*/ 835474 h 4364939"/>
                <a:gd name="connsiteX27" fmla="*/ 1307285 w 4314657"/>
                <a:gd name="connsiteY27" fmla="*/ 1001220 h 4364939"/>
                <a:gd name="connsiteX28" fmla="*/ 947780 w 4314657"/>
                <a:gd name="connsiteY28" fmla="*/ 1369612 h 4364939"/>
                <a:gd name="connsiteX29" fmla="*/ 905939 w 4314657"/>
                <a:gd name="connsiteY29" fmla="*/ 1419458 h 4364939"/>
                <a:gd name="connsiteX30" fmla="*/ 863228 w 4314657"/>
                <a:gd name="connsiteY30" fmla="*/ 1471545 h 4364939"/>
                <a:gd name="connsiteX31" fmla="*/ 774330 w 4314657"/>
                <a:gd name="connsiteY31" fmla="*/ 1577659 h 4364939"/>
                <a:gd name="connsiteX32" fmla="*/ 595554 w 4314657"/>
                <a:gd name="connsiteY32" fmla="*/ 1780916 h 4364939"/>
                <a:gd name="connsiteX33" fmla="*/ 430365 w 4314657"/>
                <a:gd name="connsiteY33" fmla="*/ 1982644 h 4364939"/>
                <a:gd name="connsiteX34" fmla="*/ 358855 w 4314657"/>
                <a:gd name="connsiteY34" fmla="*/ 2087025 h 4364939"/>
                <a:gd name="connsiteX35" fmla="*/ 296583 w 4314657"/>
                <a:gd name="connsiteY35" fmla="*/ 2194872 h 4364939"/>
                <a:gd name="connsiteX36" fmla="*/ 207358 w 4314657"/>
                <a:gd name="connsiteY36" fmla="*/ 2423918 h 4364939"/>
                <a:gd name="connsiteX37" fmla="*/ 177146 w 4314657"/>
                <a:gd name="connsiteY37" fmla="*/ 2668765 h 4364939"/>
                <a:gd name="connsiteX38" fmla="*/ 248763 w 4314657"/>
                <a:gd name="connsiteY38" fmla="*/ 3168854 h 4364939"/>
                <a:gd name="connsiteX39" fmla="*/ 445688 w 4314657"/>
                <a:gd name="connsiteY39" fmla="*/ 3637956 h 4364939"/>
                <a:gd name="connsiteX40" fmla="*/ 735859 w 4314657"/>
                <a:gd name="connsiteY40" fmla="*/ 4062310 h 4364939"/>
                <a:gd name="connsiteX41" fmla="*/ 910884 w 4314657"/>
                <a:gd name="connsiteY41" fmla="*/ 4254366 h 4364939"/>
                <a:gd name="connsiteX42" fmla="*/ 1030507 w 4314657"/>
                <a:gd name="connsiteY42" fmla="*/ 4364939 h 4364939"/>
                <a:gd name="connsiteX43" fmla="*/ 676755 w 4314657"/>
                <a:gd name="connsiteY43" fmla="*/ 4364939 h 4364939"/>
                <a:gd name="connsiteX44" fmla="*/ 538105 w 4314657"/>
                <a:gd name="connsiteY44" fmla="*/ 4202315 h 4364939"/>
                <a:gd name="connsiteX45" fmla="*/ 241592 w 4314657"/>
                <a:gd name="connsiteY45" fmla="*/ 3731226 h 4364939"/>
                <a:gd name="connsiteX46" fmla="*/ 60317 w 4314657"/>
                <a:gd name="connsiteY46" fmla="*/ 3211362 h 4364939"/>
                <a:gd name="connsiteX47" fmla="*/ 0 w 4314657"/>
                <a:gd name="connsiteY47" fmla="*/ 2668765 h 4364939"/>
                <a:gd name="connsiteX48" fmla="*/ 21736 w 4314657"/>
                <a:gd name="connsiteY48" fmla="*/ 2390280 h 4364939"/>
                <a:gd name="connsiteX49" fmla="*/ 27605 w 4314657"/>
                <a:gd name="connsiteY49" fmla="*/ 2355521 h 4364939"/>
                <a:gd name="connsiteX50" fmla="*/ 34669 w 4314657"/>
                <a:gd name="connsiteY50" fmla="*/ 2320862 h 4364939"/>
                <a:gd name="connsiteX51" fmla="*/ 50753 w 4314657"/>
                <a:gd name="connsiteY51" fmla="*/ 2251750 h 4364939"/>
                <a:gd name="connsiteX52" fmla="*/ 93899 w 4314657"/>
                <a:gd name="connsiteY52" fmla="*/ 2116179 h 4364939"/>
                <a:gd name="connsiteX53" fmla="*/ 150194 w 4314657"/>
                <a:gd name="connsiteY53" fmla="*/ 1985498 h 4364939"/>
                <a:gd name="connsiteX54" fmla="*/ 216486 w 4314657"/>
                <a:gd name="connsiteY54" fmla="*/ 1860628 h 4364939"/>
                <a:gd name="connsiteX55" fmla="*/ 363527 w 4314657"/>
                <a:gd name="connsiteY55" fmla="*/ 1625058 h 4364939"/>
                <a:gd name="connsiteX56" fmla="*/ 514155 w 4314657"/>
                <a:gd name="connsiteY56" fmla="*/ 1402231 h 4364939"/>
                <a:gd name="connsiteX57" fmla="*/ 586861 w 4314657"/>
                <a:gd name="connsiteY57" fmla="*/ 1293160 h 4364939"/>
                <a:gd name="connsiteX58" fmla="*/ 623702 w 4314657"/>
                <a:gd name="connsiteY58" fmla="*/ 1236892 h 4364939"/>
                <a:gd name="connsiteX59" fmla="*/ 662283 w 4314657"/>
                <a:gd name="connsiteY59" fmla="*/ 1178892 h 4364939"/>
                <a:gd name="connsiteX60" fmla="*/ 827364 w 4314657"/>
                <a:gd name="connsiteY60" fmla="*/ 951170 h 4364939"/>
                <a:gd name="connsiteX61" fmla="*/ 1016355 w 4314657"/>
                <a:gd name="connsiteY61" fmla="*/ 736089 h 4364939"/>
                <a:gd name="connsiteX62" fmla="*/ 1482474 w 4314657"/>
                <a:gd name="connsiteY62" fmla="*/ 378707 h 4364939"/>
                <a:gd name="connsiteX63" fmla="*/ 2035644 w 4314657"/>
                <a:gd name="connsiteY63" fmla="*/ 149151 h 4364939"/>
                <a:gd name="connsiteX64" fmla="*/ 2324619 w 4314657"/>
                <a:gd name="connsiteY64" fmla="*/ 72802 h 4364939"/>
                <a:gd name="connsiteX65" fmla="*/ 2618809 w 4314657"/>
                <a:gd name="connsiteY65" fmla="*/ 24078 h 4364939"/>
                <a:gd name="connsiteX66" fmla="*/ 2914849 w 4314657"/>
                <a:gd name="connsiteY66" fmla="*/ 1957 h 4364939"/>
                <a:gd name="connsiteX67" fmla="*/ 2951907 w 4314657"/>
                <a:gd name="connsiteY67" fmla="*/ 633 h 4364939"/>
                <a:gd name="connsiteX68" fmla="*/ 2990052 w 4314657"/>
                <a:gd name="connsiteY68" fmla="*/ 224 h 4364939"/>
                <a:gd name="connsiteX69" fmla="*/ 3028307 w 4314657"/>
                <a:gd name="connsiteY69" fmla="*/ 21 h 4364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314657" h="4364939">
                  <a:moveTo>
                    <a:pt x="3028307" y="21"/>
                  </a:moveTo>
                  <a:lnTo>
                    <a:pt x="3066670" y="836"/>
                  </a:lnTo>
                  <a:cubicBezTo>
                    <a:pt x="3117749" y="1856"/>
                    <a:pt x="3168937" y="5320"/>
                    <a:pt x="3220125" y="9909"/>
                  </a:cubicBezTo>
                  <a:cubicBezTo>
                    <a:pt x="3424763" y="29073"/>
                    <a:pt x="3627448" y="77898"/>
                    <a:pt x="3816113" y="150272"/>
                  </a:cubicBezTo>
                  <a:cubicBezTo>
                    <a:pt x="3910880" y="185950"/>
                    <a:pt x="4001951" y="227538"/>
                    <a:pt x="4089981" y="272287"/>
                  </a:cubicBezTo>
                  <a:lnTo>
                    <a:pt x="4314657" y="398926"/>
                  </a:lnTo>
                  <a:lnTo>
                    <a:pt x="4314657" y="911199"/>
                  </a:lnTo>
                  <a:lnTo>
                    <a:pt x="4310597" y="908154"/>
                  </a:lnTo>
                  <a:cubicBezTo>
                    <a:pt x="4274842" y="881549"/>
                    <a:pt x="4239087" y="855352"/>
                    <a:pt x="4203223" y="829562"/>
                  </a:cubicBezTo>
                  <a:cubicBezTo>
                    <a:pt x="4167576" y="803773"/>
                    <a:pt x="4131821" y="778086"/>
                    <a:pt x="4095850" y="753520"/>
                  </a:cubicBezTo>
                  <a:cubicBezTo>
                    <a:pt x="3951852" y="654949"/>
                    <a:pt x="3806115" y="565043"/>
                    <a:pt x="3652987" y="494811"/>
                  </a:cubicBezTo>
                  <a:cubicBezTo>
                    <a:pt x="3500404" y="423761"/>
                    <a:pt x="3340213" y="373101"/>
                    <a:pt x="3173610" y="347209"/>
                  </a:cubicBezTo>
                  <a:cubicBezTo>
                    <a:pt x="3131987" y="341093"/>
                    <a:pt x="3090036" y="335792"/>
                    <a:pt x="3047760" y="332632"/>
                  </a:cubicBezTo>
                  <a:lnTo>
                    <a:pt x="3016027" y="330186"/>
                  </a:lnTo>
                  <a:cubicBezTo>
                    <a:pt x="3005485" y="329472"/>
                    <a:pt x="2994834" y="329168"/>
                    <a:pt x="2984184" y="328658"/>
                  </a:cubicBezTo>
                  <a:cubicBezTo>
                    <a:pt x="2973533" y="328249"/>
                    <a:pt x="2962992" y="327638"/>
                    <a:pt x="2952233" y="327332"/>
                  </a:cubicBezTo>
                  <a:lnTo>
                    <a:pt x="2919085" y="327026"/>
                  </a:lnTo>
                  <a:cubicBezTo>
                    <a:pt x="2897025" y="326925"/>
                    <a:pt x="2874854" y="326212"/>
                    <a:pt x="2852901" y="326720"/>
                  </a:cubicBezTo>
                  <a:lnTo>
                    <a:pt x="2786826" y="328148"/>
                  </a:lnTo>
                  <a:cubicBezTo>
                    <a:pt x="2764763" y="328759"/>
                    <a:pt x="2742919" y="330391"/>
                    <a:pt x="2720965" y="331409"/>
                  </a:cubicBezTo>
                  <a:cubicBezTo>
                    <a:pt x="2699013" y="332326"/>
                    <a:pt x="2677170" y="334162"/>
                    <a:pt x="2655325" y="336098"/>
                  </a:cubicBezTo>
                  <a:cubicBezTo>
                    <a:pt x="2611528" y="339463"/>
                    <a:pt x="2568165" y="345170"/>
                    <a:pt x="2524803" y="350573"/>
                  </a:cubicBezTo>
                  <a:lnTo>
                    <a:pt x="2460139" y="360664"/>
                  </a:lnTo>
                  <a:cubicBezTo>
                    <a:pt x="2438622" y="364130"/>
                    <a:pt x="2417430" y="368717"/>
                    <a:pt x="2396019" y="372693"/>
                  </a:cubicBezTo>
                  <a:cubicBezTo>
                    <a:pt x="2310709" y="389513"/>
                    <a:pt x="2226809" y="411836"/>
                    <a:pt x="2145843" y="440989"/>
                  </a:cubicBezTo>
                  <a:cubicBezTo>
                    <a:pt x="1983479" y="499295"/>
                    <a:pt x="1835678" y="585838"/>
                    <a:pt x="1698635" y="682676"/>
                  </a:cubicBezTo>
                  <a:cubicBezTo>
                    <a:pt x="1629841" y="730992"/>
                    <a:pt x="1563549" y="782367"/>
                    <a:pt x="1498450" y="835474"/>
                  </a:cubicBezTo>
                  <a:cubicBezTo>
                    <a:pt x="1433352" y="888583"/>
                    <a:pt x="1369775" y="943932"/>
                    <a:pt x="1307285" y="1001220"/>
                  </a:cubicBezTo>
                  <a:cubicBezTo>
                    <a:pt x="1182958" y="1116304"/>
                    <a:pt x="1060588" y="1237708"/>
                    <a:pt x="947780" y="1369612"/>
                  </a:cubicBezTo>
                  <a:cubicBezTo>
                    <a:pt x="933325" y="1385818"/>
                    <a:pt x="919958" y="1402841"/>
                    <a:pt x="905939" y="1419458"/>
                  </a:cubicBezTo>
                  <a:lnTo>
                    <a:pt x="863228" y="1471545"/>
                  </a:lnTo>
                  <a:cubicBezTo>
                    <a:pt x="833776" y="1507529"/>
                    <a:pt x="804215" y="1543001"/>
                    <a:pt x="774330" y="1577659"/>
                  </a:cubicBezTo>
                  <a:cubicBezTo>
                    <a:pt x="714665" y="1647178"/>
                    <a:pt x="653806" y="1714046"/>
                    <a:pt x="595554" y="1780916"/>
                  </a:cubicBezTo>
                  <a:cubicBezTo>
                    <a:pt x="537303" y="1847683"/>
                    <a:pt x="481009" y="1914144"/>
                    <a:pt x="430365" y="1982644"/>
                  </a:cubicBezTo>
                  <a:cubicBezTo>
                    <a:pt x="405369" y="2016995"/>
                    <a:pt x="381351" y="2051756"/>
                    <a:pt x="358855" y="2087025"/>
                  </a:cubicBezTo>
                  <a:cubicBezTo>
                    <a:pt x="336685" y="2122396"/>
                    <a:pt x="315601" y="2158277"/>
                    <a:pt x="296583" y="2194872"/>
                  </a:cubicBezTo>
                  <a:cubicBezTo>
                    <a:pt x="258980" y="2268161"/>
                    <a:pt x="227572" y="2344307"/>
                    <a:pt x="207358" y="2423918"/>
                  </a:cubicBezTo>
                  <a:cubicBezTo>
                    <a:pt x="186817" y="2503426"/>
                    <a:pt x="178124" y="2585790"/>
                    <a:pt x="177146" y="2668765"/>
                  </a:cubicBezTo>
                  <a:cubicBezTo>
                    <a:pt x="177037" y="2837670"/>
                    <a:pt x="201490" y="3006472"/>
                    <a:pt x="248763" y="3168854"/>
                  </a:cubicBezTo>
                  <a:cubicBezTo>
                    <a:pt x="295931" y="3331644"/>
                    <a:pt x="363962" y="3488316"/>
                    <a:pt x="445688" y="3637956"/>
                  </a:cubicBezTo>
                  <a:cubicBezTo>
                    <a:pt x="527413" y="3787697"/>
                    <a:pt x="625115" y="3929794"/>
                    <a:pt x="735859" y="4062310"/>
                  </a:cubicBezTo>
                  <a:cubicBezTo>
                    <a:pt x="791121" y="4128668"/>
                    <a:pt x="849589" y="4192733"/>
                    <a:pt x="910884" y="4254366"/>
                  </a:cubicBezTo>
                  <a:lnTo>
                    <a:pt x="1030507" y="4364939"/>
                  </a:lnTo>
                  <a:lnTo>
                    <a:pt x="676755" y="4364939"/>
                  </a:lnTo>
                  <a:lnTo>
                    <a:pt x="538105" y="4202315"/>
                  </a:lnTo>
                  <a:cubicBezTo>
                    <a:pt x="423518" y="4054791"/>
                    <a:pt x="323372" y="3897379"/>
                    <a:pt x="241592" y="3731226"/>
                  </a:cubicBezTo>
                  <a:cubicBezTo>
                    <a:pt x="160193" y="3565073"/>
                    <a:pt x="99768" y="3389950"/>
                    <a:pt x="60317" y="3211362"/>
                  </a:cubicBezTo>
                  <a:cubicBezTo>
                    <a:pt x="20759" y="3032669"/>
                    <a:pt x="435" y="2850716"/>
                    <a:pt x="0" y="2668765"/>
                  </a:cubicBezTo>
                  <a:cubicBezTo>
                    <a:pt x="0" y="2576309"/>
                    <a:pt x="6413" y="2483039"/>
                    <a:pt x="21736" y="2390280"/>
                  </a:cubicBezTo>
                  <a:lnTo>
                    <a:pt x="27605" y="2355521"/>
                  </a:lnTo>
                  <a:lnTo>
                    <a:pt x="34669" y="2320862"/>
                  </a:lnTo>
                  <a:cubicBezTo>
                    <a:pt x="39343" y="2297723"/>
                    <a:pt x="45102" y="2274686"/>
                    <a:pt x="50753" y="2251750"/>
                  </a:cubicBezTo>
                  <a:cubicBezTo>
                    <a:pt x="62708" y="2205881"/>
                    <a:pt x="77379" y="2160723"/>
                    <a:pt x="93899" y="2116179"/>
                  </a:cubicBezTo>
                  <a:cubicBezTo>
                    <a:pt x="110744" y="2071734"/>
                    <a:pt x="129762" y="2028209"/>
                    <a:pt x="150194" y="1985498"/>
                  </a:cubicBezTo>
                  <a:cubicBezTo>
                    <a:pt x="170734" y="1942890"/>
                    <a:pt x="193229" y="1901402"/>
                    <a:pt x="216486" y="1860628"/>
                  </a:cubicBezTo>
                  <a:cubicBezTo>
                    <a:pt x="263109" y="1779183"/>
                    <a:pt x="312993" y="1701000"/>
                    <a:pt x="363527" y="1625058"/>
                  </a:cubicBezTo>
                  <a:lnTo>
                    <a:pt x="514155" y="1402231"/>
                  </a:lnTo>
                  <a:cubicBezTo>
                    <a:pt x="538825" y="1365636"/>
                    <a:pt x="563277" y="1329551"/>
                    <a:pt x="586861" y="1293160"/>
                  </a:cubicBezTo>
                  <a:lnTo>
                    <a:pt x="623702" y="1236892"/>
                  </a:lnTo>
                  <a:cubicBezTo>
                    <a:pt x="636526" y="1217525"/>
                    <a:pt x="649025" y="1198055"/>
                    <a:pt x="662283" y="1178892"/>
                  </a:cubicBezTo>
                  <a:cubicBezTo>
                    <a:pt x="713905" y="1101523"/>
                    <a:pt x="769222" y="1025786"/>
                    <a:pt x="827364" y="951170"/>
                  </a:cubicBezTo>
                  <a:cubicBezTo>
                    <a:pt x="885834" y="876861"/>
                    <a:pt x="947997" y="804283"/>
                    <a:pt x="1016355" y="736089"/>
                  </a:cubicBezTo>
                  <a:cubicBezTo>
                    <a:pt x="1152311" y="599497"/>
                    <a:pt x="1308047" y="476054"/>
                    <a:pt x="1482474" y="378707"/>
                  </a:cubicBezTo>
                  <a:cubicBezTo>
                    <a:pt x="1656793" y="281156"/>
                    <a:pt x="1845132" y="207966"/>
                    <a:pt x="2035644" y="149151"/>
                  </a:cubicBezTo>
                  <a:cubicBezTo>
                    <a:pt x="2131063" y="119997"/>
                    <a:pt x="2227460" y="94412"/>
                    <a:pt x="2324619" y="72802"/>
                  </a:cubicBezTo>
                  <a:cubicBezTo>
                    <a:pt x="2421885" y="51396"/>
                    <a:pt x="2520239" y="35291"/>
                    <a:pt x="2618809" y="24078"/>
                  </a:cubicBezTo>
                  <a:cubicBezTo>
                    <a:pt x="2717272" y="12252"/>
                    <a:pt x="2816168" y="4914"/>
                    <a:pt x="2914849" y="1957"/>
                  </a:cubicBezTo>
                  <a:lnTo>
                    <a:pt x="2951907" y="633"/>
                  </a:lnTo>
                  <a:lnTo>
                    <a:pt x="2990052" y="224"/>
                  </a:lnTo>
                  <a:cubicBezTo>
                    <a:pt x="3002768" y="224"/>
                    <a:pt x="3015592" y="-81"/>
                    <a:pt x="3028307" y="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 useBgFill="1">
          <p:nvSpPr>
            <p:cNvPr id="42" name="Freeform: Shape 41">
              <a:extLst>
                <a:ext uri="{FF2B5EF4-FFF2-40B4-BE49-F238E27FC236}">
                  <a16:creationId xmlns:a16="http://schemas.microsoft.com/office/drawing/2014/main" id="{658AAB8A-7829-F90E-D7B3-0A2426A2C8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55526" y="2145638"/>
              <a:ext cx="4336168" cy="4630833"/>
            </a:xfrm>
            <a:custGeom>
              <a:avLst/>
              <a:gdLst>
                <a:gd name="connsiteX0" fmla="*/ 3053738 w 4336168"/>
                <a:gd name="connsiteY0" fmla="*/ 111 h 4630833"/>
                <a:gd name="connsiteX1" fmla="*/ 3093948 w 4336168"/>
                <a:gd name="connsiteY1" fmla="*/ 316 h 4630833"/>
                <a:gd name="connsiteX2" fmla="*/ 3134268 w 4336168"/>
                <a:gd name="connsiteY2" fmla="*/ 1743 h 4630833"/>
                <a:gd name="connsiteX3" fmla="*/ 3295438 w 4336168"/>
                <a:gd name="connsiteY3" fmla="*/ 13058 h 4630833"/>
                <a:gd name="connsiteX4" fmla="*/ 3918813 w 4336168"/>
                <a:gd name="connsiteY4" fmla="*/ 169935 h 4630833"/>
                <a:gd name="connsiteX5" fmla="*/ 4203331 w 4336168"/>
                <a:gd name="connsiteY5" fmla="*/ 305405 h 4630833"/>
                <a:gd name="connsiteX6" fmla="*/ 4336168 w 4336168"/>
                <a:gd name="connsiteY6" fmla="*/ 386579 h 4630833"/>
                <a:gd name="connsiteX7" fmla="*/ 4336168 w 4336168"/>
                <a:gd name="connsiteY7" fmla="*/ 772673 h 4630833"/>
                <a:gd name="connsiteX8" fmla="*/ 4270820 w 4336168"/>
                <a:gd name="connsiteY8" fmla="*/ 728127 h 4630833"/>
                <a:gd name="connsiteX9" fmla="*/ 4030208 w 4336168"/>
                <a:gd name="connsiteY9" fmla="*/ 587253 h 4630833"/>
                <a:gd name="connsiteX10" fmla="*/ 3781010 w 4336168"/>
                <a:gd name="connsiteY10" fmla="*/ 471455 h 4630833"/>
                <a:gd name="connsiteX11" fmla="*/ 3254466 w 4336168"/>
                <a:gd name="connsiteY11" fmla="*/ 338024 h 4630833"/>
                <a:gd name="connsiteX12" fmla="*/ 3117966 w 4336168"/>
                <a:gd name="connsiteY12" fmla="*/ 326812 h 4630833"/>
                <a:gd name="connsiteX13" fmla="*/ 3083625 w 4336168"/>
                <a:gd name="connsiteY13" fmla="*/ 325179 h 4630833"/>
                <a:gd name="connsiteX14" fmla="*/ 3049173 w 4336168"/>
                <a:gd name="connsiteY14" fmla="*/ 324366 h 4630833"/>
                <a:gd name="connsiteX15" fmla="*/ 2978858 w 4336168"/>
                <a:gd name="connsiteY15" fmla="*/ 323855 h 4630833"/>
                <a:gd name="connsiteX16" fmla="*/ 2695862 w 4336168"/>
                <a:gd name="connsiteY16" fmla="*/ 335373 h 4630833"/>
                <a:gd name="connsiteX17" fmla="*/ 2417972 w 4336168"/>
                <a:gd name="connsiteY17" fmla="*/ 372070 h 4630833"/>
                <a:gd name="connsiteX18" fmla="*/ 2148451 w 4336168"/>
                <a:gd name="connsiteY18" fmla="*/ 437613 h 4630833"/>
                <a:gd name="connsiteX19" fmla="*/ 1889690 w 4336168"/>
                <a:gd name="connsiteY19" fmla="*/ 532515 h 4630833"/>
                <a:gd name="connsiteX20" fmla="*/ 1644512 w 4336168"/>
                <a:gd name="connsiteY20" fmla="*/ 658098 h 4630833"/>
                <a:gd name="connsiteX21" fmla="*/ 1200999 w 4336168"/>
                <a:gd name="connsiteY21" fmla="*/ 992137 h 4630833"/>
                <a:gd name="connsiteX22" fmla="*/ 1003531 w 4336168"/>
                <a:gd name="connsiteY22" fmla="*/ 1192234 h 4630833"/>
                <a:gd name="connsiteX23" fmla="*/ 910394 w 4336168"/>
                <a:gd name="connsiteY23" fmla="*/ 1298347 h 4630833"/>
                <a:gd name="connsiteX24" fmla="*/ 821278 w 4336168"/>
                <a:gd name="connsiteY24" fmla="*/ 1408233 h 4630833"/>
                <a:gd name="connsiteX25" fmla="*/ 732162 w 4336168"/>
                <a:gd name="connsiteY25" fmla="*/ 1521993 h 4630833"/>
                <a:gd name="connsiteX26" fmla="*/ 640548 w 4336168"/>
                <a:gd name="connsiteY26" fmla="*/ 1634323 h 4630833"/>
                <a:gd name="connsiteX27" fmla="*/ 457317 w 4336168"/>
                <a:gd name="connsiteY27" fmla="*/ 1855930 h 4630833"/>
                <a:gd name="connsiteX28" fmla="*/ 369288 w 4336168"/>
                <a:gd name="connsiteY28" fmla="*/ 1967955 h 4630833"/>
                <a:gd name="connsiteX29" fmla="*/ 287128 w 4336168"/>
                <a:gd name="connsiteY29" fmla="*/ 2083243 h 4630833"/>
                <a:gd name="connsiteX30" fmla="*/ 212683 w 4336168"/>
                <a:gd name="connsiteY30" fmla="*/ 2202607 h 4630833"/>
                <a:gd name="connsiteX31" fmla="*/ 179101 w 4336168"/>
                <a:gd name="connsiteY31" fmla="*/ 2264177 h 4630833"/>
                <a:gd name="connsiteX32" fmla="*/ 148890 w 4336168"/>
                <a:gd name="connsiteY32" fmla="*/ 2327172 h 4630833"/>
                <a:gd name="connsiteX33" fmla="*/ 61295 w 4336168"/>
                <a:gd name="connsiteY33" fmla="*/ 2590672 h 4630833"/>
                <a:gd name="connsiteX34" fmla="*/ 32604 w 4336168"/>
                <a:gd name="connsiteY34" fmla="*/ 2866202 h 4630833"/>
                <a:gd name="connsiteX35" fmla="*/ 100853 w 4336168"/>
                <a:gd name="connsiteY35" fmla="*/ 3418074 h 4630833"/>
                <a:gd name="connsiteX36" fmla="*/ 184971 w 4336168"/>
                <a:gd name="connsiteY36" fmla="*/ 3684428 h 4630833"/>
                <a:gd name="connsiteX37" fmla="*/ 210836 w 4336168"/>
                <a:gd name="connsiteY37" fmla="*/ 3749462 h 4630833"/>
                <a:gd name="connsiteX38" fmla="*/ 238440 w 4336168"/>
                <a:gd name="connsiteY38" fmla="*/ 3813783 h 4630833"/>
                <a:gd name="connsiteX39" fmla="*/ 252894 w 4336168"/>
                <a:gd name="connsiteY39" fmla="*/ 3845688 h 4630833"/>
                <a:gd name="connsiteX40" fmla="*/ 268109 w 4336168"/>
                <a:gd name="connsiteY40" fmla="*/ 3877287 h 4630833"/>
                <a:gd name="connsiteX41" fmla="*/ 299409 w 4336168"/>
                <a:gd name="connsiteY41" fmla="*/ 3939978 h 4630833"/>
                <a:gd name="connsiteX42" fmla="*/ 440689 w 4336168"/>
                <a:gd name="connsiteY42" fmla="*/ 4182378 h 4630833"/>
                <a:gd name="connsiteX43" fmla="*/ 606640 w 4336168"/>
                <a:gd name="connsiteY43" fmla="*/ 4409488 h 4630833"/>
                <a:gd name="connsiteX44" fmla="*/ 792425 w 4336168"/>
                <a:gd name="connsiteY44" fmla="*/ 4621205 h 4630833"/>
                <a:gd name="connsiteX45" fmla="*/ 802442 w 4336168"/>
                <a:gd name="connsiteY45" fmla="*/ 4630833 h 4630833"/>
                <a:gd name="connsiteX46" fmla="*/ 592561 w 4336168"/>
                <a:gd name="connsiteY46" fmla="*/ 4630833 h 4630833"/>
                <a:gd name="connsiteX47" fmla="*/ 489377 w 4336168"/>
                <a:gd name="connsiteY47" fmla="*/ 4483185 h 4630833"/>
                <a:gd name="connsiteX48" fmla="*/ 344944 w 4336168"/>
                <a:gd name="connsiteY48" fmla="*/ 4231611 h 4630833"/>
                <a:gd name="connsiteX49" fmla="*/ 224311 w 4336168"/>
                <a:gd name="connsiteY49" fmla="*/ 3970456 h 4630833"/>
                <a:gd name="connsiteX50" fmla="*/ 0 w 4336168"/>
                <a:gd name="connsiteY50" fmla="*/ 2866202 h 4630833"/>
                <a:gd name="connsiteX51" fmla="*/ 25105 w 4336168"/>
                <a:gd name="connsiteY51" fmla="*/ 2584351 h 4630833"/>
                <a:gd name="connsiteX52" fmla="*/ 105200 w 4336168"/>
                <a:gd name="connsiteY52" fmla="*/ 2310863 h 4630833"/>
                <a:gd name="connsiteX53" fmla="*/ 232245 w 4336168"/>
                <a:gd name="connsiteY53" fmla="*/ 2053172 h 4630833"/>
                <a:gd name="connsiteX54" fmla="*/ 307667 w 4336168"/>
                <a:gd name="connsiteY54" fmla="*/ 1930341 h 4630833"/>
                <a:gd name="connsiteX55" fmla="*/ 386893 w 4336168"/>
                <a:gd name="connsiteY55" fmla="*/ 1810161 h 4630833"/>
                <a:gd name="connsiteX56" fmla="*/ 548823 w 4336168"/>
                <a:gd name="connsiteY56" fmla="*/ 1573876 h 4630833"/>
                <a:gd name="connsiteX57" fmla="*/ 626419 w 4336168"/>
                <a:gd name="connsiteY57" fmla="*/ 1455224 h 4630833"/>
                <a:gd name="connsiteX58" fmla="*/ 701081 w 4336168"/>
                <a:gd name="connsiteY58" fmla="*/ 1334534 h 4630833"/>
                <a:gd name="connsiteX59" fmla="*/ 861162 w 4336168"/>
                <a:gd name="connsiteY59" fmla="*/ 1091320 h 4630833"/>
                <a:gd name="connsiteX60" fmla="*/ 1042329 w 4336168"/>
                <a:gd name="connsiteY60" fmla="*/ 858093 h 4630833"/>
                <a:gd name="connsiteX61" fmla="*/ 1487799 w 4336168"/>
                <a:gd name="connsiteY61" fmla="*/ 446686 h 4630833"/>
                <a:gd name="connsiteX62" fmla="*/ 1754060 w 4336168"/>
                <a:gd name="connsiteY62" fmla="*/ 283388 h 4630833"/>
                <a:gd name="connsiteX63" fmla="*/ 2044121 w 4336168"/>
                <a:gd name="connsiteY63" fmla="*/ 157906 h 4630833"/>
                <a:gd name="connsiteX64" fmla="*/ 2349287 w 4336168"/>
                <a:gd name="connsiteY64" fmla="*/ 71364 h 4630833"/>
                <a:gd name="connsiteX65" fmla="*/ 2661411 w 4336168"/>
                <a:gd name="connsiteY65" fmla="*/ 21213 h 4630833"/>
                <a:gd name="connsiteX66" fmla="*/ 2818124 w 4336168"/>
                <a:gd name="connsiteY66" fmla="*/ 7146 h 4630833"/>
                <a:gd name="connsiteX67" fmla="*/ 2974728 w 4336168"/>
                <a:gd name="connsiteY67" fmla="*/ 1029 h 4630833"/>
                <a:gd name="connsiteX68" fmla="*/ 3053738 w 4336168"/>
                <a:gd name="connsiteY68" fmla="*/ 111 h 463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</a:cxnLst>
              <a:rect l="l" t="t" r="r" b="b"/>
              <a:pathLst>
                <a:path w="4336168" h="4630833">
                  <a:moveTo>
                    <a:pt x="3053738" y="111"/>
                  </a:moveTo>
                  <a:lnTo>
                    <a:pt x="3093948" y="316"/>
                  </a:lnTo>
                  <a:lnTo>
                    <a:pt x="3134268" y="1743"/>
                  </a:lnTo>
                  <a:cubicBezTo>
                    <a:pt x="3187955" y="3475"/>
                    <a:pt x="3241749" y="7756"/>
                    <a:pt x="3295438" y="13058"/>
                  </a:cubicBezTo>
                  <a:cubicBezTo>
                    <a:pt x="3510076" y="35585"/>
                    <a:pt x="3722324" y="89406"/>
                    <a:pt x="3918813" y="169935"/>
                  </a:cubicBezTo>
                  <a:cubicBezTo>
                    <a:pt x="4017384" y="209689"/>
                    <a:pt x="4111933" y="255763"/>
                    <a:pt x="4203331" y="305405"/>
                  </a:cubicBezTo>
                  <a:lnTo>
                    <a:pt x="4336168" y="386579"/>
                  </a:lnTo>
                  <a:lnTo>
                    <a:pt x="4336168" y="772673"/>
                  </a:lnTo>
                  <a:lnTo>
                    <a:pt x="4270820" y="728127"/>
                  </a:lnTo>
                  <a:cubicBezTo>
                    <a:pt x="4191920" y="677771"/>
                    <a:pt x="4111825" y="630168"/>
                    <a:pt x="4030208" y="587253"/>
                  </a:cubicBezTo>
                  <a:cubicBezTo>
                    <a:pt x="3948699" y="544136"/>
                    <a:pt x="3865886" y="504687"/>
                    <a:pt x="3781010" y="471455"/>
                  </a:cubicBezTo>
                  <a:cubicBezTo>
                    <a:pt x="3611688" y="404384"/>
                    <a:pt x="3435522" y="358818"/>
                    <a:pt x="3254466" y="338024"/>
                  </a:cubicBezTo>
                  <a:cubicBezTo>
                    <a:pt x="3209255" y="333029"/>
                    <a:pt x="3163720" y="328748"/>
                    <a:pt x="3117966" y="326812"/>
                  </a:cubicBezTo>
                  <a:lnTo>
                    <a:pt x="3083625" y="325179"/>
                  </a:lnTo>
                  <a:lnTo>
                    <a:pt x="3049173" y="324366"/>
                  </a:lnTo>
                  <a:cubicBezTo>
                    <a:pt x="3026568" y="323447"/>
                    <a:pt x="3002550" y="323855"/>
                    <a:pt x="2978858" y="323855"/>
                  </a:cubicBezTo>
                  <a:cubicBezTo>
                    <a:pt x="2883983" y="323956"/>
                    <a:pt x="2789434" y="327423"/>
                    <a:pt x="2695862" y="335373"/>
                  </a:cubicBezTo>
                  <a:cubicBezTo>
                    <a:pt x="2602290" y="343223"/>
                    <a:pt x="2509371" y="354945"/>
                    <a:pt x="2417972" y="372070"/>
                  </a:cubicBezTo>
                  <a:cubicBezTo>
                    <a:pt x="2326683" y="389500"/>
                    <a:pt x="2236697" y="411009"/>
                    <a:pt x="2148451" y="437613"/>
                  </a:cubicBezTo>
                  <a:cubicBezTo>
                    <a:pt x="2060204" y="464116"/>
                    <a:pt x="1973588" y="495411"/>
                    <a:pt x="1889690" y="532515"/>
                  </a:cubicBezTo>
                  <a:cubicBezTo>
                    <a:pt x="1805247" y="568599"/>
                    <a:pt x="1723848" y="611411"/>
                    <a:pt x="1644512" y="658098"/>
                  </a:cubicBezTo>
                  <a:cubicBezTo>
                    <a:pt x="1486169" y="751979"/>
                    <a:pt x="1338149" y="865229"/>
                    <a:pt x="1200999" y="992137"/>
                  </a:cubicBezTo>
                  <a:cubicBezTo>
                    <a:pt x="1132531" y="1055744"/>
                    <a:pt x="1066782" y="1122715"/>
                    <a:pt x="1003531" y="1192234"/>
                  </a:cubicBezTo>
                  <a:cubicBezTo>
                    <a:pt x="971688" y="1226790"/>
                    <a:pt x="941150" y="1262568"/>
                    <a:pt x="910394" y="1298347"/>
                  </a:cubicBezTo>
                  <a:cubicBezTo>
                    <a:pt x="880507" y="1334738"/>
                    <a:pt x="850187" y="1370925"/>
                    <a:pt x="821278" y="1408233"/>
                  </a:cubicBezTo>
                  <a:cubicBezTo>
                    <a:pt x="792152" y="1444624"/>
                    <a:pt x="762266" y="1484480"/>
                    <a:pt x="732162" y="1521993"/>
                  </a:cubicBezTo>
                  <a:cubicBezTo>
                    <a:pt x="701950" y="1559810"/>
                    <a:pt x="671302" y="1597219"/>
                    <a:pt x="640548" y="1634323"/>
                  </a:cubicBezTo>
                  <a:cubicBezTo>
                    <a:pt x="579362" y="1708838"/>
                    <a:pt x="516980" y="1781618"/>
                    <a:pt x="457317" y="1855930"/>
                  </a:cubicBezTo>
                  <a:cubicBezTo>
                    <a:pt x="427540" y="1893033"/>
                    <a:pt x="397870" y="1930239"/>
                    <a:pt x="369288" y="1967955"/>
                  </a:cubicBezTo>
                  <a:cubicBezTo>
                    <a:pt x="341141" y="2005976"/>
                    <a:pt x="313211" y="2044100"/>
                    <a:pt x="287128" y="2083243"/>
                  </a:cubicBezTo>
                  <a:cubicBezTo>
                    <a:pt x="260936" y="2122284"/>
                    <a:pt x="235506" y="2161835"/>
                    <a:pt x="212683" y="2202607"/>
                  </a:cubicBezTo>
                  <a:cubicBezTo>
                    <a:pt x="200728" y="2222791"/>
                    <a:pt x="190187" y="2243586"/>
                    <a:pt x="179101" y="2264177"/>
                  </a:cubicBezTo>
                  <a:cubicBezTo>
                    <a:pt x="168886" y="2285072"/>
                    <a:pt x="158127" y="2305867"/>
                    <a:pt x="148890" y="2327172"/>
                  </a:cubicBezTo>
                  <a:cubicBezTo>
                    <a:pt x="109982" y="2411777"/>
                    <a:pt x="81183" y="2500256"/>
                    <a:pt x="61295" y="2590672"/>
                  </a:cubicBezTo>
                  <a:cubicBezTo>
                    <a:pt x="42386" y="2681292"/>
                    <a:pt x="33147" y="2773643"/>
                    <a:pt x="32604" y="2866202"/>
                  </a:cubicBezTo>
                  <a:cubicBezTo>
                    <a:pt x="32495" y="3051925"/>
                    <a:pt x="55643" y="3237650"/>
                    <a:pt x="100853" y="3418074"/>
                  </a:cubicBezTo>
                  <a:cubicBezTo>
                    <a:pt x="123133" y="3508490"/>
                    <a:pt x="151498" y="3597377"/>
                    <a:pt x="184971" y="3684428"/>
                  </a:cubicBezTo>
                  <a:cubicBezTo>
                    <a:pt x="192796" y="3706344"/>
                    <a:pt x="202250" y="3727751"/>
                    <a:pt x="210836" y="3749462"/>
                  </a:cubicBezTo>
                  <a:cubicBezTo>
                    <a:pt x="219421" y="3771175"/>
                    <a:pt x="228985" y="3792479"/>
                    <a:pt x="238440" y="3813783"/>
                  </a:cubicBezTo>
                  <a:lnTo>
                    <a:pt x="252894" y="3845688"/>
                  </a:lnTo>
                  <a:lnTo>
                    <a:pt x="268109" y="3877287"/>
                  </a:lnTo>
                  <a:cubicBezTo>
                    <a:pt x="278215" y="3898287"/>
                    <a:pt x="288432" y="3919284"/>
                    <a:pt x="299409" y="3939978"/>
                  </a:cubicBezTo>
                  <a:cubicBezTo>
                    <a:pt x="341792" y="4023258"/>
                    <a:pt x="389828" y="4103787"/>
                    <a:pt x="440689" y="4182378"/>
                  </a:cubicBezTo>
                  <a:cubicBezTo>
                    <a:pt x="492420" y="4260561"/>
                    <a:pt x="547953" y="4336299"/>
                    <a:pt x="606640" y="4409488"/>
                  </a:cubicBezTo>
                  <a:cubicBezTo>
                    <a:pt x="665381" y="4482677"/>
                    <a:pt x="727435" y="4553292"/>
                    <a:pt x="792425" y="4621205"/>
                  </a:cubicBezTo>
                  <a:lnTo>
                    <a:pt x="802442" y="4630833"/>
                  </a:lnTo>
                  <a:lnTo>
                    <a:pt x="592561" y="4630833"/>
                  </a:lnTo>
                  <a:lnTo>
                    <a:pt x="489377" y="4483185"/>
                  </a:lnTo>
                  <a:cubicBezTo>
                    <a:pt x="437212" y="4401230"/>
                    <a:pt x="388850" y="4317339"/>
                    <a:pt x="344944" y="4231611"/>
                  </a:cubicBezTo>
                  <a:cubicBezTo>
                    <a:pt x="300386" y="4146191"/>
                    <a:pt x="260828" y="4058731"/>
                    <a:pt x="224311" y="3970456"/>
                  </a:cubicBezTo>
                  <a:cubicBezTo>
                    <a:pt x="78901" y="3617049"/>
                    <a:pt x="1413" y="3242136"/>
                    <a:pt x="0" y="2866202"/>
                  </a:cubicBezTo>
                  <a:cubicBezTo>
                    <a:pt x="0" y="2771912"/>
                    <a:pt x="8043" y="2677417"/>
                    <a:pt x="25105" y="2584351"/>
                  </a:cubicBezTo>
                  <a:cubicBezTo>
                    <a:pt x="42928" y="2491285"/>
                    <a:pt x="69446" y="2399444"/>
                    <a:pt x="105200" y="2310863"/>
                  </a:cubicBezTo>
                  <a:cubicBezTo>
                    <a:pt x="140304" y="2221974"/>
                    <a:pt x="184318" y="2136351"/>
                    <a:pt x="232245" y="2053172"/>
                  </a:cubicBezTo>
                  <a:cubicBezTo>
                    <a:pt x="256154" y="2011379"/>
                    <a:pt x="281802" y="1970810"/>
                    <a:pt x="307667" y="1930341"/>
                  </a:cubicBezTo>
                  <a:cubicBezTo>
                    <a:pt x="333533" y="1889873"/>
                    <a:pt x="360049" y="1849915"/>
                    <a:pt x="386893" y="1810161"/>
                  </a:cubicBezTo>
                  <a:lnTo>
                    <a:pt x="548823" y="1573876"/>
                  </a:lnTo>
                  <a:cubicBezTo>
                    <a:pt x="575341" y="1534529"/>
                    <a:pt x="601098" y="1494877"/>
                    <a:pt x="626419" y="1455224"/>
                  </a:cubicBezTo>
                  <a:cubicBezTo>
                    <a:pt x="651959" y="1415266"/>
                    <a:pt x="675434" y="1376225"/>
                    <a:pt x="701081" y="1334534"/>
                  </a:cubicBezTo>
                  <a:cubicBezTo>
                    <a:pt x="751290" y="1252070"/>
                    <a:pt x="804324" y="1170828"/>
                    <a:pt x="861162" y="1091320"/>
                  </a:cubicBezTo>
                  <a:cubicBezTo>
                    <a:pt x="917894" y="1011810"/>
                    <a:pt x="977884" y="933729"/>
                    <a:pt x="1042329" y="858093"/>
                  </a:cubicBezTo>
                  <a:cubicBezTo>
                    <a:pt x="1171765" y="707536"/>
                    <a:pt x="1319348" y="566764"/>
                    <a:pt x="1487799" y="446686"/>
                  </a:cubicBezTo>
                  <a:cubicBezTo>
                    <a:pt x="1571699" y="386340"/>
                    <a:pt x="1661031" y="332010"/>
                    <a:pt x="1754060" y="283388"/>
                  </a:cubicBezTo>
                  <a:cubicBezTo>
                    <a:pt x="1847414" y="235478"/>
                    <a:pt x="1944463" y="193278"/>
                    <a:pt x="2044121" y="157906"/>
                  </a:cubicBezTo>
                  <a:cubicBezTo>
                    <a:pt x="2143778" y="122638"/>
                    <a:pt x="2245936" y="93789"/>
                    <a:pt x="2349287" y="71364"/>
                  </a:cubicBezTo>
                  <a:cubicBezTo>
                    <a:pt x="2452641" y="48939"/>
                    <a:pt x="2556971" y="32935"/>
                    <a:pt x="2661411" y="21213"/>
                  </a:cubicBezTo>
                  <a:cubicBezTo>
                    <a:pt x="2713576" y="14994"/>
                    <a:pt x="2765850" y="11222"/>
                    <a:pt x="2818124" y="7146"/>
                  </a:cubicBezTo>
                  <a:cubicBezTo>
                    <a:pt x="2870290" y="4596"/>
                    <a:pt x="2922672" y="1640"/>
                    <a:pt x="2974728" y="1029"/>
                  </a:cubicBezTo>
                  <a:cubicBezTo>
                    <a:pt x="3000811" y="519"/>
                    <a:pt x="3026568" y="-296"/>
                    <a:pt x="3053738" y="11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CFEABC92-3F90-8828-861C-51AFBC8FA1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5112326" y="0"/>
            <a:ext cx="4683941" cy="3456291"/>
            <a:chOff x="4345582" y="0"/>
            <a:chExt cx="5069918" cy="3741104"/>
          </a:xfrm>
          <a:solidFill>
            <a:schemeClr val="accent5">
              <a:alpha val="5000"/>
            </a:schemeClr>
          </a:solidFill>
        </p:grpSpPr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8308403A-46CD-97DC-CECA-805F783058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45582" y="1"/>
              <a:ext cx="5069918" cy="3741103"/>
            </a:xfrm>
            <a:custGeom>
              <a:avLst/>
              <a:gdLst>
                <a:gd name="connsiteX0" fmla="*/ 475344 w 5069918"/>
                <a:gd name="connsiteY0" fmla="*/ 0 h 3741103"/>
                <a:gd name="connsiteX1" fmla="*/ 643707 w 5069918"/>
                <a:gd name="connsiteY1" fmla="*/ 0 h 3741103"/>
                <a:gd name="connsiteX2" fmla="*/ 635672 w 5069918"/>
                <a:gd name="connsiteY2" fmla="*/ 7778 h 3741103"/>
                <a:gd name="connsiteX3" fmla="*/ 486638 w 5069918"/>
                <a:gd name="connsiteY3" fmla="*/ 178818 h 3741103"/>
                <a:gd name="connsiteX4" fmla="*/ 353514 w 5069918"/>
                <a:gd name="connsiteY4" fmla="*/ 362293 h 3741103"/>
                <a:gd name="connsiteX5" fmla="*/ 240181 w 5069918"/>
                <a:gd name="connsiteY5" fmla="*/ 558120 h 3741103"/>
                <a:gd name="connsiteX6" fmla="*/ 215073 w 5069918"/>
                <a:gd name="connsiteY6" fmla="*/ 608766 h 3741103"/>
                <a:gd name="connsiteX7" fmla="*/ 202868 w 5069918"/>
                <a:gd name="connsiteY7" fmla="*/ 634294 h 3741103"/>
                <a:gd name="connsiteX8" fmla="*/ 191273 w 5069918"/>
                <a:gd name="connsiteY8" fmla="*/ 660069 h 3741103"/>
                <a:gd name="connsiteX9" fmla="*/ 169129 w 5069918"/>
                <a:gd name="connsiteY9" fmla="*/ 712032 h 3741103"/>
                <a:gd name="connsiteX10" fmla="*/ 148381 w 5069918"/>
                <a:gd name="connsiteY10" fmla="*/ 764571 h 3741103"/>
                <a:gd name="connsiteX11" fmla="*/ 80903 w 5069918"/>
                <a:gd name="connsiteY11" fmla="*/ 979750 h 3741103"/>
                <a:gd name="connsiteX12" fmla="*/ 26154 w 5069918"/>
                <a:gd name="connsiteY12" fmla="*/ 1425590 h 3741103"/>
                <a:gd name="connsiteX13" fmla="*/ 49170 w 5069918"/>
                <a:gd name="connsiteY13" fmla="*/ 1648182 h 3741103"/>
                <a:gd name="connsiteX14" fmla="*/ 119437 w 5069918"/>
                <a:gd name="connsiteY14" fmla="*/ 1861055 h 3741103"/>
                <a:gd name="connsiteX15" fmla="*/ 143672 w 5069918"/>
                <a:gd name="connsiteY15" fmla="*/ 1911947 h 3741103"/>
                <a:gd name="connsiteX16" fmla="*/ 170611 w 5069918"/>
                <a:gd name="connsiteY16" fmla="*/ 1961687 h 3741103"/>
                <a:gd name="connsiteX17" fmla="*/ 230330 w 5069918"/>
                <a:gd name="connsiteY17" fmla="*/ 2058118 h 3741103"/>
                <a:gd name="connsiteX18" fmla="*/ 296237 w 5069918"/>
                <a:gd name="connsiteY18" fmla="*/ 2151255 h 3741103"/>
                <a:gd name="connsiteX19" fmla="*/ 366853 w 5069918"/>
                <a:gd name="connsiteY19" fmla="*/ 2241757 h 3741103"/>
                <a:gd name="connsiteX20" fmla="*/ 513838 w 5069918"/>
                <a:gd name="connsiteY20" fmla="*/ 2420786 h 3741103"/>
                <a:gd name="connsiteX21" fmla="*/ 587330 w 5069918"/>
                <a:gd name="connsiteY21" fmla="*/ 2511534 h 3741103"/>
                <a:gd name="connsiteX22" fmla="*/ 658817 w 5069918"/>
                <a:gd name="connsiteY22" fmla="*/ 2603437 h 3741103"/>
                <a:gd name="connsiteX23" fmla="*/ 730305 w 5069918"/>
                <a:gd name="connsiteY23" fmla="*/ 2692210 h 3741103"/>
                <a:gd name="connsiteX24" fmla="*/ 805018 w 5069918"/>
                <a:gd name="connsiteY24" fmla="*/ 2777936 h 3741103"/>
                <a:gd name="connsiteX25" fmla="*/ 963424 w 5069918"/>
                <a:gd name="connsiteY25" fmla="*/ 2939588 h 3741103"/>
                <a:gd name="connsiteX26" fmla="*/ 1319204 w 5069918"/>
                <a:gd name="connsiteY26" fmla="*/ 3209447 h 3741103"/>
                <a:gd name="connsiteX27" fmla="*/ 1515882 w 5069918"/>
                <a:gd name="connsiteY27" fmla="*/ 3310902 h 3741103"/>
                <a:gd name="connsiteX28" fmla="*/ 1723456 w 5069918"/>
                <a:gd name="connsiteY28" fmla="*/ 3387570 h 3741103"/>
                <a:gd name="connsiteX29" fmla="*/ 1939662 w 5069918"/>
                <a:gd name="connsiteY29" fmla="*/ 3440520 h 3741103"/>
                <a:gd name="connsiteX30" fmla="*/ 2162581 w 5069918"/>
                <a:gd name="connsiteY30" fmla="*/ 3470167 h 3741103"/>
                <a:gd name="connsiteX31" fmla="*/ 2389597 w 5069918"/>
                <a:gd name="connsiteY31" fmla="*/ 3479472 h 3741103"/>
                <a:gd name="connsiteX32" fmla="*/ 2446002 w 5069918"/>
                <a:gd name="connsiteY32" fmla="*/ 3479059 h 3741103"/>
                <a:gd name="connsiteX33" fmla="*/ 2473639 w 5069918"/>
                <a:gd name="connsiteY33" fmla="*/ 3478402 h 3741103"/>
                <a:gd name="connsiteX34" fmla="*/ 2501187 w 5069918"/>
                <a:gd name="connsiteY34" fmla="*/ 3477083 h 3741103"/>
                <a:gd name="connsiteX35" fmla="*/ 2610685 w 5069918"/>
                <a:gd name="connsiteY35" fmla="*/ 3468025 h 3741103"/>
                <a:gd name="connsiteX36" fmla="*/ 3033071 w 5069918"/>
                <a:gd name="connsiteY36" fmla="*/ 3360230 h 3741103"/>
                <a:gd name="connsiteX37" fmla="*/ 3232974 w 5069918"/>
                <a:gd name="connsiteY37" fmla="*/ 3266681 h 3741103"/>
                <a:gd name="connsiteX38" fmla="*/ 3425990 w 5069918"/>
                <a:gd name="connsiteY38" fmla="*/ 3152873 h 3741103"/>
                <a:gd name="connsiteX39" fmla="*/ 3613601 w 5069918"/>
                <a:gd name="connsiteY39" fmla="*/ 3024078 h 3741103"/>
                <a:gd name="connsiteX40" fmla="*/ 3706185 w 5069918"/>
                <a:gd name="connsiteY40" fmla="*/ 2955893 h 3741103"/>
                <a:gd name="connsiteX41" fmla="*/ 3799729 w 5069918"/>
                <a:gd name="connsiteY41" fmla="*/ 2885155 h 3741103"/>
                <a:gd name="connsiteX42" fmla="*/ 4175561 w 5069918"/>
                <a:gd name="connsiteY42" fmla="*/ 2606072 h 3741103"/>
                <a:gd name="connsiteX43" fmla="*/ 4517132 w 5069918"/>
                <a:gd name="connsiteY43" fmla="*/ 2312331 h 3741103"/>
                <a:gd name="connsiteX44" fmla="*/ 4659758 w 5069918"/>
                <a:gd name="connsiteY44" fmla="*/ 2148703 h 3741103"/>
                <a:gd name="connsiteX45" fmla="*/ 4773178 w 5069918"/>
                <a:gd name="connsiteY45" fmla="*/ 1969674 h 3741103"/>
                <a:gd name="connsiteX46" fmla="*/ 4892092 w 5069918"/>
                <a:gd name="connsiteY46" fmla="*/ 1567562 h 3741103"/>
                <a:gd name="connsiteX47" fmla="*/ 4898804 w 5069918"/>
                <a:gd name="connsiteY47" fmla="*/ 1460754 h 3741103"/>
                <a:gd name="connsiteX48" fmla="*/ 4899153 w 5069918"/>
                <a:gd name="connsiteY48" fmla="*/ 1406239 h 3741103"/>
                <a:gd name="connsiteX49" fmla="*/ 4898456 w 5069918"/>
                <a:gd name="connsiteY49" fmla="*/ 1350735 h 3741103"/>
                <a:gd name="connsiteX50" fmla="*/ 4886774 w 5069918"/>
                <a:gd name="connsiteY50" fmla="*/ 1128886 h 3741103"/>
                <a:gd name="connsiteX51" fmla="*/ 4815896 w 5069918"/>
                <a:gd name="connsiteY51" fmla="*/ 689221 h 3741103"/>
                <a:gd name="connsiteX52" fmla="*/ 4673183 w 5069918"/>
                <a:gd name="connsiteY52" fmla="*/ 264874 h 3741103"/>
                <a:gd name="connsiteX53" fmla="*/ 4625496 w 5069918"/>
                <a:gd name="connsiteY53" fmla="*/ 162925 h 3741103"/>
                <a:gd name="connsiteX54" fmla="*/ 4572490 w 5069918"/>
                <a:gd name="connsiteY54" fmla="*/ 63364 h 3741103"/>
                <a:gd name="connsiteX55" fmla="*/ 4532299 w 5069918"/>
                <a:gd name="connsiteY55" fmla="*/ 0 h 3741103"/>
                <a:gd name="connsiteX56" fmla="*/ 4626680 w 5069918"/>
                <a:gd name="connsiteY56" fmla="*/ 0 h 3741103"/>
                <a:gd name="connsiteX57" fmla="*/ 4643978 w 5069918"/>
                <a:gd name="connsiteY57" fmla="*/ 26636 h 3741103"/>
                <a:gd name="connsiteX58" fmla="*/ 4700644 w 5069918"/>
                <a:gd name="connsiteY58" fmla="*/ 128338 h 3741103"/>
                <a:gd name="connsiteX59" fmla="*/ 4753214 w 5069918"/>
                <a:gd name="connsiteY59" fmla="*/ 232016 h 3741103"/>
                <a:gd name="connsiteX60" fmla="*/ 4921297 w 5069918"/>
                <a:gd name="connsiteY60" fmla="*/ 663363 h 3741103"/>
                <a:gd name="connsiteX61" fmla="*/ 5027482 w 5069918"/>
                <a:gd name="connsiteY61" fmla="*/ 1112991 h 3741103"/>
                <a:gd name="connsiteX62" fmla="*/ 5058082 w 5069918"/>
                <a:gd name="connsiteY62" fmla="*/ 1342088 h 3741103"/>
                <a:gd name="connsiteX63" fmla="*/ 5063486 w 5069918"/>
                <a:gd name="connsiteY63" fmla="*/ 1399651 h 3741103"/>
                <a:gd name="connsiteX64" fmla="*/ 5067846 w 5069918"/>
                <a:gd name="connsiteY64" fmla="*/ 1458284 h 3741103"/>
                <a:gd name="connsiteX65" fmla="*/ 5069414 w 5069918"/>
                <a:gd name="connsiteY65" fmla="*/ 1577772 h 3741103"/>
                <a:gd name="connsiteX66" fmla="*/ 5040732 w 5069918"/>
                <a:gd name="connsiteY66" fmla="*/ 1817822 h 3741103"/>
                <a:gd name="connsiteX67" fmla="*/ 4964102 w 5069918"/>
                <a:gd name="connsiteY67" fmla="*/ 2050871 h 3741103"/>
                <a:gd name="connsiteX68" fmla="*/ 4689486 w 5069918"/>
                <a:gd name="connsiteY68" fmla="*/ 2458008 h 3741103"/>
                <a:gd name="connsiteX69" fmla="*/ 4333792 w 5069918"/>
                <a:gd name="connsiteY69" fmla="*/ 2784606 h 3741103"/>
                <a:gd name="connsiteX70" fmla="*/ 3965197 w 5069918"/>
                <a:gd name="connsiteY70" fmla="*/ 3076041 h 3741103"/>
                <a:gd name="connsiteX71" fmla="*/ 3873745 w 5069918"/>
                <a:gd name="connsiteY71" fmla="*/ 3149167 h 3741103"/>
                <a:gd name="connsiteX72" fmla="*/ 3779416 w 5069918"/>
                <a:gd name="connsiteY72" fmla="*/ 3222705 h 3741103"/>
                <a:gd name="connsiteX73" fmla="*/ 3582739 w 5069918"/>
                <a:gd name="connsiteY73" fmla="*/ 3364594 h 3741103"/>
                <a:gd name="connsiteX74" fmla="*/ 3371851 w 5069918"/>
                <a:gd name="connsiteY74" fmla="*/ 3494377 h 3741103"/>
                <a:gd name="connsiteX75" fmla="*/ 3143615 w 5069918"/>
                <a:gd name="connsiteY75" fmla="*/ 3603819 h 3741103"/>
                <a:gd name="connsiteX76" fmla="*/ 2643552 w 5069918"/>
                <a:gd name="connsiteY76" fmla="*/ 3730555 h 3741103"/>
                <a:gd name="connsiteX77" fmla="*/ 2514264 w 5069918"/>
                <a:gd name="connsiteY77" fmla="*/ 3739696 h 3741103"/>
                <a:gd name="connsiteX78" fmla="*/ 2481920 w 5069918"/>
                <a:gd name="connsiteY78" fmla="*/ 3740849 h 3741103"/>
                <a:gd name="connsiteX79" fmla="*/ 2449664 w 5069918"/>
                <a:gd name="connsiteY79" fmla="*/ 3741014 h 3741103"/>
                <a:gd name="connsiteX80" fmla="*/ 2386284 w 5069918"/>
                <a:gd name="connsiteY80" fmla="*/ 3740273 h 3741103"/>
                <a:gd name="connsiteX81" fmla="*/ 2260658 w 5069918"/>
                <a:gd name="connsiteY81" fmla="*/ 3735331 h 3741103"/>
                <a:gd name="connsiteX82" fmla="*/ 2134945 w 5069918"/>
                <a:gd name="connsiteY82" fmla="*/ 3723967 h 3741103"/>
                <a:gd name="connsiteX83" fmla="*/ 1884564 w 5069918"/>
                <a:gd name="connsiteY83" fmla="*/ 3683451 h 3741103"/>
                <a:gd name="connsiteX84" fmla="*/ 1639764 w 5069918"/>
                <a:gd name="connsiteY84" fmla="*/ 3613537 h 3741103"/>
                <a:gd name="connsiteX85" fmla="*/ 1407081 w 5069918"/>
                <a:gd name="connsiteY85" fmla="*/ 3512164 h 3741103"/>
                <a:gd name="connsiteX86" fmla="*/ 1193491 w 5069918"/>
                <a:gd name="connsiteY86" fmla="*/ 3380240 h 3741103"/>
                <a:gd name="connsiteX87" fmla="*/ 836141 w 5069918"/>
                <a:gd name="connsiteY87" fmla="*/ 3047878 h 3741103"/>
                <a:gd name="connsiteX88" fmla="*/ 690812 w 5069918"/>
                <a:gd name="connsiteY88" fmla="*/ 2859461 h 3741103"/>
                <a:gd name="connsiteX89" fmla="*/ 562397 w 5069918"/>
                <a:gd name="connsiteY89" fmla="*/ 2662976 h 3741103"/>
                <a:gd name="connsiteX90" fmla="*/ 502504 w 5069918"/>
                <a:gd name="connsiteY90" fmla="*/ 2565474 h 3741103"/>
                <a:gd name="connsiteX91" fmla="*/ 440258 w 5069918"/>
                <a:gd name="connsiteY91" fmla="*/ 2469619 h 3741103"/>
                <a:gd name="connsiteX92" fmla="*/ 310360 w 5069918"/>
                <a:gd name="connsiteY92" fmla="*/ 2278732 h 3741103"/>
                <a:gd name="connsiteX93" fmla="*/ 246806 w 5069918"/>
                <a:gd name="connsiteY93" fmla="*/ 2181642 h 3741103"/>
                <a:gd name="connsiteX94" fmla="*/ 186303 w 5069918"/>
                <a:gd name="connsiteY94" fmla="*/ 2082411 h 3741103"/>
                <a:gd name="connsiteX95" fmla="*/ 84390 w 5069918"/>
                <a:gd name="connsiteY95" fmla="*/ 1874231 h 3741103"/>
                <a:gd name="connsiteX96" fmla="*/ 20139 w 5069918"/>
                <a:gd name="connsiteY96" fmla="*/ 1653288 h 3741103"/>
                <a:gd name="connsiteX97" fmla="*/ 0 w 5069918"/>
                <a:gd name="connsiteY97" fmla="*/ 1425590 h 3741103"/>
                <a:gd name="connsiteX98" fmla="*/ 179939 w 5069918"/>
                <a:gd name="connsiteY98" fmla="*/ 533498 h 3741103"/>
                <a:gd name="connsiteX99" fmla="*/ 276709 w 5069918"/>
                <a:gd name="connsiteY99" fmla="*/ 322519 h 3741103"/>
                <a:gd name="connsiteX100" fmla="*/ 392571 w 5069918"/>
                <a:gd name="connsiteY100" fmla="*/ 119280 h 3741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5069918" h="3741103">
                  <a:moveTo>
                    <a:pt x="475344" y="0"/>
                  </a:moveTo>
                  <a:lnTo>
                    <a:pt x="643707" y="0"/>
                  </a:lnTo>
                  <a:lnTo>
                    <a:pt x="635672" y="7778"/>
                  </a:lnTo>
                  <a:cubicBezTo>
                    <a:pt x="583538" y="62643"/>
                    <a:pt x="533759" y="119691"/>
                    <a:pt x="486638" y="178818"/>
                  </a:cubicBezTo>
                  <a:cubicBezTo>
                    <a:pt x="439560" y="237945"/>
                    <a:pt x="395012" y="299131"/>
                    <a:pt x="353514" y="362293"/>
                  </a:cubicBezTo>
                  <a:cubicBezTo>
                    <a:pt x="312714" y="425784"/>
                    <a:pt x="274180" y="490841"/>
                    <a:pt x="240181" y="558120"/>
                  </a:cubicBezTo>
                  <a:cubicBezTo>
                    <a:pt x="231376" y="574838"/>
                    <a:pt x="223180" y="591801"/>
                    <a:pt x="215073" y="608766"/>
                  </a:cubicBezTo>
                  <a:lnTo>
                    <a:pt x="202868" y="634294"/>
                  </a:lnTo>
                  <a:lnTo>
                    <a:pt x="191273" y="660069"/>
                  </a:lnTo>
                  <a:cubicBezTo>
                    <a:pt x="183688" y="677280"/>
                    <a:pt x="176016" y="694491"/>
                    <a:pt x="169129" y="712032"/>
                  </a:cubicBezTo>
                  <a:cubicBezTo>
                    <a:pt x="162242" y="729572"/>
                    <a:pt x="154658" y="746866"/>
                    <a:pt x="148381" y="764571"/>
                  </a:cubicBezTo>
                  <a:cubicBezTo>
                    <a:pt x="121529" y="834897"/>
                    <a:pt x="98775" y="906706"/>
                    <a:pt x="80903" y="979750"/>
                  </a:cubicBezTo>
                  <a:cubicBezTo>
                    <a:pt x="44636" y="1125509"/>
                    <a:pt x="26067" y="1275550"/>
                    <a:pt x="26154" y="1425590"/>
                  </a:cubicBezTo>
                  <a:cubicBezTo>
                    <a:pt x="26590" y="1500365"/>
                    <a:pt x="34001" y="1574973"/>
                    <a:pt x="49170" y="1648182"/>
                  </a:cubicBezTo>
                  <a:cubicBezTo>
                    <a:pt x="65124" y="1721226"/>
                    <a:pt x="88226" y="1792705"/>
                    <a:pt x="119437" y="1861055"/>
                  </a:cubicBezTo>
                  <a:cubicBezTo>
                    <a:pt x="126847" y="1878267"/>
                    <a:pt x="135478" y="1895066"/>
                    <a:pt x="143672" y="1911947"/>
                  </a:cubicBezTo>
                  <a:cubicBezTo>
                    <a:pt x="152565" y="1928582"/>
                    <a:pt x="161021" y="1945381"/>
                    <a:pt x="170611" y="1961687"/>
                  </a:cubicBezTo>
                  <a:cubicBezTo>
                    <a:pt x="188919" y="1994626"/>
                    <a:pt x="209319" y="2026578"/>
                    <a:pt x="230330" y="2058118"/>
                  </a:cubicBezTo>
                  <a:cubicBezTo>
                    <a:pt x="251253" y="2089740"/>
                    <a:pt x="273658" y="2120539"/>
                    <a:pt x="296237" y="2151255"/>
                  </a:cubicBezTo>
                  <a:cubicBezTo>
                    <a:pt x="319165" y="2181725"/>
                    <a:pt x="342966" y="2211782"/>
                    <a:pt x="366853" y="2241757"/>
                  </a:cubicBezTo>
                  <a:cubicBezTo>
                    <a:pt x="414714" y="2301791"/>
                    <a:pt x="464756" y="2360588"/>
                    <a:pt x="513838" y="2420786"/>
                  </a:cubicBezTo>
                  <a:cubicBezTo>
                    <a:pt x="538509" y="2450761"/>
                    <a:pt x="563094" y="2480983"/>
                    <a:pt x="587330" y="2511534"/>
                  </a:cubicBezTo>
                  <a:cubicBezTo>
                    <a:pt x="611479" y="2541839"/>
                    <a:pt x="635453" y="2574038"/>
                    <a:pt x="658817" y="2603437"/>
                  </a:cubicBezTo>
                  <a:cubicBezTo>
                    <a:pt x="682008" y="2633577"/>
                    <a:pt x="706330" y="2662811"/>
                    <a:pt x="730305" y="2692210"/>
                  </a:cubicBezTo>
                  <a:cubicBezTo>
                    <a:pt x="754977" y="2721115"/>
                    <a:pt x="779474" y="2750019"/>
                    <a:pt x="805018" y="2777936"/>
                  </a:cubicBezTo>
                  <a:cubicBezTo>
                    <a:pt x="855757" y="2834098"/>
                    <a:pt x="908500" y="2888202"/>
                    <a:pt x="963424" y="2939588"/>
                  </a:cubicBezTo>
                  <a:cubicBezTo>
                    <a:pt x="1073444" y="3042113"/>
                    <a:pt x="1192183" y="3133604"/>
                    <a:pt x="1319204" y="3209447"/>
                  </a:cubicBezTo>
                  <a:cubicBezTo>
                    <a:pt x="1382846" y="3247164"/>
                    <a:pt x="1448143" y="3281751"/>
                    <a:pt x="1515882" y="3310902"/>
                  </a:cubicBezTo>
                  <a:cubicBezTo>
                    <a:pt x="1583184" y="3340877"/>
                    <a:pt x="1652666" y="3366159"/>
                    <a:pt x="1723456" y="3387570"/>
                  </a:cubicBezTo>
                  <a:cubicBezTo>
                    <a:pt x="1794246" y="3409063"/>
                    <a:pt x="1866431" y="3426439"/>
                    <a:pt x="1939662" y="3440520"/>
                  </a:cubicBezTo>
                  <a:cubicBezTo>
                    <a:pt x="2012981" y="3454355"/>
                    <a:pt x="2087519" y="3463825"/>
                    <a:pt x="2162581" y="3470167"/>
                  </a:cubicBezTo>
                  <a:cubicBezTo>
                    <a:pt x="2237643" y="3476589"/>
                    <a:pt x="2313489" y="3479390"/>
                    <a:pt x="2389597" y="3479472"/>
                  </a:cubicBezTo>
                  <a:cubicBezTo>
                    <a:pt x="2408602" y="3479472"/>
                    <a:pt x="2427869" y="3479801"/>
                    <a:pt x="2446002" y="3479059"/>
                  </a:cubicBezTo>
                  <a:lnTo>
                    <a:pt x="2473639" y="3478402"/>
                  </a:lnTo>
                  <a:lnTo>
                    <a:pt x="2501187" y="3477083"/>
                  </a:lnTo>
                  <a:cubicBezTo>
                    <a:pt x="2537890" y="3475519"/>
                    <a:pt x="2574418" y="3472060"/>
                    <a:pt x="2610685" y="3468025"/>
                  </a:cubicBezTo>
                  <a:cubicBezTo>
                    <a:pt x="2755926" y="3451226"/>
                    <a:pt x="2897244" y="3414415"/>
                    <a:pt x="3033071" y="3360230"/>
                  </a:cubicBezTo>
                  <a:cubicBezTo>
                    <a:pt x="3101158" y="3333383"/>
                    <a:pt x="3167589" y="3301514"/>
                    <a:pt x="3232974" y="3266681"/>
                  </a:cubicBezTo>
                  <a:cubicBezTo>
                    <a:pt x="3298446" y="3232011"/>
                    <a:pt x="3362697" y="3193554"/>
                    <a:pt x="3425990" y="3152873"/>
                  </a:cubicBezTo>
                  <a:cubicBezTo>
                    <a:pt x="3489282" y="3112110"/>
                    <a:pt x="3551529" y="3068712"/>
                    <a:pt x="3613601" y="3024078"/>
                  </a:cubicBezTo>
                  <a:cubicBezTo>
                    <a:pt x="3644549" y="3001762"/>
                    <a:pt x="3675411" y="2978868"/>
                    <a:pt x="3706185" y="2955893"/>
                  </a:cubicBezTo>
                  <a:lnTo>
                    <a:pt x="3799729" y="2885155"/>
                  </a:lnTo>
                  <a:cubicBezTo>
                    <a:pt x="3926402" y="2790205"/>
                    <a:pt x="4053597" y="2699374"/>
                    <a:pt x="4175561" y="2606072"/>
                  </a:cubicBezTo>
                  <a:cubicBezTo>
                    <a:pt x="4297526" y="2512852"/>
                    <a:pt x="4414084" y="2416833"/>
                    <a:pt x="4517132" y="2312331"/>
                  </a:cubicBezTo>
                  <a:cubicBezTo>
                    <a:pt x="4568480" y="2259956"/>
                    <a:pt x="4616604" y="2205689"/>
                    <a:pt x="4659758" y="2148703"/>
                  </a:cubicBezTo>
                  <a:cubicBezTo>
                    <a:pt x="4702650" y="2091634"/>
                    <a:pt x="4741184" y="2032096"/>
                    <a:pt x="4773178" y="1969674"/>
                  </a:cubicBezTo>
                  <a:cubicBezTo>
                    <a:pt x="4837865" y="1845080"/>
                    <a:pt x="4877446" y="1709038"/>
                    <a:pt x="4892092" y="1567562"/>
                  </a:cubicBezTo>
                  <a:cubicBezTo>
                    <a:pt x="4895666" y="1532233"/>
                    <a:pt x="4897845" y="1496576"/>
                    <a:pt x="4898804" y="1460754"/>
                  </a:cubicBezTo>
                  <a:cubicBezTo>
                    <a:pt x="4899066" y="1442884"/>
                    <a:pt x="4899414" y="1425015"/>
                    <a:pt x="4899153" y="1406239"/>
                  </a:cubicBezTo>
                  <a:cubicBezTo>
                    <a:pt x="4898979" y="1387711"/>
                    <a:pt x="4899066" y="1369263"/>
                    <a:pt x="4898456" y="1350735"/>
                  </a:cubicBezTo>
                  <a:cubicBezTo>
                    <a:pt x="4896974" y="1276703"/>
                    <a:pt x="4893226" y="1202753"/>
                    <a:pt x="4886774" y="1128886"/>
                  </a:cubicBezTo>
                  <a:cubicBezTo>
                    <a:pt x="4873610" y="981232"/>
                    <a:pt x="4851030" y="833991"/>
                    <a:pt x="4815896" y="689221"/>
                  </a:cubicBezTo>
                  <a:cubicBezTo>
                    <a:pt x="4780676" y="544533"/>
                    <a:pt x="4733860" y="402068"/>
                    <a:pt x="4673183" y="264874"/>
                  </a:cubicBezTo>
                  <a:cubicBezTo>
                    <a:pt x="4658101" y="230533"/>
                    <a:pt x="4642147" y="196605"/>
                    <a:pt x="4625496" y="162925"/>
                  </a:cubicBezTo>
                  <a:cubicBezTo>
                    <a:pt x="4608583" y="129326"/>
                    <a:pt x="4590885" y="96222"/>
                    <a:pt x="4572490" y="63364"/>
                  </a:cubicBezTo>
                  <a:lnTo>
                    <a:pt x="4532299" y="0"/>
                  </a:lnTo>
                  <a:lnTo>
                    <a:pt x="4626680" y="0"/>
                  </a:lnTo>
                  <a:lnTo>
                    <a:pt x="4643978" y="26636"/>
                  </a:lnTo>
                  <a:cubicBezTo>
                    <a:pt x="4663594" y="60152"/>
                    <a:pt x="4682598" y="94080"/>
                    <a:pt x="4700644" y="128338"/>
                  </a:cubicBezTo>
                  <a:cubicBezTo>
                    <a:pt x="4718866" y="162595"/>
                    <a:pt x="4736476" y="197100"/>
                    <a:pt x="4753214" y="232016"/>
                  </a:cubicBezTo>
                  <a:cubicBezTo>
                    <a:pt x="4820082" y="371681"/>
                    <a:pt x="4875964" y="515957"/>
                    <a:pt x="4921297" y="663363"/>
                  </a:cubicBezTo>
                  <a:cubicBezTo>
                    <a:pt x="4966630" y="810687"/>
                    <a:pt x="5002460" y="960975"/>
                    <a:pt x="5027482" y="1112991"/>
                  </a:cubicBezTo>
                  <a:cubicBezTo>
                    <a:pt x="5040123" y="1189000"/>
                    <a:pt x="5050323" y="1265421"/>
                    <a:pt x="5058082" y="1342088"/>
                  </a:cubicBezTo>
                  <a:cubicBezTo>
                    <a:pt x="5060261" y="1361276"/>
                    <a:pt x="5061743" y="1380464"/>
                    <a:pt x="5063486" y="1399651"/>
                  </a:cubicBezTo>
                  <a:cubicBezTo>
                    <a:pt x="5065318" y="1418591"/>
                    <a:pt x="5066625" y="1438437"/>
                    <a:pt x="5067846" y="1458284"/>
                  </a:cubicBezTo>
                  <a:cubicBezTo>
                    <a:pt x="5069851" y="1497894"/>
                    <a:pt x="5070461" y="1537751"/>
                    <a:pt x="5069414" y="1577772"/>
                  </a:cubicBezTo>
                  <a:cubicBezTo>
                    <a:pt x="5067060" y="1657734"/>
                    <a:pt x="5057820" y="1738272"/>
                    <a:pt x="5040732" y="1817822"/>
                  </a:cubicBezTo>
                  <a:cubicBezTo>
                    <a:pt x="5023123" y="1897289"/>
                    <a:pt x="4997578" y="1975686"/>
                    <a:pt x="4964102" y="2050871"/>
                  </a:cubicBezTo>
                  <a:cubicBezTo>
                    <a:pt x="4897409" y="2201736"/>
                    <a:pt x="4799942" y="2338271"/>
                    <a:pt x="4689486" y="2458008"/>
                  </a:cubicBezTo>
                  <a:cubicBezTo>
                    <a:pt x="4579116" y="2578485"/>
                    <a:pt x="4456716" y="2684139"/>
                    <a:pt x="4333792" y="2784606"/>
                  </a:cubicBezTo>
                  <a:cubicBezTo>
                    <a:pt x="4210520" y="2884908"/>
                    <a:pt x="4085853" y="2979775"/>
                    <a:pt x="3965197" y="3076041"/>
                  </a:cubicBezTo>
                  <a:lnTo>
                    <a:pt x="3873745" y="3149167"/>
                  </a:lnTo>
                  <a:cubicBezTo>
                    <a:pt x="3842621" y="3173790"/>
                    <a:pt x="3811325" y="3198413"/>
                    <a:pt x="3779416" y="3222705"/>
                  </a:cubicBezTo>
                  <a:cubicBezTo>
                    <a:pt x="3715863" y="3271374"/>
                    <a:pt x="3650652" y="3319055"/>
                    <a:pt x="3582739" y="3364594"/>
                  </a:cubicBezTo>
                  <a:cubicBezTo>
                    <a:pt x="3514913" y="3410051"/>
                    <a:pt x="3445170" y="3454190"/>
                    <a:pt x="3371851" y="3494377"/>
                  </a:cubicBezTo>
                  <a:cubicBezTo>
                    <a:pt x="3298533" y="3534481"/>
                    <a:pt x="3222687" y="3571703"/>
                    <a:pt x="3143615" y="3603819"/>
                  </a:cubicBezTo>
                  <a:cubicBezTo>
                    <a:pt x="2985994" y="3668876"/>
                    <a:pt x="2815732" y="3712356"/>
                    <a:pt x="2643552" y="3730555"/>
                  </a:cubicBezTo>
                  <a:cubicBezTo>
                    <a:pt x="2600484" y="3734838"/>
                    <a:pt x="2557331" y="3738297"/>
                    <a:pt x="2514264" y="3739696"/>
                  </a:cubicBezTo>
                  <a:lnTo>
                    <a:pt x="2481920" y="3740849"/>
                  </a:lnTo>
                  <a:lnTo>
                    <a:pt x="2449664" y="3741014"/>
                  </a:lnTo>
                  <a:cubicBezTo>
                    <a:pt x="2427869" y="3741343"/>
                    <a:pt x="2407207" y="3740685"/>
                    <a:pt x="2386284" y="3740273"/>
                  </a:cubicBezTo>
                  <a:cubicBezTo>
                    <a:pt x="2344525" y="3739779"/>
                    <a:pt x="2302505" y="3737391"/>
                    <a:pt x="2260658" y="3735331"/>
                  </a:cubicBezTo>
                  <a:cubicBezTo>
                    <a:pt x="2218725" y="3732038"/>
                    <a:pt x="2176791" y="3728991"/>
                    <a:pt x="2134945" y="3723967"/>
                  </a:cubicBezTo>
                  <a:cubicBezTo>
                    <a:pt x="2051165" y="3714497"/>
                    <a:pt x="1967473" y="3701568"/>
                    <a:pt x="1884564" y="3683451"/>
                  </a:cubicBezTo>
                  <a:cubicBezTo>
                    <a:pt x="1801657" y="3665335"/>
                    <a:pt x="1719708" y="3642029"/>
                    <a:pt x="1639764" y="3613537"/>
                  </a:cubicBezTo>
                  <a:cubicBezTo>
                    <a:pt x="1559820" y="3584961"/>
                    <a:pt x="1481969" y="3550869"/>
                    <a:pt x="1407081" y="3512164"/>
                  </a:cubicBezTo>
                  <a:cubicBezTo>
                    <a:pt x="1332455" y="3472884"/>
                    <a:pt x="1260794" y="3428992"/>
                    <a:pt x="1193491" y="3380240"/>
                  </a:cubicBezTo>
                  <a:cubicBezTo>
                    <a:pt x="1058362" y="3283233"/>
                    <a:pt x="939973" y="3169508"/>
                    <a:pt x="836141" y="3047878"/>
                  </a:cubicBezTo>
                  <a:cubicBezTo>
                    <a:pt x="784444" y="2986774"/>
                    <a:pt x="736321" y="2923695"/>
                    <a:pt x="690812" y="2859461"/>
                  </a:cubicBezTo>
                  <a:cubicBezTo>
                    <a:pt x="645217" y="2795229"/>
                    <a:pt x="602674" y="2729596"/>
                    <a:pt x="562397" y="2662976"/>
                  </a:cubicBezTo>
                  <a:cubicBezTo>
                    <a:pt x="541823" y="2629295"/>
                    <a:pt x="522992" y="2597755"/>
                    <a:pt x="502504" y="2565474"/>
                  </a:cubicBezTo>
                  <a:cubicBezTo>
                    <a:pt x="482192" y="2533440"/>
                    <a:pt x="461530" y="2501406"/>
                    <a:pt x="440258" y="2469619"/>
                  </a:cubicBezTo>
                  <a:lnTo>
                    <a:pt x="310360" y="2278732"/>
                  </a:lnTo>
                  <a:cubicBezTo>
                    <a:pt x="288826" y="2246616"/>
                    <a:pt x="267555" y="2214335"/>
                    <a:pt x="246806" y="2181642"/>
                  </a:cubicBezTo>
                  <a:cubicBezTo>
                    <a:pt x="226057" y="2148949"/>
                    <a:pt x="205483" y="2116174"/>
                    <a:pt x="186303" y="2082411"/>
                  </a:cubicBezTo>
                  <a:cubicBezTo>
                    <a:pt x="147857" y="2015213"/>
                    <a:pt x="112550" y="1946041"/>
                    <a:pt x="84390" y="1874231"/>
                  </a:cubicBezTo>
                  <a:cubicBezTo>
                    <a:pt x="55708" y="1802669"/>
                    <a:pt x="34436" y="1728473"/>
                    <a:pt x="20139" y="1653288"/>
                  </a:cubicBezTo>
                  <a:cubicBezTo>
                    <a:pt x="6452" y="1578103"/>
                    <a:pt x="0" y="1501764"/>
                    <a:pt x="0" y="1425590"/>
                  </a:cubicBezTo>
                  <a:cubicBezTo>
                    <a:pt x="1133" y="1121885"/>
                    <a:pt x="63293" y="819004"/>
                    <a:pt x="179939" y="533498"/>
                  </a:cubicBezTo>
                  <a:cubicBezTo>
                    <a:pt x="209232" y="462183"/>
                    <a:pt x="240965" y="391527"/>
                    <a:pt x="276709" y="322519"/>
                  </a:cubicBezTo>
                  <a:cubicBezTo>
                    <a:pt x="311930" y="253262"/>
                    <a:pt x="350725" y="185489"/>
                    <a:pt x="392571" y="11928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9051CF22-62A7-2F80-AD3C-8F1E3773E4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62838" y="1"/>
              <a:ext cx="4960548" cy="3526297"/>
            </a:xfrm>
            <a:custGeom>
              <a:avLst/>
              <a:gdLst>
                <a:gd name="connsiteX0" fmla="*/ 542883 w 4960548"/>
                <a:gd name="connsiteY0" fmla="*/ 0 h 3526297"/>
                <a:gd name="connsiteX1" fmla="*/ 826658 w 4960548"/>
                <a:gd name="connsiteY1" fmla="*/ 0 h 3526297"/>
                <a:gd name="connsiteX2" fmla="*/ 730698 w 4960548"/>
                <a:gd name="connsiteY2" fmla="*/ 89329 h 3526297"/>
                <a:gd name="connsiteX3" fmla="*/ 590295 w 4960548"/>
                <a:gd name="connsiteY3" fmla="*/ 244485 h 3526297"/>
                <a:gd name="connsiteX4" fmla="*/ 357524 w 4960548"/>
                <a:gd name="connsiteY4" fmla="*/ 587307 h 3526297"/>
                <a:gd name="connsiteX5" fmla="*/ 199554 w 4960548"/>
                <a:gd name="connsiteY5" fmla="*/ 966280 h 3526297"/>
                <a:gd name="connsiteX6" fmla="*/ 142104 w 4960548"/>
                <a:gd name="connsiteY6" fmla="*/ 1370286 h 3526297"/>
                <a:gd name="connsiteX7" fmla="*/ 166339 w 4960548"/>
                <a:gd name="connsiteY7" fmla="*/ 1568090 h 3526297"/>
                <a:gd name="connsiteX8" fmla="*/ 237914 w 4960548"/>
                <a:gd name="connsiteY8" fmla="*/ 1753129 h 3526297"/>
                <a:gd name="connsiteX9" fmla="*/ 287868 w 4960548"/>
                <a:gd name="connsiteY9" fmla="*/ 1840255 h 3526297"/>
                <a:gd name="connsiteX10" fmla="*/ 345232 w 4960548"/>
                <a:gd name="connsiteY10" fmla="*/ 1924581 h 3526297"/>
                <a:gd name="connsiteX11" fmla="*/ 477745 w 4960548"/>
                <a:gd name="connsiteY11" fmla="*/ 2087551 h 3526297"/>
                <a:gd name="connsiteX12" fmla="*/ 621156 w 4960548"/>
                <a:gd name="connsiteY12" fmla="*/ 2251756 h 3526297"/>
                <a:gd name="connsiteX13" fmla="*/ 692469 w 4960548"/>
                <a:gd name="connsiteY13" fmla="*/ 2337482 h 3526297"/>
                <a:gd name="connsiteX14" fmla="*/ 726731 w 4960548"/>
                <a:gd name="connsiteY14" fmla="*/ 2379562 h 3526297"/>
                <a:gd name="connsiteX15" fmla="*/ 760295 w 4960548"/>
                <a:gd name="connsiteY15" fmla="*/ 2419831 h 3526297"/>
                <a:gd name="connsiteX16" fmla="*/ 1048685 w 4960548"/>
                <a:gd name="connsiteY16" fmla="*/ 2717443 h 3526297"/>
                <a:gd name="connsiteX17" fmla="*/ 1202035 w 4960548"/>
                <a:gd name="connsiteY17" fmla="*/ 2851344 h 3526297"/>
                <a:gd name="connsiteX18" fmla="*/ 1362620 w 4960548"/>
                <a:gd name="connsiteY18" fmla="*/ 2974785 h 3526297"/>
                <a:gd name="connsiteX19" fmla="*/ 1721364 w 4960548"/>
                <a:gd name="connsiteY19" fmla="*/ 3170036 h 3526297"/>
                <a:gd name="connsiteX20" fmla="*/ 1922052 w 4960548"/>
                <a:gd name="connsiteY20" fmla="*/ 3225210 h 3526297"/>
                <a:gd name="connsiteX21" fmla="*/ 1973488 w 4960548"/>
                <a:gd name="connsiteY21" fmla="*/ 3234928 h 3526297"/>
                <a:gd name="connsiteX22" fmla="*/ 2025360 w 4960548"/>
                <a:gd name="connsiteY22" fmla="*/ 3243080 h 3526297"/>
                <a:gd name="connsiteX23" fmla="*/ 2130063 w 4960548"/>
                <a:gd name="connsiteY23" fmla="*/ 3254774 h 3526297"/>
                <a:gd name="connsiteX24" fmla="*/ 2182719 w 4960548"/>
                <a:gd name="connsiteY24" fmla="*/ 3258562 h 3526297"/>
                <a:gd name="connsiteX25" fmla="*/ 2235551 w 4960548"/>
                <a:gd name="connsiteY25" fmla="*/ 3261197 h 3526297"/>
                <a:gd name="connsiteX26" fmla="*/ 2288556 w 4960548"/>
                <a:gd name="connsiteY26" fmla="*/ 3262350 h 3526297"/>
                <a:gd name="connsiteX27" fmla="*/ 2341648 w 4960548"/>
                <a:gd name="connsiteY27" fmla="*/ 3262103 h 3526297"/>
                <a:gd name="connsiteX28" fmla="*/ 2368238 w 4960548"/>
                <a:gd name="connsiteY28" fmla="*/ 3261856 h 3526297"/>
                <a:gd name="connsiteX29" fmla="*/ 2393869 w 4960548"/>
                <a:gd name="connsiteY29" fmla="*/ 3260785 h 3526297"/>
                <a:gd name="connsiteX30" fmla="*/ 2419413 w 4960548"/>
                <a:gd name="connsiteY30" fmla="*/ 3259550 h 3526297"/>
                <a:gd name="connsiteX31" fmla="*/ 2444869 w 4960548"/>
                <a:gd name="connsiteY31" fmla="*/ 3257574 h 3526297"/>
                <a:gd name="connsiteX32" fmla="*/ 2545824 w 4960548"/>
                <a:gd name="connsiteY32" fmla="*/ 3245798 h 3526297"/>
                <a:gd name="connsiteX33" fmla="*/ 2930373 w 4960548"/>
                <a:gd name="connsiteY33" fmla="*/ 3126555 h 3526297"/>
                <a:gd name="connsiteX34" fmla="*/ 3285631 w 4960548"/>
                <a:gd name="connsiteY34" fmla="*/ 2917552 h 3526297"/>
                <a:gd name="connsiteX35" fmla="*/ 3371764 w 4960548"/>
                <a:gd name="connsiteY35" fmla="*/ 2856120 h 3526297"/>
                <a:gd name="connsiteX36" fmla="*/ 3457898 w 4960548"/>
                <a:gd name="connsiteY36" fmla="*/ 2792628 h 3526297"/>
                <a:gd name="connsiteX37" fmla="*/ 3632344 w 4960548"/>
                <a:gd name="connsiteY37" fmla="*/ 2660869 h 3526297"/>
                <a:gd name="connsiteX38" fmla="*/ 3990915 w 4960548"/>
                <a:gd name="connsiteY38" fmla="*/ 2405832 h 3526297"/>
                <a:gd name="connsiteX39" fmla="*/ 4324988 w 4960548"/>
                <a:gd name="connsiteY39" fmla="*/ 2152196 h 3526297"/>
                <a:gd name="connsiteX40" fmla="*/ 4592106 w 4960548"/>
                <a:gd name="connsiteY40" fmla="*/ 1861501 h 3526297"/>
                <a:gd name="connsiteX41" fmla="*/ 4683122 w 4960548"/>
                <a:gd name="connsiteY41" fmla="*/ 1692521 h 3526297"/>
                <a:gd name="connsiteX42" fmla="*/ 4738568 w 4960548"/>
                <a:gd name="connsiteY42" fmla="*/ 1507893 h 3526297"/>
                <a:gd name="connsiteX43" fmla="*/ 4753912 w 4960548"/>
                <a:gd name="connsiteY43" fmla="*/ 1411050 h 3526297"/>
                <a:gd name="connsiteX44" fmla="*/ 4756440 w 4960548"/>
                <a:gd name="connsiteY44" fmla="*/ 1386509 h 3526297"/>
                <a:gd name="connsiteX45" fmla="*/ 4758358 w 4960548"/>
                <a:gd name="connsiteY45" fmla="*/ 1361475 h 3526297"/>
                <a:gd name="connsiteX46" fmla="*/ 4761148 w 4960548"/>
                <a:gd name="connsiteY46" fmla="*/ 1309759 h 3526297"/>
                <a:gd name="connsiteX47" fmla="*/ 4756354 w 4960548"/>
                <a:gd name="connsiteY47" fmla="*/ 1102980 h 3526297"/>
                <a:gd name="connsiteX48" fmla="*/ 4725578 w 4960548"/>
                <a:gd name="connsiteY48" fmla="*/ 898753 h 3526297"/>
                <a:gd name="connsiteX49" fmla="*/ 4673358 w 4960548"/>
                <a:gd name="connsiteY49" fmla="*/ 699384 h 3526297"/>
                <a:gd name="connsiteX50" fmla="*/ 4538491 w 4960548"/>
                <a:gd name="connsiteY50" fmla="*/ 312754 h 3526297"/>
                <a:gd name="connsiteX51" fmla="*/ 4446604 w 4960548"/>
                <a:gd name="connsiteY51" fmla="*/ 129196 h 3526297"/>
                <a:gd name="connsiteX52" fmla="*/ 4419840 w 4960548"/>
                <a:gd name="connsiteY52" fmla="*/ 85222 h 3526297"/>
                <a:gd name="connsiteX53" fmla="*/ 4391680 w 4960548"/>
                <a:gd name="connsiteY53" fmla="*/ 42071 h 3526297"/>
                <a:gd name="connsiteX54" fmla="*/ 4361930 w 4960548"/>
                <a:gd name="connsiteY54" fmla="*/ 0 h 3526297"/>
                <a:gd name="connsiteX55" fmla="*/ 4588871 w 4960548"/>
                <a:gd name="connsiteY55" fmla="*/ 0 h 3526297"/>
                <a:gd name="connsiteX56" fmla="*/ 4613640 w 4960548"/>
                <a:gd name="connsiteY56" fmla="*/ 38859 h 3526297"/>
                <a:gd name="connsiteX57" fmla="*/ 4724445 w 4960548"/>
                <a:gd name="connsiteY57" fmla="*/ 234687 h 3526297"/>
                <a:gd name="connsiteX58" fmla="*/ 4876138 w 4960548"/>
                <a:gd name="connsiteY58" fmla="*/ 653022 h 3526297"/>
                <a:gd name="connsiteX59" fmla="*/ 4911707 w 4960548"/>
                <a:gd name="connsiteY59" fmla="*/ 870671 h 3526297"/>
                <a:gd name="connsiteX60" fmla="*/ 4934810 w 4960548"/>
                <a:gd name="connsiteY60" fmla="*/ 1088487 h 3526297"/>
                <a:gd name="connsiteX61" fmla="*/ 4953206 w 4960548"/>
                <a:gd name="connsiteY61" fmla="*/ 1306301 h 3526297"/>
                <a:gd name="connsiteX62" fmla="*/ 4956954 w 4960548"/>
                <a:gd name="connsiteY62" fmla="*/ 1360899 h 3526297"/>
                <a:gd name="connsiteX63" fmla="*/ 4958610 w 4960548"/>
                <a:gd name="connsiteY63" fmla="*/ 1388980 h 3526297"/>
                <a:gd name="connsiteX64" fmla="*/ 4959830 w 4960548"/>
                <a:gd name="connsiteY64" fmla="*/ 1417555 h 3526297"/>
                <a:gd name="connsiteX65" fmla="*/ 4958174 w 4960548"/>
                <a:gd name="connsiteY65" fmla="*/ 1532680 h 3526297"/>
                <a:gd name="connsiteX66" fmla="*/ 4834030 w 4960548"/>
                <a:gd name="connsiteY66" fmla="*/ 1984861 h 3526297"/>
                <a:gd name="connsiteX67" fmla="*/ 4558106 w 4960548"/>
                <a:gd name="connsiteY67" fmla="*/ 2368857 h 3526297"/>
                <a:gd name="connsiteX68" fmla="*/ 4389936 w 4960548"/>
                <a:gd name="connsiteY68" fmla="*/ 2528945 h 3526297"/>
                <a:gd name="connsiteX69" fmla="*/ 4214618 w 4960548"/>
                <a:gd name="connsiteY69" fmla="*/ 2674457 h 3526297"/>
                <a:gd name="connsiteX70" fmla="*/ 3858489 w 4960548"/>
                <a:gd name="connsiteY70" fmla="*/ 2936658 h 3526297"/>
                <a:gd name="connsiteX71" fmla="*/ 3768868 w 4960548"/>
                <a:gd name="connsiteY71" fmla="*/ 3000643 h 3526297"/>
                <a:gd name="connsiteX72" fmla="*/ 3676806 w 4960548"/>
                <a:gd name="connsiteY72" fmla="*/ 3065040 h 3526297"/>
                <a:gd name="connsiteX73" fmla="*/ 3582477 w 4960548"/>
                <a:gd name="connsiteY73" fmla="*/ 3128614 h 3526297"/>
                <a:gd name="connsiteX74" fmla="*/ 3485185 w 4960548"/>
                <a:gd name="connsiteY74" fmla="*/ 3190377 h 3526297"/>
                <a:gd name="connsiteX75" fmla="*/ 3280923 w 4960548"/>
                <a:gd name="connsiteY75" fmla="*/ 3306325 h 3526297"/>
                <a:gd name="connsiteX76" fmla="*/ 3061230 w 4960548"/>
                <a:gd name="connsiteY76" fmla="*/ 3404897 h 3526297"/>
                <a:gd name="connsiteX77" fmla="*/ 2583137 w 4960548"/>
                <a:gd name="connsiteY77" fmla="*/ 3518292 h 3526297"/>
                <a:gd name="connsiteX78" fmla="*/ 2460038 w 4960548"/>
                <a:gd name="connsiteY78" fmla="*/ 3525622 h 3526297"/>
                <a:gd name="connsiteX79" fmla="*/ 2429264 w 4960548"/>
                <a:gd name="connsiteY79" fmla="*/ 3526280 h 3526297"/>
                <a:gd name="connsiteX80" fmla="*/ 2398576 w 4960548"/>
                <a:gd name="connsiteY80" fmla="*/ 3526116 h 3526297"/>
                <a:gd name="connsiteX81" fmla="*/ 2367977 w 4960548"/>
                <a:gd name="connsiteY81" fmla="*/ 3525786 h 3526297"/>
                <a:gd name="connsiteX82" fmla="*/ 2338249 w 4960548"/>
                <a:gd name="connsiteY82" fmla="*/ 3524716 h 3526297"/>
                <a:gd name="connsiteX83" fmla="*/ 2100770 w 4960548"/>
                <a:gd name="connsiteY83" fmla="*/ 3506845 h 3526297"/>
                <a:gd name="connsiteX84" fmla="*/ 1864776 w 4960548"/>
                <a:gd name="connsiteY84" fmla="*/ 3467483 h 3526297"/>
                <a:gd name="connsiteX85" fmla="*/ 1632964 w 4960548"/>
                <a:gd name="connsiteY85" fmla="*/ 3405803 h 3526297"/>
                <a:gd name="connsiteX86" fmla="*/ 1189219 w 4960548"/>
                <a:gd name="connsiteY86" fmla="*/ 3220352 h 3526297"/>
                <a:gd name="connsiteX87" fmla="*/ 815305 w 4960548"/>
                <a:gd name="connsiteY87" fmla="*/ 2931634 h 3526297"/>
                <a:gd name="connsiteX88" fmla="*/ 663699 w 4960548"/>
                <a:gd name="connsiteY88" fmla="*/ 2757877 h 3526297"/>
                <a:gd name="connsiteX89" fmla="*/ 531274 w 4960548"/>
                <a:gd name="connsiteY89" fmla="*/ 2573907 h 3526297"/>
                <a:gd name="connsiteX90" fmla="*/ 500325 w 4960548"/>
                <a:gd name="connsiteY90" fmla="*/ 2527051 h 3526297"/>
                <a:gd name="connsiteX91" fmla="*/ 470771 w 4960548"/>
                <a:gd name="connsiteY91" fmla="*/ 2481594 h 3526297"/>
                <a:gd name="connsiteX92" fmla="*/ 412448 w 4960548"/>
                <a:gd name="connsiteY92" fmla="*/ 2393479 h 3526297"/>
                <a:gd name="connsiteX93" fmla="*/ 291616 w 4960548"/>
                <a:gd name="connsiteY93" fmla="*/ 2213464 h 3526297"/>
                <a:gd name="connsiteX94" fmla="*/ 173662 w 4960548"/>
                <a:gd name="connsiteY94" fmla="*/ 2023154 h 3526297"/>
                <a:gd name="connsiteX95" fmla="*/ 120483 w 4960548"/>
                <a:gd name="connsiteY95" fmla="*/ 1922276 h 3526297"/>
                <a:gd name="connsiteX96" fmla="*/ 75324 w 4960548"/>
                <a:gd name="connsiteY96" fmla="*/ 1816703 h 3526297"/>
                <a:gd name="connsiteX97" fmla="*/ 40713 w 4960548"/>
                <a:gd name="connsiteY97" fmla="*/ 1707179 h 3526297"/>
                <a:gd name="connsiteX98" fmla="*/ 27811 w 4960548"/>
                <a:gd name="connsiteY98" fmla="*/ 1651346 h 3526297"/>
                <a:gd name="connsiteX99" fmla="*/ 22144 w 4960548"/>
                <a:gd name="connsiteY99" fmla="*/ 1623346 h 3526297"/>
                <a:gd name="connsiteX100" fmla="*/ 17436 w 4960548"/>
                <a:gd name="connsiteY100" fmla="*/ 1595265 h 3526297"/>
                <a:gd name="connsiteX101" fmla="*/ 0 w 4960548"/>
                <a:gd name="connsiteY101" fmla="*/ 1370286 h 3526297"/>
                <a:gd name="connsiteX102" fmla="*/ 48385 w 4960548"/>
                <a:gd name="connsiteY102" fmla="*/ 931939 h 3526297"/>
                <a:gd name="connsiteX103" fmla="*/ 193801 w 4960548"/>
                <a:gd name="connsiteY103" fmla="*/ 511957 h 3526297"/>
                <a:gd name="connsiteX104" fmla="*/ 431660 w 4960548"/>
                <a:gd name="connsiteY104" fmla="*/ 131379 h 3526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4960548" h="3526297">
                  <a:moveTo>
                    <a:pt x="542883" y="0"/>
                  </a:moveTo>
                  <a:lnTo>
                    <a:pt x="826658" y="0"/>
                  </a:lnTo>
                  <a:lnTo>
                    <a:pt x="730698" y="89329"/>
                  </a:lnTo>
                  <a:cubicBezTo>
                    <a:pt x="681528" y="139120"/>
                    <a:pt x="634626" y="190876"/>
                    <a:pt x="590295" y="244485"/>
                  </a:cubicBezTo>
                  <a:cubicBezTo>
                    <a:pt x="501458" y="351540"/>
                    <a:pt x="423083" y="466336"/>
                    <a:pt x="357524" y="587307"/>
                  </a:cubicBezTo>
                  <a:cubicBezTo>
                    <a:pt x="291965" y="708196"/>
                    <a:pt x="237391" y="834767"/>
                    <a:pt x="199554" y="966280"/>
                  </a:cubicBezTo>
                  <a:cubicBezTo>
                    <a:pt x="161632" y="1097463"/>
                    <a:pt x="142016" y="1233833"/>
                    <a:pt x="142104" y="1370286"/>
                  </a:cubicBezTo>
                  <a:cubicBezTo>
                    <a:pt x="142888" y="1437319"/>
                    <a:pt x="149862" y="1503858"/>
                    <a:pt x="166339" y="1568090"/>
                  </a:cubicBezTo>
                  <a:cubicBezTo>
                    <a:pt x="182555" y="1632405"/>
                    <a:pt x="207750" y="1693921"/>
                    <a:pt x="237914" y="1753129"/>
                  </a:cubicBezTo>
                  <a:cubicBezTo>
                    <a:pt x="253170" y="1782693"/>
                    <a:pt x="270084" y="1811680"/>
                    <a:pt x="287868" y="1840255"/>
                  </a:cubicBezTo>
                  <a:cubicBezTo>
                    <a:pt x="305914" y="1868748"/>
                    <a:pt x="325181" y="1896830"/>
                    <a:pt x="345232" y="1924581"/>
                  </a:cubicBezTo>
                  <a:cubicBezTo>
                    <a:pt x="385858" y="1979920"/>
                    <a:pt x="431017" y="2033612"/>
                    <a:pt x="477745" y="2087551"/>
                  </a:cubicBezTo>
                  <a:cubicBezTo>
                    <a:pt x="524474" y="2141573"/>
                    <a:pt x="573294" y="2195594"/>
                    <a:pt x="621156" y="2251756"/>
                  </a:cubicBezTo>
                  <a:cubicBezTo>
                    <a:pt x="645130" y="2279755"/>
                    <a:pt x="668843" y="2308412"/>
                    <a:pt x="692469" y="2337482"/>
                  </a:cubicBezTo>
                  <a:lnTo>
                    <a:pt x="726731" y="2379562"/>
                  </a:lnTo>
                  <a:cubicBezTo>
                    <a:pt x="737977" y="2392986"/>
                    <a:pt x="748700" y="2406738"/>
                    <a:pt x="760295" y="2419831"/>
                  </a:cubicBezTo>
                  <a:cubicBezTo>
                    <a:pt x="850788" y="2526392"/>
                    <a:pt x="948952" y="2624470"/>
                    <a:pt x="1048685" y="2717443"/>
                  </a:cubicBezTo>
                  <a:cubicBezTo>
                    <a:pt x="1098814" y="2763724"/>
                    <a:pt x="1149814" y="2808439"/>
                    <a:pt x="1202035" y="2851344"/>
                  </a:cubicBezTo>
                  <a:cubicBezTo>
                    <a:pt x="1254256" y="2894248"/>
                    <a:pt x="1307435" y="2935752"/>
                    <a:pt x="1362620" y="2974785"/>
                  </a:cubicBezTo>
                  <a:cubicBezTo>
                    <a:pt x="1472554" y="3053017"/>
                    <a:pt x="1591118" y="3122932"/>
                    <a:pt x="1721364" y="3170036"/>
                  </a:cubicBezTo>
                  <a:cubicBezTo>
                    <a:pt x="1786314" y="3193588"/>
                    <a:pt x="1853617" y="3211622"/>
                    <a:pt x="1922052" y="3225210"/>
                  </a:cubicBezTo>
                  <a:cubicBezTo>
                    <a:pt x="1939227" y="3228422"/>
                    <a:pt x="1956227" y="3232128"/>
                    <a:pt x="1973488" y="3234928"/>
                  </a:cubicBezTo>
                  <a:lnTo>
                    <a:pt x="2025360" y="3243080"/>
                  </a:lnTo>
                  <a:cubicBezTo>
                    <a:pt x="2060145" y="3247445"/>
                    <a:pt x="2094930" y="3252056"/>
                    <a:pt x="2130063" y="3254774"/>
                  </a:cubicBezTo>
                  <a:cubicBezTo>
                    <a:pt x="2147587" y="3256338"/>
                    <a:pt x="2165109" y="3257821"/>
                    <a:pt x="2182719" y="3258562"/>
                  </a:cubicBezTo>
                  <a:cubicBezTo>
                    <a:pt x="2200330" y="3259385"/>
                    <a:pt x="2217853" y="3260703"/>
                    <a:pt x="2235551" y="3261197"/>
                  </a:cubicBezTo>
                  <a:lnTo>
                    <a:pt x="2288556" y="3262350"/>
                  </a:lnTo>
                  <a:cubicBezTo>
                    <a:pt x="2306166" y="3262761"/>
                    <a:pt x="2323951" y="3262185"/>
                    <a:pt x="2341648" y="3262103"/>
                  </a:cubicBezTo>
                  <a:lnTo>
                    <a:pt x="2368238" y="3261856"/>
                  </a:lnTo>
                  <a:cubicBezTo>
                    <a:pt x="2376869" y="3261609"/>
                    <a:pt x="2385325" y="3261115"/>
                    <a:pt x="2393869" y="3260785"/>
                  </a:cubicBezTo>
                  <a:cubicBezTo>
                    <a:pt x="2402412" y="3260373"/>
                    <a:pt x="2410956" y="3260127"/>
                    <a:pt x="2419413" y="3259550"/>
                  </a:cubicBezTo>
                  <a:lnTo>
                    <a:pt x="2444869" y="3257574"/>
                  </a:lnTo>
                  <a:cubicBezTo>
                    <a:pt x="2478782" y="3255021"/>
                    <a:pt x="2512434" y="3250739"/>
                    <a:pt x="2545824" y="3245798"/>
                  </a:cubicBezTo>
                  <a:cubicBezTo>
                    <a:pt x="2679470" y="3224881"/>
                    <a:pt x="2807973" y="3183954"/>
                    <a:pt x="2930373" y="3126555"/>
                  </a:cubicBezTo>
                  <a:cubicBezTo>
                    <a:pt x="3053210" y="3069817"/>
                    <a:pt x="3170118" y="2997184"/>
                    <a:pt x="3285631" y="2917552"/>
                  </a:cubicBezTo>
                  <a:cubicBezTo>
                    <a:pt x="3314487" y="2897706"/>
                    <a:pt x="3343169" y="2876954"/>
                    <a:pt x="3371764" y="2856120"/>
                  </a:cubicBezTo>
                  <a:cubicBezTo>
                    <a:pt x="3400534" y="2835285"/>
                    <a:pt x="3429216" y="2814121"/>
                    <a:pt x="3457898" y="2792628"/>
                  </a:cubicBezTo>
                  <a:lnTo>
                    <a:pt x="3632344" y="2660869"/>
                  </a:lnTo>
                  <a:cubicBezTo>
                    <a:pt x="3752043" y="2571190"/>
                    <a:pt x="3872873" y="2487687"/>
                    <a:pt x="3990915" y="2405832"/>
                  </a:cubicBezTo>
                  <a:cubicBezTo>
                    <a:pt x="4108869" y="2323976"/>
                    <a:pt x="4222378" y="2241297"/>
                    <a:pt x="4324988" y="2152196"/>
                  </a:cubicBezTo>
                  <a:cubicBezTo>
                    <a:pt x="4427598" y="2063258"/>
                    <a:pt x="4520270" y="1968474"/>
                    <a:pt x="4592106" y="1861501"/>
                  </a:cubicBezTo>
                  <a:cubicBezTo>
                    <a:pt x="4628024" y="1808057"/>
                    <a:pt x="4658712" y="1751730"/>
                    <a:pt x="4683122" y="1692521"/>
                  </a:cubicBezTo>
                  <a:cubicBezTo>
                    <a:pt x="4707706" y="1633393"/>
                    <a:pt x="4725404" y="1571467"/>
                    <a:pt x="4738568" y="1507893"/>
                  </a:cubicBezTo>
                  <a:cubicBezTo>
                    <a:pt x="4745106" y="1476106"/>
                    <a:pt x="4750338" y="1443742"/>
                    <a:pt x="4753912" y="1411050"/>
                  </a:cubicBezTo>
                  <a:cubicBezTo>
                    <a:pt x="4754958" y="1402897"/>
                    <a:pt x="4755656" y="1394662"/>
                    <a:pt x="4756440" y="1386509"/>
                  </a:cubicBezTo>
                  <a:cubicBezTo>
                    <a:pt x="4757138" y="1378274"/>
                    <a:pt x="4758010" y="1370204"/>
                    <a:pt x="4758358" y="1361475"/>
                  </a:cubicBezTo>
                  <a:lnTo>
                    <a:pt x="4761148" y="1309759"/>
                  </a:lnTo>
                  <a:cubicBezTo>
                    <a:pt x="4763676" y="1240751"/>
                    <a:pt x="4762106" y="1171659"/>
                    <a:pt x="4756354" y="1102980"/>
                  </a:cubicBezTo>
                  <a:cubicBezTo>
                    <a:pt x="4750774" y="1034218"/>
                    <a:pt x="4740050" y="966033"/>
                    <a:pt x="4725578" y="898753"/>
                  </a:cubicBezTo>
                  <a:cubicBezTo>
                    <a:pt x="4710932" y="831473"/>
                    <a:pt x="4692624" y="765100"/>
                    <a:pt x="4673358" y="699384"/>
                  </a:cubicBezTo>
                  <a:cubicBezTo>
                    <a:pt x="4634912" y="568037"/>
                    <a:pt x="4592456" y="438419"/>
                    <a:pt x="4538491" y="312754"/>
                  </a:cubicBezTo>
                  <a:cubicBezTo>
                    <a:pt x="4511464" y="250003"/>
                    <a:pt x="4481301" y="188406"/>
                    <a:pt x="4446604" y="129196"/>
                  </a:cubicBezTo>
                  <a:cubicBezTo>
                    <a:pt x="4438147" y="114291"/>
                    <a:pt x="4428819" y="99798"/>
                    <a:pt x="4419840" y="85222"/>
                  </a:cubicBezTo>
                  <a:cubicBezTo>
                    <a:pt x="4410598" y="70728"/>
                    <a:pt x="4401008" y="56482"/>
                    <a:pt x="4391680" y="42071"/>
                  </a:cubicBezTo>
                  <a:lnTo>
                    <a:pt x="4361930" y="0"/>
                  </a:lnTo>
                  <a:lnTo>
                    <a:pt x="4588871" y="0"/>
                  </a:lnTo>
                  <a:lnTo>
                    <a:pt x="4613640" y="38859"/>
                  </a:lnTo>
                  <a:cubicBezTo>
                    <a:pt x="4653306" y="102762"/>
                    <a:pt x="4690706" y="167901"/>
                    <a:pt x="4724445" y="234687"/>
                  </a:cubicBezTo>
                  <a:cubicBezTo>
                    <a:pt x="4792096" y="368257"/>
                    <a:pt x="4844230" y="508828"/>
                    <a:pt x="4876138" y="653022"/>
                  </a:cubicBezTo>
                  <a:cubicBezTo>
                    <a:pt x="4892005" y="725161"/>
                    <a:pt x="4903077" y="797874"/>
                    <a:pt x="4911707" y="870671"/>
                  </a:cubicBezTo>
                  <a:cubicBezTo>
                    <a:pt x="4920513" y="943386"/>
                    <a:pt x="4927574" y="1016019"/>
                    <a:pt x="4934810" y="1088487"/>
                  </a:cubicBezTo>
                  <a:cubicBezTo>
                    <a:pt x="4941697" y="1161036"/>
                    <a:pt x="4947799" y="1233586"/>
                    <a:pt x="4953206" y="1306301"/>
                  </a:cubicBezTo>
                  <a:lnTo>
                    <a:pt x="4956954" y="1360899"/>
                  </a:lnTo>
                  <a:cubicBezTo>
                    <a:pt x="4957651" y="1369875"/>
                    <a:pt x="4958087" y="1379510"/>
                    <a:pt x="4958610" y="1388980"/>
                  </a:cubicBezTo>
                  <a:cubicBezTo>
                    <a:pt x="4959133" y="1398450"/>
                    <a:pt x="4959656" y="1408003"/>
                    <a:pt x="4959830" y="1417555"/>
                  </a:cubicBezTo>
                  <a:cubicBezTo>
                    <a:pt x="4961138" y="1455683"/>
                    <a:pt x="4960702" y="1494140"/>
                    <a:pt x="4958174" y="1532680"/>
                  </a:cubicBezTo>
                  <a:cubicBezTo>
                    <a:pt x="4948760" y="1686920"/>
                    <a:pt x="4904908" y="1842314"/>
                    <a:pt x="4834030" y="1984861"/>
                  </a:cubicBezTo>
                  <a:cubicBezTo>
                    <a:pt x="4763328" y="2127820"/>
                    <a:pt x="4665860" y="2256121"/>
                    <a:pt x="4558106" y="2368857"/>
                  </a:cubicBezTo>
                  <a:cubicBezTo>
                    <a:pt x="4504230" y="2425432"/>
                    <a:pt x="4447650" y="2478465"/>
                    <a:pt x="4389936" y="2528945"/>
                  </a:cubicBezTo>
                  <a:cubicBezTo>
                    <a:pt x="4332223" y="2579425"/>
                    <a:pt x="4273726" y="2628011"/>
                    <a:pt x="4214618" y="2674457"/>
                  </a:cubicBezTo>
                  <a:cubicBezTo>
                    <a:pt x="4096664" y="2767759"/>
                    <a:pt x="3976094" y="2852826"/>
                    <a:pt x="3858489" y="2936658"/>
                  </a:cubicBezTo>
                  <a:lnTo>
                    <a:pt x="3768868" y="3000643"/>
                  </a:lnTo>
                  <a:cubicBezTo>
                    <a:pt x="3738530" y="3022136"/>
                    <a:pt x="3707929" y="3043794"/>
                    <a:pt x="3676806" y="3065040"/>
                  </a:cubicBezTo>
                  <a:cubicBezTo>
                    <a:pt x="3645770" y="3086369"/>
                    <a:pt x="3614386" y="3107615"/>
                    <a:pt x="3582477" y="3128614"/>
                  </a:cubicBezTo>
                  <a:cubicBezTo>
                    <a:pt x="3550483" y="3149449"/>
                    <a:pt x="3518226" y="3170118"/>
                    <a:pt x="3485185" y="3190377"/>
                  </a:cubicBezTo>
                  <a:cubicBezTo>
                    <a:pt x="3419452" y="3230975"/>
                    <a:pt x="3351625" y="3270338"/>
                    <a:pt x="3280923" y="3306325"/>
                  </a:cubicBezTo>
                  <a:cubicBezTo>
                    <a:pt x="3210307" y="3342476"/>
                    <a:pt x="3137251" y="3376074"/>
                    <a:pt x="3061230" y="3404897"/>
                  </a:cubicBezTo>
                  <a:cubicBezTo>
                    <a:pt x="2909886" y="3463366"/>
                    <a:pt x="2747295" y="3502810"/>
                    <a:pt x="2583137" y="3518292"/>
                  </a:cubicBezTo>
                  <a:cubicBezTo>
                    <a:pt x="2542075" y="3521999"/>
                    <a:pt x="2501013" y="3524798"/>
                    <a:pt x="2460038" y="3525622"/>
                  </a:cubicBezTo>
                  <a:lnTo>
                    <a:pt x="2429264" y="3526280"/>
                  </a:lnTo>
                  <a:cubicBezTo>
                    <a:pt x="2419064" y="3526363"/>
                    <a:pt x="2408777" y="3526116"/>
                    <a:pt x="2398576" y="3526116"/>
                  </a:cubicBezTo>
                  <a:lnTo>
                    <a:pt x="2367977" y="3525786"/>
                  </a:lnTo>
                  <a:lnTo>
                    <a:pt x="2338249" y="3524716"/>
                  </a:lnTo>
                  <a:cubicBezTo>
                    <a:pt x="2259089" y="3522327"/>
                    <a:pt x="2179756" y="3516399"/>
                    <a:pt x="2100770" y="3506845"/>
                  </a:cubicBezTo>
                  <a:cubicBezTo>
                    <a:pt x="2021699" y="3497787"/>
                    <a:pt x="1942801" y="3484776"/>
                    <a:pt x="1864776" y="3467483"/>
                  </a:cubicBezTo>
                  <a:cubicBezTo>
                    <a:pt x="1786836" y="3450025"/>
                    <a:pt x="1709508" y="3429355"/>
                    <a:pt x="1632964" y="3405803"/>
                  </a:cubicBezTo>
                  <a:cubicBezTo>
                    <a:pt x="1480138" y="3358288"/>
                    <a:pt x="1329055" y="3299160"/>
                    <a:pt x="1189219" y="3220352"/>
                  </a:cubicBezTo>
                  <a:cubicBezTo>
                    <a:pt x="1049296" y="3141708"/>
                    <a:pt x="924367" y="3041982"/>
                    <a:pt x="815305" y="2931634"/>
                  </a:cubicBezTo>
                  <a:cubicBezTo>
                    <a:pt x="760469" y="2876542"/>
                    <a:pt x="710603" y="2817909"/>
                    <a:pt x="663699" y="2757877"/>
                  </a:cubicBezTo>
                  <a:cubicBezTo>
                    <a:pt x="617059" y="2697597"/>
                    <a:pt x="572684" y="2636411"/>
                    <a:pt x="531274" y="2573907"/>
                  </a:cubicBezTo>
                  <a:cubicBezTo>
                    <a:pt x="520638" y="2558426"/>
                    <a:pt x="510612" y="2542697"/>
                    <a:pt x="500325" y="2527051"/>
                  </a:cubicBezTo>
                  <a:lnTo>
                    <a:pt x="470771" y="2481594"/>
                  </a:lnTo>
                  <a:cubicBezTo>
                    <a:pt x="451853" y="2452195"/>
                    <a:pt x="432238" y="2423043"/>
                    <a:pt x="412448" y="2393479"/>
                  </a:cubicBezTo>
                  <a:lnTo>
                    <a:pt x="291616" y="2213464"/>
                  </a:lnTo>
                  <a:cubicBezTo>
                    <a:pt x="251078" y="2152113"/>
                    <a:pt x="211062" y="2088951"/>
                    <a:pt x="173662" y="2023154"/>
                  </a:cubicBezTo>
                  <a:cubicBezTo>
                    <a:pt x="155005" y="1990214"/>
                    <a:pt x="136960" y="1956697"/>
                    <a:pt x="120483" y="1922276"/>
                  </a:cubicBezTo>
                  <a:cubicBezTo>
                    <a:pt x="104093" y="1887771"/>
                    <a:pt x="88837" y="1852608"/>
                    <a:pt x="75324" y="1816703"/>
                  </a:cubicBezTo>
                  <a:cubicBezTo>
                    <a:pt x="62072" y="1780717"/>
                    <a:pt x="50303" y="1744235"/>
                    <a:pt x="40713" y="1707179"/>
                  </a:cubicBezTo>
                  <a:cubicBezTo>
                    <a:pt x="36180" y="1688650"/>
                    <a:pt x="31560" y="1670039"/>
                    <a:pt x="27811" y="1651346"/>
                  </a:cubicBezTo>
                  <a:lnTo>
                    <a:pt x="22144" y="1623346"/>
                  </a:lnTo>
                  <a:lnTo>
                    <a:pt x="17436" y="1595265"/>
                  </a:lnTo>
                  <a:cubicBezTo>
                    <a:pt x="5144" y="1520328"/>
                    <a:pt x="0" y="1444978"/>
                    <a:pt x="0" y="1370286"/>
                  </a:cubicBezTo>
                  <a:cubicBezTo>
                    <a:pt x="349" y="1223293"/>
                    <a:pt x="16652" y="1076299"/>
                    <a:pt x="48385" y="931939"/>
                  </a:cubicBezTo>
                  <a:cubicBezTo>
                    <a:pt x="80032" y="787663"/>
                    <a:pt x="128504" y="646187"/>
                    <a:pt x="193801" y="511957"/>
                  </a:cubicBezTo>
                  <a:cubicBezTo>
                    <a:pt x="259404" y="377727"/>
                    <a:pt x="339740" y="250559"/>
                    <a:pt x="431660" y="13137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1F067B96-FF47-353F-7222-7D471EF1EF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61928" y="0"/>
              <a:ext cx="4934374" cy="3484134"/>
            </a:xfrm>
            <a:custGeom>
              <a:avLst/>
              <a:gdLst>
                <a:gd name="connsiteX0" fmla="*/ 585303 w 4934374"/>
                <a:gd name="connsiteY0" fmla="*/ 0 h 3484134"/>
                <a:gd name="connsiteX1" fmla="*/ 1213739 w 4934374"/>
                <a:gd name="connsiteY1" fmla="*/ 0 h 3484134"/>
                <a:gd name="connsiteX2" fmla="*/ 1150162 w 4934374"/>
                <a:gd name="connsiteY2" fmla="*/ 47028 h 3484134"/>
                <a:gd name="connsiteX3" fmla="*/ 626038 w 4934374"/>
                <a:gd name="connsiteY3" fmla="*/ 660944 h 3484134"/>
                <a:gd name="connsiteX4" fmla="*/ 435986 w 4934374"/>
                <a:gd name="connsiteY4" fmla="*/ 1375409 h 3484134"/>
                <a:gd name="connsiteX5" fmla="*/ 750530 w 4934374"/>
                <a:gd name="connsiteY5" fmla="*/ 2038817 h 3484134"/>
                <a:gd name="connsiteX6" fmla="*/ 909024 w 4934374"/>
                <a:gd name="connsiteY6" fmla="*/ 2249384 h 3484134"/>
                <a:gd name="connsiteX7" fmla="*/ 2396223 w 4934374"/>
                <a:gd name="connsiteY7" fmla="*/ 3072468 h 3484134"/>
                <a:gd name="connsiteX8" fmla="*/ 3525201 w 4934374"/>
                <a:gd name="connsiteY8" fmla="*/ 2566101 h 3484134"/>
                <a:gd name="connsiteX9" fmla="*/ 3662596 w 4934374"/>
                <a:gd name="connsiteY9" fmla="*/ 2465552 h 3484134"/>
                <a:gd name="connsiteX10" fmla="*/ 4287500 w 4934374"/>
                <a:gd name="connsiteY10" fmla="*/ 1939915 h 3484134"/>
                <a:gd name="connsiteX11" fmla="*/ 4498563 w 4934374"/>
                <a:gd name="connsiteY11" fmla="*/ 1375409 h 3484134"/>
                <a:gd name="connsiteX12" fmla="*/ 4132831 w 4934374"/>
                <a:gd name="connsiteY12" fmla="*/ 134540 h 3484134"/>
                <a:gd name="connsiteX13" fmla="*/ 4025590 w 4934374"/>
                <a:gd name="connsiteY13" fmla="*/ 0 h 3484134"/>
                <a:gd name="connsiteX14" fmla="*/ 4555675 w 4934374"/>
                <a:gd name="connsiteY14" fmla="*/ 0 h 3484134"/>
                <a:gd name="connsiteX15" fmla="*/ 4605933 w 4934374"/>
                <a:gd name="connsiteY15" fmla="*/ 77740 h 3484134"/>
                <a:gd name="connsiteX16" fmla="*/ 4934374 w 4934374"/>
                <a:gd name="connsiteY16" fmla="*/ 1375327 h 3484134"/>
                <a:gd name="connsiteX17" fmla="*/ 3793540 w 4934374"/>
                <a:gd name="connsiteY17" fmla="*/ 2890475 h 3484134"/>
                <a:gd name="connsiteX18" fmla="*/ 2396135 w 4934374"/>
                <a:gd name="connsiteY18" fmla="*/ 3484134 h 3484134"/>
                <a:gd name="connsiteX19" fmla="*/ 548273 w 4934374"/>
                <a:gd name="connsiteY19" fmla="*/ 2480458 h 3484134"/>
                <a:gd name="connsiteX20" fmla="*/ 0 w 4934374"/>
                <a:gd name="connsiteY20" fmla="*/ 1375327 h 3484134"/>
                <a:gd name="connsiteX21" fmla="*/ 512166 w 4934374"/>
                <a:gd name="connsiteY21" fmla="*/ 77740 h 3484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934374" h="3484134">
                  <a:moveTo>
                    <a:pt x="585303" y="0"/>
                  </a:moveTo>
                  <a:lnTo>
                    <a:pt x="1213739" y="0"/>
                  </a:lnTo>
                  <a:lnTo>
                    <a:pt x="1150162" y="47028"/>
                  </a:lnTo>
                  <a:cubicBezTo>
                    <a:pt x="925762" y="228608"/>
                    <a:pt x="749397" y="435224"/>
                    <a:pt x="626038" y="660944"/>
                  </a:cubicBezTo>
                  <a:cubicBezTo>
                    <a:pt x="499976" y="891687"/>
                    <a:pt x="435986" y="1132066"/>
                    <a:pt x="435986" y="1375409"/>
                  </a:cubicBezTo>
                  <a:cubicBezTo>
                    <a:pt x="435986" y="1620481"/>
                    <a:pt x="538074" y="1763604"/>
                    <a:pt x="750530" y="2038817"/>
                  </a:cubicBezTo>
                  <a:cubicBezTo>
                    <a:pt x="801792" y="2105190"/>
                    <a:pt x="854797" y="2173870"/>
                    <a:pt x="909024" y="2249384"/>
                  </a:cubicBezTo>
                  <a:cubicBezTo>
                    <a:pt x="1323389" y="2826326"/>
                    <a:pt x="1768180" y="3072468"/>
                    <a:pt x="2396223" y="3072468"/>
                  </a:cubicBezTo>
                  <a:cubicBezTo>
                    <a:pt x="2808409" y="3072468"/>
                    <a:pt x="3110835" y="2871947"/>
                    <a:pt x="3525201" y="2566101"/>
                  </a:cubicBezTo>
                  <a:cubicBezTo>
                    <a:pt x="3571493" y="2531926"/>
                    <a:pt x="3617786" y="2498162"/>
                    <a:pt x="3662596" y="2465552"/>
                  </a:cubicBezTo>
                  <a:cubicBezTo>
                    <a:pt x="3905479" y="2288583"/>
                    <a:pt x="4134849" y="2121414"/>
                    <a:pt x="4287500" y="1939915"/>
                  </a:cubicBezTo>
                  <a:cubicBezTo>
                    <a:pt x="4433440" y="1766404"/>
                    <a:pt x="4498563" y="1592317"/>
                    <a:pt x="4498563" y="1375409"/>
                  </a:cubicBezTo>
                  <a:cubicBezTo>
                    <a:pt x="4498563" y="899696"/>
                    <a:pt x="4369741" y="465973"/>
                    <a:pt x="4132831" y="134540"/>
                  </a:cubicBezTo>
                  <a:lnTo>
                    <a:pt x="4025590" y="0"/>
                  </a:lnTo>
                  <a:lnTo>
                    <a:pt x="4555675" y="0"/>
                  </a:lnTo>
                  <a:lnTo>
                    <a:pt x="4605933" y="77740"/>
                  </a:lnTo>
                  <a:cubicBezTo>
                    <a:pt x="4820335" y="448137"/>
                    <a:pt x="4934374" y="894662"/>
                    <a:pt x="4934374" y="1375327"/>
                  </a:cubicBezTo>
                  <a:cubicBezTo>
                    <a:pt x="4934374" y="2116884"/>
                    <a:pt x="4369100" y="2465635"/>
                    <a:pt x="3793540" y="2890475"/>
                  </a:cubicBezTo>
                  <a:cubicBezTo>
                    <a:pt x="3374293" y="3199945"/>
                    <a:pt x="2970389" y="3484134"/>
                    <a:pt x="2396135" y="3484134"/>
                  </a:cubicBezTo>
                  <a:cubicBezTo>
                    <a:pt x="1544564" y="3484134"/>
                    <a:pt x="991670" y="3097832"/>
                    <a:pt x="548273" y="2480458"/>
                  </a:cubicBezTo>
                  <a:cubicBezTo>
                    <a:pt x="282201" y="2110049"/>
                    <a:pt x="0" y="1856001"/>
                    <a:pt x="0" y="1375327"/>
                  </a:cubicBezTo>
                  <a:cubicBezTo>
                    <a:pt x="0" y="894662"/>
                    <a:pt x="195505" y="448137"/>
                    <a:pt x="512166" y="777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7F6271DE-52D7-826E-3DFB-A36D0943BA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61928" y="0"/>
              <a:ext cx="4934374" cy="3484134"/>
            </a:xfrm>
            <a:custGeom>
              <a:avLst/>
              <a:gdLst>
                <a:gd name="connsiteX0" fmla="*/ 585303 w 4934374"/>
                <a:gd name="connsiteY0" fmla="*/ 0 h 3484134"/>
                <a:gd name="connsiteX1" fmla="*/ 1354934 w 4934374"/>
                <a:gd name="connsiteY1" fmla="*/ 0 h 3484134"/>
                <a:gd name="connsiteX2" fmla="*/ 1206830 w 4934374"/>
                <a:gd name="connsiteY2" fmla="*/ 109531 h 3484134"/>
                <a:gd name="connsiteX3" fmla="*/ 703453 w 4934374"/>
                <a:gd name="connsiteY3" fmla="*/ 698660 h 3484134"/>
                <a:gd name="connsiteX4" fmla="*/ 523079 w 4934374"/>
                <a:gd name="connsiteY4" fmla="*/ 1375409 h 3484134"/>
                <a:gd name="connsiteX5" fmla="*/ 820885 w 4934374"/>
                <a:gd name="connsiteY5" fmla="*/ 1990313 h 3484134"/>
                <a:gd name="connsiteX6" fmla="*/ 981122 w 4934374"/>
                <a:gd name="connsiteY6" fmla="*/ 2203186 h 3484134"/>
                <a:gd name="connsiteX7" fmla="*/ 1592426 w 4934374"/>
                <a:gd name="connsiteY7" fmla="*/ 2792645 h 3484134"/>
                <a:gd name="connsiteX8" fmla="*/ 2396135 w 4934374"/>
                <a:gd name="connsiteY8" fmla="*/ 2990119 h 3484134"/>
                <a:gd name="connsiteX9" fmla="*/ 2913112 w 4934374"/>
                <a:gd name="connsiteY9" fmla="*/ 2864371 h 3484134"/>
                <a:gd name="connsiteX10" fmla="*/ 3471411 w 4934374"/>
                <a:gd name="connsiteY10" fmla="*/ 2501292 h 3484134"/>
                <a:gd name="connsiteX11" fmla="*/ 3609242 w 4934374"/>
                <a:gd name="connsiteY11" fmla="*/ 2400414 h 3484134"/>
                <a:gd name="connsiteX12" fmla="*/ 4219151 w 4934374"/>
                <a:gd name="connsiteY12" fmla="*/ 1888693 h 3484134"/>
                <a:gd name="connsiteX13" fmla="*/ 4411296 w 4934374"/>
                <a:gd name="connsiteY13" fmla="*/ 1375409 h 3484134"/>
                <a:gd name="connsiteX14" fmla="*/ 3957874 w 4934374"/>
                <a:gd name="connsiteY14" fmla="*/ 51887 h 3484134"/>
                <a:gd name="connsiteX15" fmla="*/ 3906637 w 4934374"/>
                <a:gd name="connsiteY15" fmla="*/ 0 h 3484134"/>
                <a:gd name="connsiteX16" fmla="*/ 4555675 w 4934374"/>
                <a:gd name="connsiteY16" fmla="*/ 0 h 3484134"/>
                <a:gd name="connsiteX17" fmla="*/ 4605933 w 4934374"/>
                <a:gd name="connsiteY17" fmla="*/ 77740 h 3484134"/>
                <a:gd name="connsiteX18" fmla="*/ 4934374 w 4934374"/>
                <a:gd name="connsiteY18" fmla="*/ 1375327 h 3484134"/>
                <a:gd name="connsiteX19" fmla="*/ 3793540 w 4934374"/>
                <a:gd name="connsiteY19" fmla="*/ 2890475 h 3484134"/>
                <a:gd name="connsiteX20" fmla="*/ 2396135 w 4934374"/>
                <a:gd name="connsiteY20" fmla="*/ 3484134 h 3484134"/>
                <a:gd name="connsiteX21" fmla="*/ 548273 w 4934374"/>
                <a:gd name="connsiteY21" fmla="*/ 2480458 h 3484134"/>
                <a:gd name="connsiteX22" fmla="*/ 0 w 4934374"/>
                <a:gd name="connsiteY22" fmla="*/ 1375327 h 3484134"/>
                <a:gd name="connsiteX23" fmla="*/ 512166 w 4934374"/>
                <a:gd name="connsiteY23" fmla="*/ 77740 h 3484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934374" h="3484134">
                  <a:moveTo>
                    <a:pt x="585303" y="0"/>
                  </a:moveTo>
                  <a:lnTo>
                    <a:pt x="1354934" y="0"/>
                  </a:lnTo>
                  <a:lnTo>
                    <a:pt x="1206830" y="109531"/>
                  </a:lnTo>
                  <a:cubicBezTo>
                    <a:pt x="994024" y="281725"/>
                    <a:pt x="820013" y="485457"/>
                    <a:pt x="703453" y="698660"/>
                  </a:cubicBezTo>
                  <a:cubicBezTo>
                    <a:pt x="583756" y="917627"/>
                    <a:pt x="523079" y="1145324"/>
                    <a:pt x="523079" y="1375409"/>
                  </a:cubicBezTo>
                  <a:cubicBezTo>
                    <a:pt x="523079" y="1595282"/>
                    <a:pt x="614356" y="1722842"/>
                    <a:pt x="820885" y="1990313"/>
                  </a:cubicBezTo>
                  <a:cubicBezTo>
                    <a:pt x="872582" y="2057263"/>
                    <a:pt x="926023" y="2126519"/>
                    <a:pt x="981122" y="2203186"/>
                  </a:cubicBezTo>
                  <a:cubicBezTo>
                    <a:pt x="1175968" y="2474445"/>
                    <a:pt x="1375871" y="2667309"/>
                    <a:pt x="1592426" y="2792645"/>
                  </a:cubicBezTo>
                  <a:cubicBezTo>
                    <a:pt x="1821970" y="2925557"/>
                    <a:pt x="2084904" y="2990119"/>
                    <a:pt x="2396135" y="2990119"/>
                  </a:cubicBezTo>
                  <a:cubicBezTo>
                    <a:pt x="2572762" y="2990119"/>
                    <a:pt x="2737009" y="2950179"/>
                    <a:pt x="2913112" y="2864371"/>
                  </a:cubicBezTo>
                  <a:cubicBezTo>
                    <a:pt x="3093922" y="2776257"/>
                    <a:pt x="3272903" y="2647792"/>
                    <a:pt x="3471411" y="2501292"/>
                  </a:cubicBezTo>
                  <a:cubicBezTo>
                    <a:pt x="3517964" y="2466952"/>
                    <a:pt x="3564344" y="2433106"/>
                    <a:pt x="3609242" y="2400414"/>
                  </a:cubicBezTo>
                  <a:cubicBezTo>
                    <a:pt x="3847766" y="2226574"/>
                    <a:pt x="4073038" y="2062368"/>
                    <a:pt x="4219151" y="1888693"/>
                  </a:cubicBezTo>
                  <a:cubicBezTo>
                    <a:pt x="4353844" y="1728606"/>
                    <a:pt x="4411296" y="1575106"/>
                    <a:pt x="4411296" y="1375409"/>
                  </a:cubicBezTo>
                  <a:cubicBezTo>
                    <a:pt x="4411296" y="851089"/>
                    <a:pt x="4250274" y="381038"/>
                    <a:pt x="3957874" y="51887"/>
                  </a:cubicBezTo>
                  <a:lnTo>
                    <a:pt x="3906637" y="0"/>
                  </a:lnTo>
                  <a:lnTo>
                    <a:pt x="4555675" y="0"/>
                  </a:lnTo>
                  <a:lnTo>
                    <a:pt x="4605933" y="77740"/>
                  </a:lnTo>
                  <a:cubicBezTo>
                    <a:pt x="4820335" y="448137"/>
                    <a:pt x="4934374" y="894662"/>
                    <a:pt x="4934374" y="1375327"/>
                  </a:cubicBezTo>
                  <a:cubicBezTo>
                    <a:pt x="4934374" y="2116884"/>
                    <a:pt x="4369100" y="2465635"/>
                    <a:pt x="3793540" y="2890475"/>
                  </a:cubicBezTo>
                  <a:cubicBezTo>
                    <a:pt x="3374293" y="3199945"/>
                    <a:pt x="2970389" y="3484134"/>
                    <a:pt x="2396135" y="3484134"/>
                  </a:cubicBezTo>
                  <a:cubicBezTo>
                    <a:pt x="1544564" y="3484134"/>
                    <a:pt x="991670" y="3097832"/>
                    <a:pt x="548273" y="2480458"/>
                  </a:cubicBezTo>
                  <a:cubicBezTo>
                    <a:pt x="282201" y="2110049"/>
                    <a:pt x="0" y="1856001"/>
                    <a:pt x="0" y="1375327"/>
                  </a:cubicBezTo>
                  <a:cubicBezTo>
                    <a:pt x="0" y="894662"/>
                    <a:pt x="195505" y="448137"/>
                    <a:pt x="512166" y="777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461015E7-6D38-3182-DC33-A131842E8507}"/>
              </a:ext>
            </a:extLst>
          </p:cNvPr>
          <p:cNvSpPr txBox="1"/>
          <p:nvPr/>
        </p:nvSpPr>
        <p:spPr>
          <a:xfrm>
            <a:off x="728860" y="649534"/>
            <a:ext cx="5368188" cy="14465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400" b="1" dirty="0" err="1"/>
              <a:t>Podsumowanie</a:t>
            </a:r>
            <a:r>
              <a:rPr lang="en-US" sz="4400" b="1" dirty="0"/>
              <a:t> </a:t>
            </a:r>
            <a:r>
              <a:rPr lang="en-US" sz="4400" b="1" dirty="0" err="1"/>
              <a:t>etapu</a:t>
            </a:r>
            <a:r>
              <a:rPr lang="en-US" sz="4400" b="1" dirty="0"/>
              <a:t> I:</a:t>
            </a:r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1B71DD6-6565-3AD6-1A9E-E177C6B150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32865" y="2520390"/>
            <a:ext cx="4753534" cy="4045189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/>
            <a:r>
              <a:rPr lang="en-US" sz="2400" dirty="0" err="1"/>
              <a:t>Pierwszy</a:t>
            </a:r>
            <a:r>
              <a:rPr lang="en-US" sz="2400" dirty="0"/>
              <a:t> </a:t>
            </a:r>
            <a:r>
              <a:rPr lang="en-US" sz="2400" dirty="0" err="1"/>
              <a:t>etap</a:t>
            </a:r>
            <a:r>
              <a:rPr lang="en-US" sz="2400" dirty="0"/>
              <a:t> </a:t>
            </a:r>
            <a:r>
              <a:rPr lang="en-US" sz="2400" dirty="0" err="1"/>
              <a:t>projektu</a:t>
            </a:r>
            <a:r>
              <a:rPr lang="en-US" sz="2400" dirty="0"/>
              <a:t> </a:t>
            </a:r>
            <a:r>
              <a:rPr lang="en-US" sz="2400" dirty="0" err="1"/>
              <a:t>zakończył</a:t>
            </a:r>
            <a:r>
              <a:rPr lang="en-US" sz="2400" dirty="0"/>
              <a:t> </a:t>
            </a:r>
            <a:r>
              <a:rPr lang="en-US" sz="2400" dirty="0" err="1"/>
              <a:t>się</a:t>
            </a:r>
            <a:r>
              <a:rPr lang="en-US" sz="2400" dirty="0"/>
              <a:t> </a:t>
            </a:r>
            <a:r>
              <a:rPr lang="en-US" sz="2400" dirty="0" err="1"/>
              <a:t>częściowym</a:t>
            </a:r>
            <a:r>
              <a:rPr lang="en-US" sz="2400" dirty="0"/>
              <a:t> </a:t>
            </a:r>
            <a:r>
              <a:rPr lang="en-US" sz="2400" dirty="0" err="1"/>
              <a:t>sukcesem</a:t>
            </a:r>
            <a:r>
              <a:rPr lang="en-US" sz="2400" dirty="0"/>
              <a:t>. </a:t>
            </a:r>
            <a:r>
              <a:rPr lang="en-US" sz="2400" dirty="0" err="1"/>
              <a:t>Została</a:t>
            </a:r>
            <a:r>
              <a:rPr lang="en-US" sz="2400" dirty="0"/>
              <a:t> </a:t>
            </a:r>
            <a:r>
              <a:rPr lang="en-US" sz="2400" dirty="0" err="1"/>
              <a:t>zrealizowana</a:t>
            </a:r>
            <a:r>
              <a:rPr lang="en-US" sz="2400" dirty="0"/>
              <a:t> </a:t>
            </a:r>
            <a:r>
              <a:rPr lang="en-US" sz="2400" dirty="0" err="1"/>
              <a:t>mechanika</a:t>
            </a:r>
            <a:r>
              <a:rPr lang="en-US" sz="2400" dirty="0"/>
              <a:t> </a:t>
            </a:r>
            <a:r>
              <a:rPr lang="en-US" sz="2400" dirty="0" err="1"/>
              <a:t>gry</a:t>
            </a:r>
            <a:r>
              <a:rPr lang="en-US" sz="2400" dirty="0"/>
              <a:t> </a:t>
            </a:r>
            <a:r>
              <a:rPr lang="en-US" sz="2400" dirty="0" err="1"/>
              <a:t>i</a:t>
            </a:r>
            <a:r>
              <a:rPr lang="en-US" sz="2400" dirty="0"/>
              <a:t> </a:t>
            </a:r>
            <a:r>
              <a:rPr lang="en-US" sz="2400" dirty="0" err="1"/>
              <a:t>kluczowa</a:t>
            </a:r>
            <a:r>
              <a:rPr lang="en-US" sz="2400" dirty="0"/>
              <a:t> </a:t>
            </a:r>
            <a:r>
              <a:rPr lang="en-US" sz="2400" dirty="0" err="1"/>
              <a:t>infrastruktura</a:t>
            </a:r>
            <a:r>
              <a:rPr lang="en-US" sz="2400" dirty="0"/>
              <a:t>.</a:t>
            </a:r>
            <a:endParaRPr lang="en-US" sz="1400" dirty="0"/>
          </a:p>
          <a:p>
            <a:pPr algn="just"/>
            <a:r>
              <a:rPr lang="en-US" sz="2400" dirty="0" err="1"/>
              <a:t>Kluczowe</a:t>
            </a:r>
            <a:r>
              <a:rPr lang="en-US" sz="2400" dirty="0"/>
              <a:t> </a:t>
            </a:r>
            <a:r>
              <a:rPr lang="en-US" sz="2400" dirty="0" err="1"/>
              <a:t>osiągnięcia</a:t>
            </a:r>
            <a:r>
              <a:rPr lang="en-US" sz="2400" dirty="0"/>
              <a:t>:</a:t>
            </a:r>
          </a:p>
          <a:p>
            <a:pPr marL="457200" indent="-457200" algn="just">
              <a:buFont typeface="Courier New" panose="020B0604020202020204" pitchFamily="34" charset="0"/>
              <a:buChar char="o"/>
            </a:pPr>
            <a:r>
              <a:rPr lang="en-US" sz="2400" err="1"/>
              <a:t>Fundamenty</a:t>
            </a:r>
            <a:r>
              <a:rPr lang="en-US" sz="2400" dirty="0"/>
              <a:t> </a:t>
            </a:r>
            <a:r>
              <a:rPr lang="en-US" sz="2400" err="1"/>
              <a:t>techniczne</a:t>
            </a:r>
            <a:endParaRPr lang="en-US" sz="2400" dirty="0"/>
          </a:p>
          <a:p>
            <a:pPr marL="457200" indent="-457200" algn="just">
              <a:buFont typeface="Courier New" panose="020B0604020202020204" pitchFamily="34" charset="0"/>
              <a:buChar char="o"/>
            </a:pPr>
            <a:r>
              <a:rPr lang="en-US" sz="2400" dirty="0"/>
              <a:t>Logika </a:t>
            </a:r>
            <a:r>
              <a:rPr lang="en-US" sz="2400" err="1"/>
              <a:t>gry</a:t>
            </a:r>
            <a:endParaRPr lang="en-US" sz="2400" dirty="0"/>
          </a:p>
          <a:p>
            <a:pPr marL="457200" indent="-457200" algn="just">
              <a:buFont typeface="Courier New" panose="020B0604020202020204" pitchFamily="34" charset="0"/>
              <a:buChar char="o"/>
            </a:pPr>
            <a:r>
              <a:rPr lang="en-US" sz="2400" dirty="0" err="1"/>
              <a:t>Zarządzanie</a:t>
            </a:r>
            <a:r>
              <a:rPr lang="en-US" sz="2400" dirty="0"/>
              <a:t> </a:t>
            </a:r>
            <a:r>
              <a:rPr lang="en-US" sz="2400" dirty="0" err="1"/>
              <a:t>użytkownikiem</a:t>
            </a:r>
            <a:r>
              <a:rPr lang="en-US" sz="2400" dirty="0"/>
              <a:t> (</a:t>
            </a:r>
            <a:r>
              <a:rPr lang="en-US" sz="2400" dirty="0" err="1"/>
              <a:t>autoryzacja</a:t>
            </a:r>
            <a:r>
              <a:rPr lang="en-US" sz="2400" dirty="0"/>
              <a:t>, </a:t>
            </a:r>
            <a:r>
              <a:rPr lang="en-US" sz="2400" dirty="0" err="1"/>
              <a:t>zapisy</a:t>
            </a:r>
            <a:r>
              <a:rPr lang="en-US" sz="2400" dirty="0"/>
              <a:t> </a:t>
            </a:r>
            <a:r>
              <a:rPr lang="en-US" sz="2400" dirty="0" err="1"/>
              <a:t>postępów</a:t>
            </a:r>
            <a:r>
              <a:rPr lang="en-US" sz="2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8101863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127C12-2DD9-9559-1FB2-D589C0541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7759DCC8-41DF-4DA5-328E-129B9FB0D2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CC4E4A16-985B-8FF4-BB43-7FFB903429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55526" y="2227167"/>
            <a:ext cx="4336168" cy="4630834"/>
            <a:chOff x="7855526" y="2145638"/>
            <a:chExt cx="4336168" cy="4630834"/>
          </a:xfrm>
          <a:gradFill>
            <a:gsLst>
              <a:gs pos="2000">
                <a:schemeClr val="bg1">
                  <a:alpha val="10000"/>
                </a:schemeClr>
              </a:gs>
              <a:gs pos="16000">
                <a:schemeClr val="accent6">
                  <a:alpha val="10000"/>
                </a:schemeClr>
              </a:gs>
              <a:gs pos="100000">
                <a:schemeClr val="bg1">
                  <a:alpha val="10000"/>
                </a:schemeClr>
              </a:gs>
              <a:gs pos="85000">
                <a:schemeClr val="accent1">
                  <a:alpha val="10000"/>
                </a:schemeClr>
              </a:gs>
            </a:gsLst>
            <a:lin ang="12000000" scaled="0"/>
          </a:gradFill>
        </p:grpSpPr>
        <p:sp useBgFill="1">
          <p:nvSpPr>
            <p:cNvPr id="39" name="Freeform: Shape 38">
              <a:extLst>
                <a:ext uri="{FF2B5EF4-FFF2-40B4-BE49-F238E27FC236}">
                  <a16:creationId xmlns:a16="http://schemas.microsoft.com/office/drawing/2014/main" id="{C6A6CE9B-EE94-C3B8-71A1-0AA0CF88CF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75903" y="2463723"/>
              <a:ext cx="4315791" cy="4312749"/>
            </a:xfrm>
            <a:custGeom>
              <a:avLst/>
              <a:gdLst>
                <a:gd name="connsiteX0" fmla="*/ 2987009 w 4315791"/>
                <a:gd name="connsiteY0" fmla="*/ 0 h 4312749"/>
                <a:gd name="connsiteX1" fmla="*/ 4136908 w 4315791"/>
                <a:gd name="connsiteY1" fmla="*/ 333995 h 4312749"/>
                <a:gd name="connsiteX2" fmla="*/ 4315791 w 4315791"/>
                <a:gd name="connsiteY2" fmla="*/ 445229 h 4312749"/>
                <a:gd name="connsiteX3" fmla="*/ 4315791 w 4315791"/>
                <a:gd name="connsiteY3" fmla="*/ 1208150 h 4312749"/>
                <a:gd name="connsiteX4" fmla="*/ 4145996 w 4315791"/>
                <a:gd name="connsiteY4" fmla="*/ 1085198 h 4312749"/>
                <a:gd name="connsiteX5" fmla="*/ 3631470 w 4315791"/>
                <a:gd name="connsiteY5" fmla="*/ 767158 h 4312749"/>
                <a:gd name="connsiteX6" fmla="*/ 2987009 w 4315791"/>
                <a:gd name="connsiteY6" fmla="*/ 611504 h 4312749"/>
                <a:gd name="connsiteX7" fmla="*/ 1985110 w 4315791"/>
                <a:gd name="connsiteY7" fmla="*/ 855943 h 4312749"/>
                <a:gd name="connsiteX8" fmla="*/ 1223061 w 4315791"/>
                <a:gd name="connsiteY8" fmla="*/ 1585590 h 4312749"/>
                <a:gd name="connsiteX9" fmla="*/ 1023311 w 4315791"/>
                <a:gd name="connsiteY9" fmla="*/ 1849089 h 4312749"/>
                <a:gd name="connsiteX10" fmla="*/ 652067 w 4315791"/>
                <a:gd name="connsiteY10" fmla="*/ 2610233 h 4312749"/>
                <a:gd name="connsiteX11" fmla="*/ 876921 w 4315791"/>
                <a:gd name="connsiteY11" fmla="*/ 3447930 h 4312749"/>
                <a:gd name="connsiteX12" fmla="*/ 1504428 w 4315791"/>
                <a:gd name="connsiteY12" fmla="*/ 4177169 h 4312749"/>
                <a:gd name="connsiteX13" fmla="*/ 1689053 w 4315791"/>
                <a:gd name="connsiteY13" fmla="*/ 4312749 h 4312749"/>
                <a:gd name="connsiteX14" fmla="*/ 729636 w 4315791"/>
                <a:gd name="connsiteY14" fmla="*/ 4312749 h 4312749"/>
                <a:gd name="connsiteX15" fmla="*/ 638463 w 4315791"/>
                <a:gd name="connsiteY15" fmla="*/ 4216521 h 4312749"/>
                <a:gd name="connsiteX16" fmla="*/ 0 w 4315791"/>
                <a:gd name="connsiteY16" fmla="*/ 2610335 h 4312749"/>
                <a:gd name="connsiteX17" fmla="*/ 683474 w 4315791"/>
                <a:gd name="connsiteY17" fmla="*/ 1242376 h 4312749"/>
                <a:gd name="connsiteX18" fmla="*/ 2987009 w 4315791"/>
                <a:gd name="connsiteY18" fmla="*/ 0 h 4312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315791" h="4312749">
                  <a:moveTo>
                    <a:pt x="2987009" y="0"/>
                  </a:moveTo>
                  <a:cubicBezTo>
                    <a:pt x="3434423" y="0"/>
                    <a:pt x="3798884" y="137413"/>
                    <a:pt x="4136908" y="333995"/>
                  </a:cubicBezTo>
                  <a:lnTo>
                    <a:pt x="4315791" y="445229"/>
                  </a:lnTo>
                  <a:lnTo>
                    <a:pt x="4315791" y="1208150"/>
                  </a:lnTo>
                  <a:lnTo>
                    <a:pt x="4145996" y="1085198"/>
                  </a:lnTo>
                  <a:cubicBezTo>
                    <a:pt x="3968282" y="958859"/>
                    <a:pt x="3800518" y="848961"/>
                    <a:pt x="3631470" y="767158"/>
                  </a:cubicBezTo>
                  <a:cubicBezTo>
                    <a:pt x="3411941" y="660943"/>
                    <a:pt x="3207191" y="611504"/>
                    <a:pt x="2987009" y="611504"/>
                  </a:cubicBezTo>
                  <a:cubicBezTo>
                    <a:pt x="2599030" y="611504"/>
                    <a:pt x="2271258" y="691421"/>
                    <a:pt x="1985110" y="855943"/>
                  </a:cubicBezTo>
                  <a:cubicBezTo>
                    <a:pt x="1715153" y="1011087"/>
                    <a:pt x="1465955" y="1249819"/>
                    <a:pt x="1223061" y="1585590"/>
                  </a:cubicBezTo>
                  <a:cubicBezTo>
                    <a:pt x="1154375" y="1680490"/>
                    <a:pt x="1087756" y="1766217"/>
                    <a:pt x="1023311" y="1849089"/>
                  </a:cubicBezTo>
                  <a:cubicBezTo>
                    <a:pt x="765853" y="2180172"/>
                    <a:pt x="652067" y="2338069"/>
                    <a:pt x="652067" y="2610233"/>
                  </a:cubicBezTo>
                  <a:cubicBezTo>
                    <a:pt x="652067" y="2895038"/>
                    <a:pt x="727707" y="3176887"/>
                    <a:pt x="876921" y="3447930"/>
                  </a:cubicBezTo>
                  <a:cubicBezTo>
                    <a:pt x="1022224" y="3711838"/>
                    <a:pt x="1239145" y="3964023"/>
                    <a:pt x="1504428" y="4177169"/>
                  </a:cubicBezTo>
                  <a:lnTo>
                    <a:pt x="1689053" y="4312749"/>
                  </a:lnTo>
                  <a:lnTo>
                    <a:pt x="729636" y="4312749"/>
                  </a:lnTo>
                  <a:lnTo>
                    <a:pt x="638463" y="4216521"/>
                  </a:lnTo>
                  <a:cubicBezTo>
                    <a:pt x="243716" y="3758034"/>
                    <a:pt x="0" y="3205314"/>
                    <a:pt x="0" y="2610335"/>
                  </a:cubicBezTo>
                  <a:cubicBezTo>
                    <a:pt x="0" y="2015344"/>
                    <a:pt x="351790" y="1700877"/>
                    <a:pt x="683474" y="1242376"/>
                  </a:cubicBezTo>
                  <a:cubicBezTo>
                    <a:pt x="1236211" y="478174"/>
                    <a:pt x="1925445" y="0"/>
                    <a:pt x="29870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 useBgFill="1">
          <p:nvSpPr>
            <p:cNvPr id="40" name="Freeform: Shape 39">
              <a:extLst>
                <a:ext uri="{FF2B5EF4-FFF2-40B4-BE49-F238E27FC236}">
                  <a16:creationId xmlns:a16="http://schemas.microsoft.com/office/drawing/2014/main" id="{D91F18BA-8B13-802A-48B0-348CBF5829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75903" y="2463723"/>
              <a:ext cx="4315791" cy="4312749"/>
            </a:xfrm>
            <a:custGeom>
              <a:avLst/>
              <a:gdLst>
                <a:gd name="connsiteX0" fmla="*/ 2987009 w 4315791"/>
                <a:gd name="connsiteY0" fmla="*/ 0 h 4312749"/>
                <a:gd name="connsiteX1" fmla="*/ 4136908 w 4315791"/>
                <a:gd name="connsiteY1" fmla="*/ 333995 h 4312749"/>
                <a:gd name="connsiteX2" fmla="*/ 4315791 w 4315791"/>
                <a:gd name="connsiteY2" fmla="*/ 445229 h 4312749"/>
                <a:gd name="connsiteX3" fmla="*/ 4315791 w 4315791"/>
                <a:gd name="connsiteY3" fmla="*/ 1079495 h 4312749"/>
                <a:gd name="connsiteX4" fmla="*/ 4206793 w 4315791"/>
                <a:gd name="connsiteY4" fmla="*/ 1000737 h 4312749"/>
                <a:gd name="connsiteX5" fmla="*/ 2987119 w 4315791"/>
                <a:gd name="connsiteY5" fmla="*/ 509571 h 4312749"/>
                <a:gd name="connsiteX6" fmla="*/ 1133184 w 4315791"/>
                <a:gd name="connsiteY6" fmla="*/ 1528405 h 4312749"/>
                <a:gd name="connsiteX7" fmla="*/ 935607 w 4315791"/>
                <a:gd name="connsiteY7" fmla="*/ 1789050 h 4312749"/>
                <a:gd name="connsiteX8" fmla="*/ 543498 w 4315791"/>
                <a:gd name="connsiteY8" fmla="*/ 2610233 h 4312749"/>
                <a:gd name="connsiteX9" fmla="*/ 780416 w 4315791"/>
                <a:gd name="connsiteY9" fmla="*/ 3494616 h 4312749"/>
                <a:gd name="connsiteX10" fmla="*/ 1433786 w 4315791"/>
                <a:gd name="connsiteY10" fmla="*/ 4254537 h 4312749"/>
                <a:gd name="connsiteX11" fmla="*/ 1513041 w 4315791"/>
                <a:gd name="connsiteY11" fmla="*/ 4312749 h 4312749"/>
                <a:gd name="connsiteX12" fmla="*/ 729636 w 4315791"/>
                <a:gd name="connsiteY12" fmla="*/ 4312749 h 4312749"/>
                <a:gd name="connsiteX13" fmla="*/ 638463 w 4315791"/>
                <a:gd name="connsiteY13" fmla="*/ 4216521 h 4312749"/>
                <a:gd name="connsiteX14" fmla="*/ 0 w 4315791"/>
                <a:gd name="connsiteY14" fmla="*/ 2610335 h 4312749"/>
                <a:gd name="connsiteX15" fmla="*/ 683474 w 4315791"/>
                <a:gd name="connsiteY15" fmla="*/ 1242376 h 4312749"/>
                <a:gd name="connsiteX16" fmla="*/ 2987009 w 4315791"/>
                <a:gd name="connsiteY16" fmla="*/ 0 h 4312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315791" h="4312749">
                  <a:moveTo>
                    <a:pt x="2987009" y="0"/>
                  </a:moveTo>
                  <a:cubicBezTo>
                    <a:pt x="3434423" y="0"/>
                    <a:pt x="3798884" y="137413"/>
                    <a:pt x="4136908" y="333995"/>
                  </a:cubicBezTo>
                  <a:lnTo>
                    <a:pt x="4315791" y="445229"/>
                  </a:lnTo>
                  <a:lnTo>
                    <a:pt x="4315791" y="1079495"/>
                  </a:lnTo>
                  <a:lnTo>
                    <a:pt x="4206793" y="1000737"/>
                  </a:lnTo>
                  <a:cubicBezTo>
                    <a:pt x="3781561" y="699607"/>
                    <a:pt x="3436718" y="509571"/>
                    <a:pt x="2987119" y="509571"/>
                  </a:cubicBezTo>
                  <a:cubicBezTo>
                    <a:pt x="2204204" y="509571"/>
                    <a:pt x="1649730" y="814251"/>
                    <a:pt x="1133184" y="1528405"/>
                  </a:cubicBezTo>
                  <a:cubicBezTo>
                    <a:pt x="1065585" y="1621878"/>
                    <a:pt x="999510" y="1706892"/>
                    <a:pt x="935607" y="1789050"/>
                  </a:cubicBezTo>
                  <a:cubicBezTo>
                    <a:pt x="670760" y="2129716"/>
                    <a:pt x="543498" y="2306877"/>
                    <a:pt x="543498" y="2610233"/>
                  </a:cubicBezTo>
                  <a:cubicBezTo>
                    <a:pt x="543498" y="2911449"/>
                    <a:pt x="623267" y="3208997"/>
                    <a:pt x="780416" y="3494616"/>
                  </a:cubicBezTo>
                  <a:cubicBezTo>
                    <a:pt x="934194" y="3774018"/>
                    <a:pt x="1154050" y="4029772"/>
                    <a:pt x="1433786" y="4254537"/>
                  </a:cubicBezTo>
                  <a:lnTo>
                    <a:pt x="1513041" y="4312749"/>
                  </a:lnTo>
                  <a:lnTo>
                    <a:pt x="729636" y="4312749"/>
                  </a:lnTo>
                  <a:lnTo>
                    <a:pt x="638463" y="4216521"/>
                  </a:lnTo>
                  <a:cubicBezTo>
                    <a:pt x="243716" y="3758034"/>
                    <a:pt x="0" y="3205314"/>
                    <a:pt x="0" y="2610335"/>
                  </a:cubicBezTo>
                  <a:cubicBezTo>
                    <a:pt x="0" y="2015344"/>
                    <a:pt x="351790" y="1700877"/>
                    <a:pt x="683474" y="1242376"/>
                  </a:cubicBezTo>
                  <a:cubicBezTo>
                    <a:pt x="1236211" y="478174"/>
                    <a:pt x="1925445" y="0"/>
                    <a:pt x="29870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 useBgFill="1">
          <p:nvSpPr>
            <p:cNvPr id="41" name="Freeform: Shape 40">
              <a:extLst>
                <a:ext uri="{FF2B5EF4-FFF2-40B4-BE49-F238E27FC236}">
                  <a16:creationId xmlns:a16="http://schemas.microsoft.com/office/drawing/2014/main" id="{0A657459-F884-9F4A-AFA3-4E48DA9040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77037" y="2411531"/>
              <a:ext cx="4314657" cy="4364939"/>
            </a:xfrm>
            <a:custGeom>
              <a:avLst/>
              <a:gdLst>
                <a:gd name="connsiteX0" fmla="*/ 3028307 w 4314657"/>
                <a:gd name="connsiteY0" fmla="*/ 21 h 4364939"/>
                <a:gd name="connsiteX1" fmla="*/ 3066670 w 4314657"/>
                <a:gd name="connsiteY1" fmla="*/ 836 h 4364939"/>
                <a:gd name="connsiteX2" fmla="*/ 3220125 w 4314657"/>
                <a:gd name="connsiteY2" fmla="*/ 9909 h 4364939"/>
                <a:gd name="connsiteX3" fmla="*/ 3816113 w 4314657"/>
                <a:gd name="connsiteY3" fmla="*/ 150272 h 4364939"/>
                <a:gd name="connsiteX4" fmla="*/ 4089981 w 4314657"/>
                <a:gd name="connsiteY4" fmla="*/ 272287 h 4364939"/>
                <a:gd name="connsiteX5" fmla="*/ 4314657 w 4314657"/>
                <a:gd name="connsiteY5" fmla="*/ 398926 h 4364939"/>
                <a:gd name="connsiteX6" fmla="*/ 4314657 w 4314657"/>
                <a:gd name="connsiteY6" fmla="*/ 911199 h 4364939"/>
                <a:gd name="connsiteX7" fmla="*/ 4310597 w 4314657"/>
                <a:gd name="connsiteY7" fmla="*/ 908154 h 4364939"/>
                <a:gd name="connsiteX8" fmla="*/ 4203223 w 4314657"/>
                <a:gd name="connsiteY8" fmla="*/ 829562 h 4364939"/>
                <a:gd name="connsiteX9" fmla="*/ 4095850 w 4314657"/>
                <a:gd name="connsiteY9" fmla="*/ 753520 h 4364939"/>
                <a:gd name="connsiteX10" fmla="*/ 3652987 w 4314657"/>
                <a:gd name="connsiteY10" fmla="*/ 494811 h 4364939"/>
                <a:gd name="connsiteX11" fmla="*/ 3173610 w 4314657"/>
                <a:gd name="connsiteY11" fmla="*/ 347209 h 4364939"/>
                <a:gd name="connsiteX12" fmla="*/ 3047760 w 4314657"/>
                <a:gd name="connsiteY12" fmla="*/ 332632 h 4364939"/>
                <a:gd name="connsiteX13" fmla="*/ 3016027 w 4314657"/>
                <a:gd name="connsiteY13" fmla="*/ 330186 h 4364939"/>
                <a:gd name="connsiteX14" fmla="*/ 2984184 w 4314657"/>
                <a:gd name="connsiteY14" fmla="*/ 328658 h 4364939"/>
                <a:gd name="connsiteX15" fmla="*/ 2952233 w 4314657"/>
                <a:gd name="connsiteY15" fmla="*/ 327332 h 4364939"/>
                <a:gd name="connsiteX16" fmla="*/ 2919085 w 4314657"/>
                <a:gd name="connsiteY16" fmla="*/ 327026 h 4364939"/>
                <a:gd name="connsiteX17" fmla="*/ 2852901 w 4314657"/>
                <a:gd name="connsiteY17" fmla="*/ 326720 h 4364939"/>
                <a:gd name="connsiteX18" fmla="*/ 2786826 w 4314657"/>
                <a:gd name="connsiteY18" fmla="*/ 328148 h 4364939"/>
                <a:gd name="connsiteX19" fmla="*/ 2720965 w 4314657"/>
                <a:gd name="connsiteY19" fmla="*/ 331409 h 4364939"/>
                <a:gd name="connsiteX20" fmla="*/ 2655325 w 4314657"/>
                <a:gd name="connsiteY20" fmla="*/ 336098 h 4364939"/>
                <a:gd name="connsiteX21" fmla="*/ 2524803 w 4314657"/>
                <a:gd name="connsiteY21" fmla="*/ 350573 h 4364939"/>
                <a:gd name="connsiteX22" fmla="*/ 2460139 w 4314657"/>
                <a:gd name="connsiteY22" fmla="*/ 360664 h 4364939"/>
                <a:gd name="connsiteX23" fmla="*/ 2396019 w 4314657"/>
                <a:gd name="connsiteY23" fmla="*/ 372693 h 4364939"/>
                <a:gd name="connsiteX24" fmla="*/ 2145843 w 4314657"/>
                <a:gd name="connsiteY24" fmla="*/ 440989 h 4364939"/>
                <a:gd name="connsiteX25" fmla="*/ 1698635 w 4314657"/>
                <a:gd name="connsiteY25" fmla="*/ 682676 h 4364939"/>
                <a:gd name="connsiteX26" fmla="*/ 1498450 w 4314657"/>
                <a:gd name="connsiteY26" fmla="*/ 835474 h 4364939"/>
                <a:gd name="connsiteX27" fmla="*/ 1307285 w 4314657"/>
                <a:gd name="connsiteY27" fmla="*/ 1001220 h 4364939"/>
                <a:gd name="connsiteX28" fmla="*/ 947780 w 4314657"/>
                <a:gd name="connsiteY28" fmla="*/ 1369612 h 4364939"/>
                <a:gd name="connsiteX29" fmla="*/ 905939 w 4314657"/>
                <a:gd name="connsiteY29" fmla="*/ 1419458 h 4364939"/>
                <a:gd name="connsiteX30" fmla="*/ 863228 w 4314657"/>
                <a:gd name="connsiteY30" fmla="*/ 1471545 h 4364939"/>
                <a:gd name="connsiteX31" fmla="*/ 774330 w 4314657"/>
                <a:gd name="connsiteY31" fmla="*/ 1577659 h 4364939"/>
                <a:gd name="connsiteX32" fmla="*/ 595554 w 4314657"/>
                <a:gd name="connsiteY32" fmla="*/ 1780916 h 4364939"/>
                <a:gd name="connsiteX33" fmla="*/ 430365 w 4314657"/>
                <a:gd name="connsiteY33" fmla="*/ 1982644 h 4364939"/>
                <a:gd name="connsiteX34" fmla="*/ 358855 w 4314657"/>
                <a:gd name="connsiteY34" fmla="*/ 2087025 h 4364939"/>
                <a:gd name="connsiteX35" fmla="*/ 296583 w 4314657"/>
                <a:gd name="connsiteY35" fmla="*/ 2194872 h 4364939"/>
                <a:gd name="connsiteX36" fmla="*/ 207358 w 4314657"/>
                <a:gd name="connsiteY36" fmla="*/ 2423918 h 4364939"/>
                <a:gd name="connsiteX37" fmla="*/ 177146 w 4314657"/>
                <a:gd name="connsiteY37" fmla="*/ 2668765 h 4364939"/>
                <a:gd name="connsiteX38" fmla="*/ 248763 w 4314657"/>
                <a:gd name="connsiteY38" fmla="*/ 3168854 h 4364939"/>
                <a:gd name="connsiteX39" fmla="*/ 445688 w 4314657"/>
                <a:gd name="connsiteY39" fmla="*/ 3637956 h 4364939"/>
                <a:gd name="connsiteX40" fmla="*/ 735859 w 4314657"/>
                <a:gd name="connsiteY40" fmla="*/ 4062310 h 4364939"/>
                <a:gd name="connsiteX41" fmla="*/ 910884 w 4314657"/>
                <a:gd name="connsiteY41" fmla="*/ 4254366 h 4364939"/>
                <a:gd name="connsiteX42" fmla="*/ 1030507 w 4314657"/>
                <a:gd name="connsiteY42" fmla="*/ 4364939 h 4364939"/>
                <a:gd name="connsiteX43" fmla="*/ 676755 w 4314657"/>
                <a:gd name="connsiteY43" fmla="*/ 4364939 h 4364939"/>
                <a:gd name="connsiteX44" fmla="*/ 538105 w 4314657"/>
                <a:gd name="connsiteY44" fmla="*/ 4202315 h 4364939"/>
                <a:gd name="connsiteX45" fmla="*/ 241592 w 4314657"/>
                <a:gd name="connsiteY45" fmla="*/ 3731226 h 4364939"/>
                <a:gd name="connsiteX46" fmla="*/ 60317 w 4314657"/>
                <a:gd name="connsiteY46" fmla="*/ 3211362 h 4364939"/>
                <a:gd name="connsiteX47" fmla="*/ 0 w 4314657"/>
                <a:gd name="connsiteY47" fmla="*/ 2668765 h 4364939"/>
                <a:gd name="connsiteX48" fmla="*/ 21736 w 4314657"/>
                <a:gd name="connsiteY48" fmla="*/ 2390280 h 4364939"/>
                <a:gd name="connsiteX49" fmla="*/ 27605 w 4314657"/>
                <a:gd name="connsiteY49" fmla="*/ 2355521 h 4364939"/>
                <a:gd name="connsiteX50" fmla="*/ 34669 w 4314657"/>
                <a:gd name="connsiteY50" fmla="*/ 2320862 h 4364939"/>
                <a:gd name="connsiteX51" fmla="*/ 50753 w 4314657"/>
                <a:gd name="connsiteY51" fmla="*/ 2251750 h 4364939"/>
                <a:gd name="connsiteX52" fmla="*/ 93899 w 4314657"/>
                <a:gd name="connsiteY52" fmla="*/ 2116179 h 4364939"/>
                <a:gd name="connsiteX53" fmla="*/ 150194 w 4314657"/>
                <a:gd name="connsiteY53" fmla="*/ 1985498 h 4364939"/>
                <a:gd name="connsiteX54" fmla="*/ 216486 w 4314657"/>
                <a:gd name="connsiteY54" fmla="*/ 1860628 h 4364939"/>
                <a:gd name="connsiteX55" fmla="*/ 363527 w 4314657"/>
                <a:gd name="connsiteY55" fmla="*/ 1625058 h 4364939"/>
                <a:gd name="connsiteX56" fmla="*/ 514155 w 4314657"/>
                <a:gd name="connsiteY56" fmla="*/ 1402231 h 4364939"/>
                <a:gd name="connsiteX57" fmla="*/ 586861 w 4314657"/>
                <a:gd name="connsiteY57" fmla="*/ 1293160 h 4364939"/>
                <a:gd name="connsiteX58" fmla="*/ 623702 w 4314657"/>
                <a:gd name="connsiteY58" fmla="*/ 1236892 h 4364939"/>
                <a:gd name="connsiteX59" fmla="*/ 662283 w 4314657"/>
                <a:gd name="connsiteY59" fmla="*/ 1178892 h 4364939"/>
                <a:gd name="connsiteX60" fmla="*/ 827364 w 4314657"/>
                <a:gd name="connsiteY60" fmla="*/ 951170 h 4364939"/>
                <a:gd name="connsiteX61" fmla="*/ 1016355 w 4314657"/>
                <a:gd name="connsiteY61" fmla="*/ 736089 h 4364939"/>
                <a:gd name="connsiteX62" fmla="*/ 1482474 w 4314657"/>
                <a:gd name="connsiteY62" fmla="*/ 378707 h 4364939"/>
                <a:gd name="connsiteX63" fmla="*/ 2035644 w 4314657"/>
                <a:gd name="connsiteY63" fmla="*/ 149151 h 4364939"/>
                <a:gd name="connsiteX64" fmla="*/ 2324619 w 4314657"/>
                <a:gd name="connsiteY64" fmla="*/ 72802 h 4364939"/>
                <a:gd name="connsiteX65" fmla="*/ 2618809 w 4314657"/>
                <a:gd name="connsiteY65" fmla="*/ 24078 h 4364939"/>
                <a:gd name="connsiteX66" fmla="*/ 2914849 w 4314657"/>
                <a:gd name="connsiteY66" fmla="*/ 1957 h 4364939"/>
                <a:gd name="connsiteX67" fmla="*/ 2951907 w 4314657"/>
                <a:gd name="connsiteY67" fmla="*/ 633 h 4364939"/>
                <a:gd name="connsiteX68" fmla="*/ 2990052 w 4314657"/>
                <a:gd name="connsiteY68" fmla="*/ 224 h 4364939"/>
                <a:gd name="connsiteX69" fmla="*/ 3028307 w 4314657"/>
                <a:gd name="connsiteY69" fmla="*/ 21 h 4364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314657" h="4364939">
                  <a:moveTo>
                    <a:pt x="3028307" y="21"/>
                  </a:moveTo>
                  <a:lnTo>
                    <a:pt x="3066670" y="836"/>
                  </a:lnTo>
                  <a:cubicBezTo>
                    <a:pt x="3117749" y="1856"/>
                    <a:pt x="3168937" y="5320"/>
                    <a:pt x="3220125" y="9909"/>
                  </a:cubicBezTo>
                  <a:cubicBezTo>
                    <a:pt x="3424763" y="29073"/>
                    <a:pt x="3627448" y="77898"/>
                    <a:pt x="3816113" y="150272"/>
                  </a:cubicBezTo>
                  <a:cubicBezTo>
                    <a:pt x="3910880" y="185950"/>
                    <a:pt x="4001951" y="227538"/>
                    <a:pt x="4089981" y="272287"/>
                  </a:cubicBezTo>
                  <a:lnTo>
                    <a:pt x="4314657" y="398926"/>
                  </a:lnTo>
                  <a:lnTo>
                    <a:pt x="4314657" y="911199"/>
                  </a:lnTo>
                  <a:lnTo>
                    <a:pt x="4310597" y="908154"/>
                  </a:lnTo>
                  <a:cubicBezTo>
                    <a:pt x="4274842" y="881549"/>
                    <a:pt x="4239087" y="855352"/>
                    <a:pt x="4203223" y="829562"/>
                  </a:cubicBezTo>
                  <a:cubicBezTo>
                    <a:pt x="4167576" y="803773"/>
                    <a:pt x="4131821" y="778086"/>
                    <a:pt x="4095850" y="753520"/>
                  </a:cubicBezTo>
                  <a:cubicBezTo>
                    <a:pt x="3951852" y="654949"/>
                    <a:pt x="3806115" y="565043"/>
                    <a:pt x="3652987" y="494811"/>
                  </a:cubicBezTo>
                  <a:cubicBezTo>
                    <a:pt x="3500404" y="423761"/>
                    <a:pt x="3340213" y="373101"/>
                    <a:pt x="3173610" y="347209"/>
                  </a:cubicBezTo>
                  <a:cubicBezTo>
                    <a:pt x="3131987" y="341093"/>
                    <a:pt x="3090036" y="335792"/>
                    <a:pt x="3047760" y="332632"/>
                  </a:cubicBezTo>
                  <a:lnTo>
                    <a:pt x="3016027" y="330186"/>
                  </a:lnTo>
                  <a:cubicBezTo>
                    <a:pt x="3005485" y="329472"/>
                    <a:pt x="2994834" y="329168"/>
                    <a:pt x="2984184" y="328658"/>
                  </a:cubicBezTo>
                  <a:cubicBezTo>
                    <a:pt x="2973533" y="328249"/>
                    <a:pt x="2962992" y="327638"/>
                    <a:pt x="2952233" y="327332"/>
                  </a:cubicBezTo>
                  <a:lnTo>
                    <a:pt x="2919085" y="327026"/>
                  </a:lnTo>
                  <a:cubicBezTo>
                    <a:pt x="2897025" y="326925"/>
                    <a:pt x="2874854" y="326212"/>
                    <a:pt x="2852901" y="326720"/>
                  </a:cubicBezTo>
                  <a:lnTo>
                    <a:pt x="2786826" y="328148"/>
                  </a:lnTo>
                  <a:cubicBezTo>
                    <a:pt x="2764763" y="328759"/>
                    <a:pt x="2742919" y="330391"/>
                    <a:pt x="2720965" y="331409"/>
                  </a:cubicBezTo>
                  <a:cubicBezTo>
                    <a:pt x="2699013" y="332326"/>
                    <a:pt x="2677170" y="334162"/>
                    <a:pt x="2655325" y="336098"/>
                  </a:cubicBezTo>
                  <a:cubicBezTo>
                    <a:pt x="2611528" y="339463"/>
                    <a:pt x="2568165" y="345170"/>
                    <a:pt x="2524803" y="350573"/>
                  </a:cubicBezTo>
                  <a:lnTo>
                    <a:pt x="2460139" y="360664"/>
                  </a:lnTo>
                  <a:cubicBezTo>
                    <a:pt x="2438622" y="364130"/>
                    <a:pt x="2417430" y="368717"/>
                    <a:pt x="2396019" y="372693"/>
                  </a:cubicBezTo>
                  <a:cubicBezTo>
                    <a:pt x="2310709" y="389513"/>
                    <a:pt x="2226809" y="411836"/>
                    <a:pt x="2145843" y="440989"/>
                  </a:cubicBezTo>
                  <a:cubicBezTo>
                    <a:pt x="1983479" y="499295"/>
                    <a:pt x="1835678" y="585838"/>
                    <a:pt x="1698635" y="682676"/>
                  </a:cubicBezTo>
                  <a:cubicBezTo>
                    <a:pt x="1629841" y="730992"/>
                    <a:pt x="1563549" y="782367"/>
                    <a:pt x="1498450" y="835474"/>
                  </a:cubicBezTo>
                  <a:cubicBezTo>
                    <a:pt x="1433352" y="888583"/>
                    <a:pt x="1369775" y="943932"/>
                    <a:pt x="1307285" y="1001220"/>
                  </a:cubicBezTo>
                  <a:cubicBezTo>
                    <a:pt x="1182958" y="1116304"/>
                    <a:pt x="1060588" y="1237708"/>
                    <a:pt x="947780" y="1369612"/>
                  </a:cubicBezTo>
                  <a:cubicBezTo>
                    <a:pt x="933325" y="1385818"/>
                    <a:pt x="919958" y="1402841"/>
                    <a:pt x="905939" y="1419458"/>
                  </a:cubicBezTo>
                  <a:lnTo>
                    <a:pt x="863228" y="1471545"/>
                  </a:lnTo>
                  <a:cubicBezTo>
                    <a:pt x="833776" y="1507529"/>
                    <a:pt x="804215" y="1543001"/>
                    <a:pt x="774330" y="1577659"/>
                  </a:cubicBezTo>
                  <a:cubicBezTo>
                    <a:pt x="714665" y="1647178"/>
                    <a:pt x="653806" y="1714046"/>
                    <a:pt x="595554" y="1780916"/>
                  </a:cubicBezTo>
                  <a:cubicBezTo>
                    <a:pt x="537303" y="1847683"/>
                    <a:pt x="481009" y="1914144"/>
                    <a:pt x="430365" y="1982644"/>
                  </a:cubicBezTo>
                  <a:cubicBezTo>
                    <a:pt x="405369" y="2016995"/>
                    <a:pt x="381351" y="2051756"/>
                    <a:pt x="358855" y="2087025"/>
                  </a:cubicBezTo>
                  <a:cubicBezTo>
                    <a:pt x="336685" y="2122396"/>
                    <a:pt x="315601" y="2158277"/>
                    <a:pt x="296583" y="2194872"/>
                  </a:cubicBezTo>
                  <a:cubicBezTo>
                    <a:pt x="258980" y="2268161"/>
                    <a:pt x="227572" y="2344307"/>
                    <a:pt x="207358" y="2423918"/>
                  </a:cubicBezTo>
                  <a:cubicBezTo>
                    <a:pt x="186817" y="2503426"/>
                    <a:pt x="178124" y="2585790"/>
                    <a:pt x="177146" y="2668765"/>
                  </a:cubicBezTo>
                  <a:cubicBezTo>
                    <a:pt x="177037" y="2837670"/>
                    <a:pt x="201490" y="3006472"/>
                    <a:pt x="248763" y="3168854"/>
                  </a:cubicBezTo>
                  <a:cubicBezTo>
                    <a:pt x="295931" y="3331644"/>
                    <a:pt x="363962" y="3488316"/>
                    <a:pt x="445688" y="3637956"/>
                  </a:cubicBezTo>
                  <a:cubicBezTo>
                    <a:pt x="527413" y="3787697"/>
                    <a:pt x="625115" y="3929794"/>
                    <a:pt x="735859" y="4062310"/>
                  </a:cubicBezTo>
                  <a:cubicBezTo>
                    <a:pt x="791121" y="4128668"/>
                    <a:pt x="849589" y="4192733"/>
                    <a:pt x="910884" y="4254366"/>
                  </a:cubicBezTo>
                  <a:lnTo>
                    <a:pt x="1030507" y="4364939"/>
                  </a:lnTo>
                  <a:lnTo>
                    <a:pt x="676755" y="4364939"/>
                  </a:lnTo>
                  <a:lnTo>
                    <a:pt x="538105" y="4202315"/>
                  </a:lnTo>
                  <a:cubicBezTo>
                    <a:pt x="423518" y="4054791"/>
                    <a:pt x="323372" y="3897379"/>
                    <a:pt x="241592" y="3731226"/>
                  </a:cubicBezTo>
                  <a:cubicBezTo>
                    <a:pt x="160193" y="3565073"/>
                    <a:pt x="99768" y="3389950"/>
                    <a:pt x="60317" y="3211362"/>
                  </a:cubicBezTo>
                  <a:cubicBezTo>
                    <a:pt x="20759" y="3032669"/>
                    <a:pt x="435" y="2850716"/>
                    <a:pt x="0" y="2668765"/>
                  </a:cubicBezTo>
                  <a:cubicBezTo>
                    <a:pt x="0" y="2576309"/>
                    <a:pt x="6413" y="2483039"/>
                    <a:pt x="21736" y="2390280"/>
                  </a:cubicBezTo>
                  <a:lnTo>
                    <a:pt x="27605" y="2355521"/>
                  </a:lnTo>
                  <a:lnTo>
                    <a:pt x="34669" y="2320862"/>
                  </a:lnTo>
                  <a:cubicBezTo>
                    <a:pt x="39343" y="2297723"/>
                    <a:pt x="45102" y="2274686"/>
                    <a:pt x="50753" y="2251750"/>
                  </a:cubicBezTo>
                  <a:cubicBezTo>
                    <a:pt x="62708" y="2205881"/>
                    <a:pt x="77379" y="2160723"/>
                    <a:pt x="93899" y="2116179"/>
                  </a:cubicBezTo>
                  <a:cubicBezTo>
                    <a:pt x="110744" y="2071734"/>
                    <a:pt x="129762" y="2028209"/>
                    <a:pt x="150194" y="1985498"/>
                  </a:cubicBezTo>
                  <a:cubicBezTo>
                    <a:pt x="170734" y="1942890"/>
                    <a:pt x="193229" y="1901402"/>
                    <a:pt x="216486" y="1860628"/>
                  </a:cubicBezTo>
                  <a:cubicBezTo>
                    <a:pt x="263109" y="1779183"/>
                    <a:pt x="312993" y="1701000"/>
                    <a:pt x="363527" y="1625058"/>
                  </a:cubicBezTo>
                  <a:lnTo>
                    <a:pt x="514155" y="1402231"/>
                  </a:lnTo>
                  <a:cubicBezTo>
                    <a:pt x="538825" y="1365636"/>
                    <a:pt x="563277" y="1329551"/>
                    <a:pt x="586861" y="1293160"/>
                  </a:cubicBezTo>
                  <a:lnTo>
                    <a:pt x="623702" y="1236892"/>
                  </a:lnTo>
                  <a:cubicBezTo>
                    <a:pt x="636526" y="1217525"/>
                    <a:pt x="649025" y="1198055"/>
                    <a:pt x="662283" y="1178892"/>
                  </a:cubicBezTo>
                  <a:cubicBezTo>
                    <a:pt x="713905" y="1101523"/>
                    <a:pt x="769222" y="1025786"/>
                    <a:pt x="827364" y="951170"/>
                  </a:cubicBezTo>
                  <a:cubicBezTo>
                    <a:pt x="885834" y="876861"/>
                    <a:pt x="947997" y="804283"/>
                    <a:pt x="1016355" y="736089"/>
                  </a:cubicBezTo>
                  <a:cubicBezTo>
                    <a:pt x="1152311" y="599497"/>
                    <a:pt x="1308047" y="476054"/>
                    <a:pt x="1482474" y="378707"/>
                  </a:cubicBezTo>
                  <a:cubicBezTo>
                    <a:pt x="1656793" y="281156"/>
                    <a:pt x="1845132" y="207966"/>
                    <a:pt x="2035644" y="149151"/>
                  </a:cubicBezTo>
                  <a:cubicBezTo>
                    <a:pt x="2131063" y="119997"/>
                    <a:pt x="2227460" y="94412"/>
                    <a:pt x="2324619" y="72802"/>
                  </a:cubicBezTo>
                  <a:cubicBezTo>
                    <a:pt x="2421885" y="51396"/>
                    <a:pt x="2520239" y="35291"/>
                    <a:pt x="2618809" y="24078"/>
                  </a:cubicBezTo>
                  <a:cubicBezTo>
                    <a:pt x="2717272" y="12252"/>
                    <a:pt x="2816168" y="4914"/>
                    <a:pt x="2914849" y="1957"/>
                  </a:cubicBezTo>
                  <a:lnTo>
                    <a:pt x="2951907" y="633"/>
                  </a:lnTo>
                  <a:lnTo>
                    <a:pt x="2990052" y="224"/>
                  </a:lnTo>
                  <a:cubicBezTo>
                    <a:pt x="3002768" y="224"/>
                    <a:pt x="3015592" y="-81"/>
                    <a:pt x="3028307" y="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 useBgFill="1">
          <p:nvSpPr>
            <p:cNvPr id="42" name="Freeform: Shape 41">
              <a:extLst>
                <a:ext uri="{FF2B5EF4-FFF2-40B4-BE49-F238E27FC236}">
                  <a16:creationId xmlns:a16="http://schemas.microsoft.com/office/drawing/2014/main" id="{A144E082-C852-219A-E566-4CDDFEC4D7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55526" y="2145638"/>
              <a:ext cx="4336168" cy="4630833"/>
            </a:xfrm>
            <a:custGeom>
              <a:avLst/>
              <a:gdLst>
                <a:gd name="connsiteX0" fmla="*/ 3053738 w 4336168"/>
                <a:gd name="connsiteY0" fmla="*/ 111 h 4630833"/>
                <a:gd name="connsiteX1" fmla="*/ 3093948 w 4336168"/>
                <a:gd name="connsiteY1" fmla="*/ 316 h 4630833"/>
                <a:gd name="connsiteX2" fmla="*/ 3134268 w 4336168"/>
                <a:gd name="connsiteY2" fmla="*/ 1743 h 4630833"/>
                <a:gd name="connsiteX3" fmla="*/ 3295438 w 4336168"/>
                <a:gd name="connsiteY3" fmla="*/ 13058 h 4630833"/>
                <a:gd name="connsiteX4" fmla="*/ 3918813 w 4336168"/>
                <a:gd name="connsiteY4" fmla="*/ 169935 h 4630833"/>
                <a:gd name="connsiteX5" fmla="*/ 4203331 w 4336168"/>
                <a:gd name="connsiteY5" fmla="*/ 305405 h 4630833"/>
                <a:gd name="connsiteX6" fmla="*/ 4336168 w 4336168"/>
                <a:gd name="connsiteY6" fmla="*/ 386579 h 4630833"/>
                <a:gd name="connsiteX7" fmla="*/ 4336168 w 4336168"/>
                <a:gd name="connsiteY7" fmla="*/ 772673 h 4630833"/>
                <a:gd name="connsiteX8" fmla="*/ 4270820 w 4336168"/>
                <a:gd name="connsiteY8" fmla="*/ 728127 h 4630833"/>
                <a:gd name="connsiteX9" fmla="*/ 4030208 w 4336168"/>
                <a:gd name="connsiteY9" fmla="*/ 587253 h 4630833"/>
                <a:gd name="connsiteX10" fmla="*/ 3781010 w 4336168"/>
                <a:gd name="connsiteY10" fmla="*/ 471455 h 4630833"/>
                <a:gd name="connsiteX11" fmla="*/ 3254466 w 4336168"/>
                <a:gd name="connsiteY11" fmla="*/ 338024 h 4630833"/>
                <a:gd name="connsiteX12" fmla="*/ 3117966 w 4336168"/>
                <a:gd name="connsiteY12" fmla="*/ 326812 h 4630833"/>
                <a:gd name="connsiteX13" fmla="*/ 3083625 w 4336168"/>
                <a:gd name="connsiteY13" fmla="*/ 325179 h 4630833"/>
                <a:gd name="connsiteX14" fmla="*/ 3049173 w 4336168"/>
                <a:gd name="connsiteY14" fmla="*/ 324366 h 4630833"/>
                <a:gd name="connsiteX15" fmla="*/ 2978858 w 4336168"/>
                <a:gd name="connsiteY15" fmla="*/ 323855 h 4630833"/>
                <a:gd name="connsiteX16" fmla="*/ 2695862 w 4336168"/>
                <a:gd name="connsiteY16" fmla="*/ 335373 h 4630833"/>
                <a:gd name="connsiteX17" fmla="*/ 2417972 w 4336168"/>
                <a:gd name="connsiteY17" fmla="*/ 372070 h 4630833"/>
                <a:gd name="connsiteX18" fmla="*/ 2148451 w 4336168"/>
                <a:gd name="connsiteY18" fmla="*/ 437613 h 4630833"/>
                <a:gd name="connsiteX19" fmla="*/ 1889690 w 4336168"/>
                <a:gd name="connsiteY19" fmla="*/ 532515 h 4630833"/>
                <a:gd name="connsiteX20" fmla="*/ 1644512 w 4336168"/>
                <a:gd name="connsiteY20" fmla="*/ 658098 h 4630833"/>
                <a:gd name="connsiteX21" fmla="*/ 1200999 w 4336168"/>
                <a:gd name="connsiteY21" fmla="*/ 992137 h 4630833"/>
                <a:gd name="connsiteX22" fmla="*/ 1003531 w 4336168"/>
                <a:gd name="connsiteY22" fmla="*/ 1192234 h 4630833"/>
                <a:gd name="connsiteX23" fmla="*/ 910394 w 4336168"/>
                <a:gd name="connsiteY23" fmla="*/ 1298347 h 4630833"/>
                <a:gd name="connsiteX24" fmla="*/ 821278 w 4336168"/>
                <a:gd name="connsiteY24" fmla="*/ 1408233 h 4630833"/>
                <a:gd name="connsiteX25" fmla="*/ 732162 w 4336168"/>
                <a:gd name="connsiteY25" fmla="*/ 1521993 h 4630833"/>
                <a:gd name="connsiteX26" fmla="*/ 640548 w 4336168"/>
                <a:gd name="connsiteY26" fmla="*/ 1634323 h 4630833"/>
                <a:gd name="connsiteX27" fmla="*/ 457317 w 4336168"/>
                <a:gd name="connsiteY27" fmla="*/ 1855930 h 4630833"/>
                <a:gd name="connsiteX28" fmla="*/ 369288 w 4336168"/>
                <a:gd name="connsiteY28" fmla="*/ 1967955 h 4630833"/>
                <a:gd name="connsiteX29" fmla="*/ 287128 w 4336168"/>
                <a:gd name="connsiteY29" fmla="*/ 2083243 h 4630833"/>
                <a:gd name="connsiteX30" fmla="*/ 212683 w 4336168"/>
                <a:gd name="connsiteY30" fmla="*/ 2202607 h 4630833"/>
                <a:gd name="connsiteX31" fmla="*/ 179101 w 4336168"/>
                <a:gd name="connsiteY31" fmla="*/ 2264177 h 4630833"/>
                <a:gd name="connsiteX32" fmla="*/ 148890 w 4336168"/>
                <a:gd name="connsiteY32" fmla="*/ 2327172 h 4630833"/>
                <a:gd name="connsiteX33" fmla="*/ 61295 w 4336168"/>
                <a:gd name="connsiteY33" fmla="*/ 2590672 h 4630833"/>
                <a:gd name="connsiteX34" fmla="*/ 32604 w 4336168"/>
                <a:gd name="connsiteY34" fmla="*/ 2866202 h 4630833"/>
                <a:gd name="connsiteX35" fmla="*/ 100853 w 4336168"/>
                <a:gd name="connsiteY35" fmla="*/ 3418074 h 4630833"/>
                <a:gd name="connsiteX36" fmla="*/ 184971 w 4336168"/>
                <a:gd name="connsiteY36" fmla="*/ 3684428 h 4630833"/>
                <a:gd name="connsiteX37" fmla="*/ 210836 w 4336168"/>
                <a:gd name="connsiteY37" fmla="*/ 3749462 h 4630833"/>
                <a:gd name="connsiteX38" fmla="*/ 238440 w 4336168"/>
                <a:gd name="connsiteY38" fmla="*/ 3813783 h 4630833"/>
                <a:gd name="connsiteX39" fmla="*/ 252894 w 4336168"/>
                <a:gd name="connsiteY39" fmla="*/ 3845688 h 4630833"/>
                <a:gd name="connsiteX40" fmla="*/ 268109 w 4336168"/>
                <a:gd name="connsiteY40" fmla="*/ 3877287 h 4630833"/>
                <a:gd name="connsiteX41" fmla="*/ 299409 w 4336168"/>
                <a:gd name="connsiteY41" fmla="*/ 3939978 h 4630833"/>
                <a:gd name="connsiteX42" fmla="*/ 440689 w 4336168"/>
                <a:gd name="connsiteY42" fmla="*/ 4182378 h 4630833"/>
                <a:gd name="connsiteX43" fmla="*/ 606640 w 4336168"/>
                <a:gd name="connsiteY43" fmla="*/ 4409488 h 4630833"/>
                <a:gd name="connsiteX44" fmla="*/ 792425 w 4336168"/>
                <a:gd name="connsiteY44" fmla="*/ 4621205 h 4630833"/>
                <a:gd name="connsiteX45" fmla="*/ 802442 w 4336168"/>
                <a:gd name="connsiteY45" fmla="*/ 4630833 h 4630833"/>
                <a:gd name="connsiteX46" fmla="*/ 592561 w 4336168"/>
                <a:gd name="connsiteY46" fmla="*/ 4630833 h 4630833"/>
                <a:gd name="connsiteX47" fmla="*/ 489377 w 4336168"/>
                <a:gd name="connsiteY47" fmla="*/ 4483185 h 4630833"/>
                <a:gd name="connsiteX48" fmla="*/ 344944 w 4336168"/>
                <a:gd name="connsiteY48" fmla="*/ 4231611 h 4630833"/>
                <a:gd name="connsiteX49" fmla="*/ 224311 w 4336168"/>
                <a:gd name="connsiteY49" fmla="*/ 3970456 h 4630833"/>
                <a:gd name="connsiteX50" fmla="*/ 0 w 4336168"/>
                <a:gd name="connsiteY50" fmla="*/ 2866202 h 4630833"/>
                <a:gd name="connsiteX51" fmla="*/ 25105 w 4336168"/>
                <a:gd name="connsiteY51" fmla="*/ 2584351 h 4630833"/>
                <a:gd name="connsiteX52" fmla="*/ 105200 w 4336168"/>
                <a:gd name="connsiteY52" fmla="*/ 2310863 h 4630833"/>
                <a:gd name="connsiteX53" fmla="*/ 232245 w 4336168"/>
                <a:gd name="connsiteY53" fmla="*/ 2053172 h 4630833"/>
                <a:gd name="connsiteX54" fmla="*/ 307667 w 4336168"/>
                <a:gd name="connsiteY54" fmla="*/ 1930341 h 4630833"/>
                <a:gd name="connsiteX55" fmla="*/ 386893 w 4336168"/>
                <a:gd name="connsiteY55" fmla="*/ 1810161 h 4630833"/>
                <a:gd name="connsiteX56" fmla="*/ 548823 w 4336168"/>
                <a:gd name="connsiteY56" fmla="*/ 1573876 h 4630833"/>
                <a:gd name="connsiteX57" fmla="*/ 626419 w 4336168"/>
                <a:gd name="connsiteY57" fmla="*/ 1455224 h 4630833"/>
                <a:gd name="connsiteX58" fmla="*/ 701081 w 4336168"/>
                <a:gd name="connsiteY58" fmla="*/ 1334534 h 4630833"/>
                <a:gd name="connsiteX59" fmla="*/ 861162 w 4336168"/>
                <a:gd name="connsiteY59" fmla="*/ 1091320 h 4630833"/>
                <a:gd name="connsiteX60" fmla="*/ 1042329 w 4336168"/>
                <a:gd name="connsiteY60" fmla="*/ 858093 h 4630833"/>
                <a:gd name="connsiteX61" fmla="*/ 1487799 w 4336168"/>
                <a:gd name="connsiteY61" fmla="*/ 446686 h 4630833"/>
                <a:gd name="connsiteX62" fmla="*/ 1754060 w 4336168"/>
                <a:gd name="connsiteY62" fmla="*/ 283388 h 4630833"/>
                <a:gd name="connsiteX63" fmla="*/ 2044121 w 4336168"/>
                <a:gd name="connsiteY63" fmla="*/ 157906 h 4630833"/>
                <a:gd name="connsiteX64" fmla="*/ 2349287 w 4336168"/>
                <a:gd name="connsiteY64" fmla="*/ 71364 h 4630833"/>
                <a:gd name="connsiteX65" fmla="*/ 2661411 w 4336168"/>
                <a:gd name="connsiteY65" fmla="*/ 21213 h 4630833"/>
                <a:gd name="connsiteX66" fmla="*/ 2818124 w 4336168"/>
                <a:gd name="connsiteY66" fmla="*/ 7146 h 4630833"/>
                <a:gd name="connsiteX67" fmla="*/ 2974728 w 4336168"/>
                <a:gd name="connsiteY67" fmla="*/ 1029 h 4630833"/>
                <a:gd name="connsiteX68" fmla="*/ 3053738 w 4336168"/>
                <a:gd name="connsiteY68" fmla="*/ 111 h 463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</a:cxnLst>
              <a:rect l="l" t="t" r="r" b="b"/>
              <a:pathLst>
                <a:path w="4336168" h="4630833">
                  <a:moveTo>
                    <a:pt x="3053738" y="111"/>
                  </a:moveTo>
                  <a:lnTo>
                    <a:pt x="3093948" y="316"/>
                  </a:lnTo>
                  <a:lnTo>
                    <a:pt x="3134268" y="1743"/>
                  </a:lnTo>
                  <a:cubicBezTo>
                    <a:pt x="3187955" y="3475"/>
                    <a:pt x="3241749" y="7756"/>
                    <a:pt x="3295438" y="13058"/>
                  </a:cubicBezTo>
                  <a:cubicBezTo>
                    <a:pt x="3510076" y="35585"/>
                    <a:pt x="3722324" y="89406"/>
                    <a:pt x="3918813" y="169935"/>
                  </a:cubicBezTo>
                  <a:cubicBezTo>
                    <a:pt x="4017384" y="209689"/>
                    <a:pt x="4111933" y="255763"/>
                    <a:pt x="4203331" y="305405"/>
                  </a:cubicBezTo>
                  <a:lnTo>
                    <a:pt x="4336168" y="386579"/>
                  </a:lnTo>
                  <a:lnTo>
                    <a:pt x="4336168" y="772673"/>
                  </a:lnTo>
                  <a:lnTo>
                    <a:pt x="4270820" y="728127"/>
                  </a:lnTo>
                  <a:cubicBezTo>
                    <a:pt x="4191920" y="677771"/>
                    <a:pt x="4111825" y="630168"/>
                    <a:pt x="4030208" y="587253"/>
                  </a:cubicBezTo>
                  <a:cubicBezTo>
                    <a:pt x="3948699" y="544136"/>
                    <a:pt x="3865886" y="504687"/>
                    <a:pt x="3781010" y="471455"/>
                  </a:cubicBezTo>
                  <a:cubicBezTo>
                    <a:pt x="3611688" y="404384"/>
                    <a:pt x="3435522" y="358818"/>
                    <a:pt x="3254466" y="338024"/>
                  </a:cubicBezTo>
                  <a:cubicBezTo>
                    <a:pt x="3209255" y="333029"/>
                    <a:pt x="3163720" y="328748"/>
                    <a:pt x="3117966" y="326812"/>
                  </a:cubicBezTo>
                  <a:lnTo>
                    <a:pt x="3083625" y="325179"/>
                  </a:lnTo>
                  <a:lnTo>
                    <a:pt x="3049173" y="324366"/>
                  </a:lnTo>
                  <a:cubicBezTo>
                    <a:pt x="3026568" y="323447"/>
                    <a:pt x="3002550" y="323855"/>
                    <a:pt x="2978858" y="323855"/>
                  </a:cubicBezTo>
                  <a:cubicBezTo>
                    <a:pt x="2883983" y="323956"/>
                    <a:pt x="2789434" y="327423"/>
                    <a:pt x="2695862" y="335373"/>
                  </a:cubicBezTo>
                  <a:cubicBezTo>
                    <a:pt x="2602290" y="343223"/>
                    <a:pt x="2509371" y="354945"/>
                    <a:pt x="2417972" y="372070"/>
                  </a:cubicBezTo>
                  <a:cubicBezTo>
                    <a:pt x="2326683" y="389500"/>
                    <a:pt x="2236697" y="411009"/>
                    <a:pt x="2148451" y="437613"/>
                  </a:cubicBezTo>
                  <a:cubicBezTo>
                    <a:pt x="2060204" y="464116"/>
                    <a:pt x="1973588" y="495411"/>
                    <a:pt x="1889690" y="532515"/>
                  </a:cubicBezTo>
                  <a:cubicBezTo>
                    <a:pt x="1805247" y="568599"/>
                    <a:pt x="1723848" y="611411"/>
                    <a:pt x="1644512" y="658098"/>
                  </a:cubicBezTo>
                  <a:cubicBezTo>
                    <a:pt x="1486169" y="751979"/>
                    <a:pt x="1338149" y="865229"/>
                    <a:pt x="1200999" y="992137"/>
                  </a:cubicBezTo>
                  <a:cubicBezTo>
                    <a:pt x="1132531" y="1055744"/>
                    <a:pt x="1066782" y="1122715"/>
                    <a:pt x="1003531" y="1192234"/>
                  </a:cubicBezTo>
                  <a:cubicBezTo>
                    <a:pt x="971688" y="1226790"/>
                    <a:pt x="941150" y="1262568"/>
                    <a:pt x="910394" y="1298347"/>
                  </a:cubicBezTo>
                  <a:cubicBezTo>
                    <a:pt x="880507" y="1334738"/>
                    <a:pt x="850187" y="1370925"/>
                    <a:pt x="821278" y="1408233"/>
                  </a:cubicBezTo>
                  <a:cubicBezTo>
                    <a:pt x="792152" y="1444624"/>
                    <a:pt x="762266" y="1484480"/>
                    <a:pt x="732162" y="1521993"/>
                  </a:cubicBezTo>
                  <a:cubicBezTo>
                    <a:pt x="701950" y="1559810"/>
                    <a:pt x="671302" y="1597219"/>
                    <a:pt x="640548" y="1634323"/>
                  </a:cubicBezTo>
                  <a:cubicBezTo>
                    <a:pt x="579362" y="1708838"/>
                    <a:pt x="516980" y="1781618"/>
                    <a:pt x="457317" y="1855930"/>
                  </a:cubicBezTo>
                  <a:cubicBezTo>
                    <a:pt x="427540" y="1893033"/>
                    <a:pt x="397870" y="1930239"/>
                    <a:pt x="369288" y="1967955"/>
                  </a:cubicBezTo>
                  <a:cubicBezTo>
                    <a:pt x="341141" y="2005976"/>
                    <a:pt x="313211" y="2044100"/>
                    <a:pt x="287128" y="2083243"/>
                  </a:cubicBezTo>
                  <a:cubicBezTo>
                    <a:pt x="260936" y="2122284"/>
                    <a:pt x="235506" y="2161835"/>
                    <a:pt x="212683" y="2202607"/>
                  </a:cubicBezTo>
                  <a:cubicBezTo>
                    <a:pt x="200728" y="2222791"/>
                    <a:pt x="190187" y="2243586"/>
                    <a:pt x="179101" y="2264177"/>
                  </a:cubicBezTo>
                  <a:cubicBezTo>
                    <a:pt x="168886" y="2285072"/>
                    <a:pt x="158127" y="2305867"/>
                    <a:pt x="148890" y="2327172"/>
                  </a:cubicBezTo>
                  <a:cubicBezTo>
                    <a:pt x="109982" y="2411777"/>
                    <a:pt x="81183" y="2500256"/>
                    <a:pt x="61295" y="2590672"/>
                  </a:cubicBezTo>
                  <a:cubicBezTo>
                    <a:pt x="42386" y="2681292"/>
                    <a:pt x="33147" y="2773643"/>
                    <a:pt x="32604" y="2866202"/>
                  </a:cubicBezTo>
                  <a:cubicBezTo>
                    <a:pt x="32495" y="3051925"/>
                    <a:pt x="55643" y="3237650"/>
                    <a:pt x="100853" y="3418074"/>
                  </a:cubicBezTo>
                  <a:cubicBezTo>
                    <a:pt x="123133" y="3508490"/>
                    <a:pt x="151498" y="3597377"/>
                    <a:pt x="184971" y="3684428"/>
                  </a:cubicBezTo>
                  <a:cubicBezTo>
                    <a:pt x="192796" y="3706344"/>
                    <a:pt x="202250" y="3727751"/>
                    <a:pt x="210836" y="3749462"/>
                  </a:cubicBezTo>
                  <a:cubicBezTo>
                    <a:pt x="219421" y="3771175"/>
                    <a:pt x="228985" y="3792479"/>
                    <a:pt x="238440" y="3813783"/>
                  </a:cubicBezTo>
                  <a:lnTo>
                    <a:pt x="252894" y="3845688"/>
                  </a:lnTo>
                  <a:lnTo>
                    <a:pt x="268109" y="3877287"/>
                  </a:lnTo>
                  <a:cubicBezTo>
                    <a:pt x="278215" y="3898287"/>
                    <a:pt x="288432" y="3919284"/>
                    <a:pt x="299409" y="3939978"/>
                  </a:cubicBezTo>
                  <a:cubicBezTo>
                    <a:pt x="341792" y="4023258"/>
                    <a:pt x="389828" y="4103787"/>
                    <a:pt x="440689" y="4182378"/>
                  </a:cubicBezTo>
                  <a:cubicBezTo>
                    <a:pt x="492420" y="4260561"/>
                    <a:pt x="547953" y="4336299"/>
                    <a:pt x="606640" y="4409488"/>
                  </a:cubicBezTo>
                  <a:cubicBezTo>
                    <a:pt x="665381" y="4482677"/>
                    <a:pt x="727435" y="4553292"/>
                    <a:pt x="792425" y="4621205"/>
                  </a:cubicBezTo>
                  <a:lnTo>
                    <a:pt x="802442" y="4630833"/>
                  </a:lnTo>
                  <a:lnTo>
                    <a:pt x="592561" y="4630833"/>
                  </a:lnTo>
                  <a:lnTo>
                    <a:pt x="489377" y="4483185"/>
                  </a:lnTo>
                  <a:cubicBezTo>
                    <a:pt x="437212" y="4401230"/>
                    <a:pt x="388850" y="4317339"/>
                    <a:pt x="344944" y="4231611"/>
                  </a:cubicBezTo>
                  <a:cubicBezTo>
                    <a:pt x="300386" y="4146191"/>
                    <a:pt x="260828" y="4058731"/>
                    <a:pt x="224311" y="3970456"/>
                  </a:cubicBezTo>
                  <a:cubicBezTo>
                    <a:pt x="78901" y="3617049"/>
                    <a:pt x="1413" y="3242136"/>
                    <a:pt x="0" y="2866202"/>
                  </a:cubicBezTo>
                  <a:cubicBezTo>
                    <a:pt x="0" y="2771912"/>
                    <a:pt x="8043" y="2677417"/>
                    <a:pt x="25105" y="2584351"/>
                  </a:cubicBezTo>
                  <a:cubicBezTo>
                    <a:pt x="42928" y="2491285"/>
                    <a:pt x="69446" y="2399444"/>
                    <a:pt x="105200" y="2310863"/>
                  </a:cubicBezTo>
                  <a:cubicBezTo>
                    <a:pt x="140304" y="2221974"/>
                    <a:pt x="184318" y="2136351"/>
                    <a:pt x="232245" y="2053172"/>
                  </a:cubicBezTo>
                  <a:cubicBezTo>
                    <a:pt x="256154" y="2011379"/>
                    <a:pt x="281802" y="1970810"/>
                    <a:pt x="307667" y="1930341"/>
                  </a:cubicBezTo>
                  <a:cubicBezTo>
                    <a:pt x="333533" y="1889873"/>
                    <a:pt x="360049" y="1849915"/>
                    <a:pt x="386893" y="1810161"/>
                  </a:cubicBezTo>
                  <a:lnTo>
                    <a:pt x="548823" y="1573876"/>
                  </a:lnTo>
                  <a:cubicBezTo>
                    <a:pt x="575341" y="1534529"/>
                    <a:pt x="601098" y="1494877"/>
                    <a:pt x="626419" y="1455224"/>
                  </a:cubicBezTo>
                  <a:cubicBezTo>
                    <a:pt x="651959" y="1415266"/>
                    <a:pt x="675434" y="1376225"/>
                    <a:pt x="701081" y="1334534"/>
                  </a:cubicBezTo>
                  <a:cubicBezTo>
                    <a:pt x="751290" y="1252070"/>
                    <a:pt x="804324" y="1170828"/>
                    <a:pt x="861162" y="1091320"/>
                  </a:cubicBezTo>
                  <a:cubicBezTo>
                    <a:pt x="917894" y="1011810"/>
                    <a:pt x="977884" y="933729"/>
                    <a:pt x="1042329" y="858093"/>
                  </a:cubicBezTo>
                  <a:cubicBezTo>
                    <a:pt x="1171765" y="707536"/>
                    <a:pt x="1319348" y="566764"/>
                    <a:pt x="1487799" y="446686"/>
                  </a:cubicBezTo>
                  <a:cubicBezTo>
                    <a:pt x="1571699" y="386340"/>
                    <a:pt x="1661031" y="332010"/>
                    <a:pt x="1754060" y="283388"/>
                  </a:cubicBezTo>
                  <a:cubicBezTo>
                    <a:pt x="1847414" y="235478"/>
                    <a:pt x="1944463" y="193278"/>
                    <a:pt x="2044121" y="157906"/>
                  </a:cubicBezTo>
                  <a:cubicBezTo>
                    <a:pt x="2143778" y="122638"/>
                    <a:pt x="2245936" y="93789"/>
                    <a:pt x="2349287" y="71364"/>
                  </a:cubicBezTo>
                  <a:cubicBezTo>
                    <a:pt x="2452641" y="48939"/>
                    <a:pt x="2556971" y="32935"/>
                    <a:pt x="2661411" y="21213"/>
                  </a:cubicBezTo>
                  <a:cubicBezTo>
                    <a:pt x="2713576" y="14994"/>
                    <a:pt x="2765850" y="11222"/>
                    <a:pt x="2818124" y="7146"/>
                  </a:cubicBezTo>
                  <a:cubicBezTo>
                    <a:pt x="2870290" y="4596"/>
                    <a:pt x="2922672" y="1640"/>
                    <a:pt x="2974728" y="1029"/>
                  </a:cubicBezTo>
                  <a:cubicBezTo>
                    <a:pt x="3000811" y="519"/>
                    <a:pt x="3026568" y="-296"/>
                    <a:pt x="3053738" y="11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5867B102-3D35-218C-E94A-890FC5C268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5112326" y="0"/>
            <a:ext cx="4683941" cy="3456291"/>
            <a:chOff x="4345582" y="0"/>
            <a:chExt cx="5069918" cy="3741104"/>
          </a:xfrm>
          <a:solidFill>
            <a:schemeClr val="accent5">
              <a:alpha val="5000"/>
            </a:schemeClr>
          </a:solidFill>
        </p:grpSpPr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A4FE0A8B-C019-21AA-CD3C-F845DA5803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45582" y="1"/>
              <a:ext cx="5069918" cy="3741103"/>
            </a:xfrm>
            <a:custGeom>
              <a:avLst/>
              <a:gdLst>
                <a:gd name="connsiteX0" fmla="*/ 475344 w 5069918"/>
                <a:gd name="connsiteY0" fmla="*/ 0 h 3741103"/>
                <a:gd name="connsiteX1" fmla="*/ 643707 w 5069918"/>
                <a:gd name="connsiteY1" fmla="*/ 0 h 3741103"/>
                <a:gd name="connsiteX2" fmla="*/ 635672 w 5069918"/>
                <a:gd name="connsiteY2" fmla="*/ 7778 h 3741103"/>
                <a:gd name="connsiteX3" fmla="*/ 486638 w 5069918"/>
                <a:gd name="connsiteY3" fmla="*/ 178818 h 3741103"/>
                <a:gd name="connsiteX4" fmla="*/ 353514 w 5069918"/>
                <a:gd name="connsiteY4" fmla="*/ 362293 h 3741103"/>
                <a:gd name="connsiteX5" fmla="*/ 240181 w 5069918"/>
                <a:gd name="connsiteY5" fmla="*/ 558120 h 3741103"/>
                <a:gd name="connsiteX6" fmla="*/ 215073 w 5069918"/>
                <a:gd name="connsiteY6" fmla="*/ 608766 h 3741103"/>
                <a:gd name="connsiteX7" fmla="*/ 202868 w 5069918"/>
                <a:gd name="connsiteY7" fmla="*/ 634294 h 3741103"/>
                <a:gd name="connsiteX8" fmla="*/ 191273 w 5069918"/>
                <a:gd name="connsiteY8" fmla="*/ 660069 h 3741103"/>
                <a:gd name="connsiteX9" fmla="*/ 169129 w 5069918"/>
                <a:gd name="connsiteY9" fmla="*/ 712032 h 3741103"/>
                <a:gd name="connsiteX10" fmla="*/ 148381 w 5069918"/>
                <a:gd name="connsiteY10" fmla="*/ 764571 h 3741103"/>
                <a:gd name="connsiteX11" fmla="*/ 80903 w 5069918"/>
                <a:gd name="connsiteY11" fmla="*/ 979750 h 3741103"/>
                <a:gd name="connsiteX12" fmla="*/ 26154 w 5069918"/>
                <a:gd name="connsiteY12" fmla="*/ 1425590 h 3741103"/>
                <a:gd name="connsiteX13" fmla="*/ 49170 w 5069918"/>
                <a:gd name="connsiteY13" fmla="*/ 1648182 h 3741103"/>
                <a:gd name="connsiteX14" fmla="*/ 119437 w 5069918"/>
                <a:gd name="connsiteY14" fmla="*/ 1861055 h 3741103"/>
                <a:gd name="connsiteX15" fmla="*/ 143672 w 5069918"/>
                <a:gd name="connsiteY15" fmla="*/ 1911947 h 3741103"/>
                <a:gd name="connsiteX16" fmla="*/ 170611 w 5069918"/>
                <a:gd name="connsiteY16" fmla="*/ 1961687 h 3741103"/>
                <a:gd name="connsiteX17" fmla="*/ 230330 w 5069918"/>
                <a:gd name="connsiteY17" fmla="*/ 2058118 h 3741103"/>
                <a:gd name="connsiteX18" fmla="*/ 296237 w 5069918"/>
                <a:gd name="connsiteY18" fmla="*/ 2151255 h 3741103"/>
                <a:gd name="connsiteX19" fmla="*/ 366853 w 5069918"/>
                <a:gd name="connsiteY19" fmla="*/ 2241757 h 3741103"/>
                <a:gd name="connsiteX20" fmla="*/ 513838 w 5069918"/>
                <a:gd name="connsiteY20" fmla="*/ 2420786 h 3741103"/>
                <a:gd name="connsiteX21" fmla="*/ 587330 w 5069918"/>
                <a:gd name="connsiteY21" fmla="*/ 2511534 h 3741103"/>
                <a:gd name="connsiteX22" fmla="*/ 658817 w 5069918"/>
                <a:gd name="connsiteY22" fmla="*/ 2603437 h 3741103"/>
                <a:gd name="connsiteX23" fmla="*/ 730305 w 5069918"/>
                <a:gd name="connsiteY23" fmla="*/ 2692210 h 3741103"/>
                <a:gd name="connsiteX24" fmla="*/ 805018 w 5069918"/>
                <a:gd name="connsiteY24" fmla="*/ 2777936 h 3741103"/>
                <a:gd name="connsiteX25" fmla="*/ 963424 w 5069918"/>
                <a:gd name="connsiteY25" fmla="*/ 2939588 h 3741103"/>
                <a:gd name="connsiteX26" fmla="*/ 1319204 w 5069918"/>
                <a:gd name="connsiteY26" fmla="*/ 3209447 h 3741103"/>
                <a:gd name="connsiteX27" fmla="*/ 1515882 w 5069918"/>
                <a:gd name="connsiteY27" fmla="*/ 3310902 h 3741103"/>
                <a:gd name="connsiteX28" fmla="*/ 1723456 w 5069918"/>
                <a:gd name="connsiteY28" fmla="*/ 3387570 h 3741103"/>
                <a:gd name="connsiteX29" fmla="*/ 1939662 w 5069918"/>
                <a:gd name="connsiteY29" fmla="*/ 3440520 h 3741103"/>
                <a:gd name="connsiteX30" fmla="*/ 2162581 w 5069918"/>
                <a:gd name="connsiteY30" fmla="*/ 3470167 h 3741103"/>
                <a:gd name="connsiteX31" fmla="*/ 2389597 w 5069918"/>
                <a:gd name="connsiteY31" fmla="*/ 3479472 h 3741103"/>
                <a:gd name="connsiteX32" fmla="*/ 2446002 w 5069918"/>
                <a:gd name="connsiteY32" fmla="*/ 3479059 h 3741103"/>
                <a:gd name="connsiteX33" fmla="*/ 2473639 w 5069918"/>
                <a:gd name="connsiteY33" fmla="*/ 3478402 h 3741103"/>
                <a:gd name="connsiteX34" fmla="*/ 2501187 w 5069918"/>
                <a:gd name="connsiteY34" fmla="*/ 3477083 h 3741103"/>
                <a:gd name="connsiteX35" fmla="*/ 2610685 w 5069918"/>
                <a:gd name="connsiteY35" fmla="*/ 3468025 h 3741103"/>
                <a:gd name="connsiteX36" fmla="*/ 3033071 w 5069918"/>
                <a:gd name="connsiteY36" fmla="*/ 3360230 h 3741103"/>
                <a:gd name="connsiteX37" fmla="*/ 3232974 w 5069918"/>
                <a:gd name="connsiteY37" fmla="*/ 3266681 h 3741103"/>
                <a:gd name="connsiteX38" fmla="*/ 3425990 w 5069918"/>
                <a:gd name="connsiteY38" fmla="*/ 3152873 h 3741103"/>
                <a:gd name="connsiteX39" fmla="*/ 3613601 w 5069918"/>
                <a:gd name="connsiteY39" fmla="*/ 3024078 h 3741103"/>
                <a:gd name="connsiteX40" fmla="*/ 3706185 w 5069918"/>
                <a:gd name="connsiteY40" fmla="*/ 2955893 h 3741103"/>
                <a:gd name="connsiteX41" fmla="*/ 3799729 w 5069918"/>
                <a:gd name="connsiteY41" fmla="*/ 2885155 h 3741103"/>
                <a:gd name="connsiteX42" fmla="*/ 4175561 w 5069918"/>
                <a:gd name="connsiteY42" fmla="*/ 2606072 h 3741103"/>
                <a:gd name="connsiteX43" fmla="*/ 4517132 w 5069918"/>
                <a:gd name="connsiteY43" fmla="*/ 2312331 h 3741103"/>
                <a:gd name="connsiteX44" fmla="*/ 4659758 w 5069918"/>
                <a:gd name="connsiteY44" fmla="*/ 2148703 h 3741103"/>
                <a:gd name="connsiteX45" fmla="*/ 4773178 w 5069918"/>
                <a:gd name="connsiteY45" fmla="*/ 1969674 h 3741103"/>
                <a:gd name="connsiteX46" fmla="*/ 4892092 w 5069918"/>
                <a:gd name="connsiteY46" fmla="*/ 1567562 h 3741103"/>
                <a:gd name="connsiteX47" fmla="*/ 4898804 w 5069918"/>
                <a:gd name="connsiteY47" fmla="*/ 1460754 h 3741103"/>
                <a:gd name="connsiteX48" fmla="*/ 4899153 w 5069918"/>
                <a:gd name="connsiteY48" fmla="*/ 1406239 h 3741103"/>
                <a:gd name="connsiteX49" fmla="*/ 4898456 w 5069918"/>
                <a:gd name="connsiteY49" fmla="*/ 1350735 h 3741103"/>
                <a:gd name="connsiteX50" fmla="*/ 4886774 w 5069918"/>
                <a:gd name="connsiteY50" fmla="*/ 1128886 h 3741103"/>
                <a:gd name="connsiteX51" fmla="*/ 4815896 w 5069918"/>
                <a:gd name="connsiteY51" fmla="*/ 689221 h 3741103"/>
                <a:gd name="connsiteX52" fmla="*/ 4673183 w 5069918"/>
                <a:gd name="connsiteY52" fmla="*/ 264874 h 3741103"/>
                <a:gd name="connsiteX53" fmla="*/ 4625496 w 5069918"/>
                <a:gd name="connsiteY53" fmla="*/ 162925 h 3741103"/>
                <a:gd name="connsiteX54" fmla="*/ 4572490 w 5069918"/>
                <a:gd name="connsiteY54" fmla="*/ 63364 h 3741103"/>
                <a:gd name="connsiteX55" fmla="*/ 4532299 w 5069918"/>
                <a:gd name="connsiteY55" fmla="*/ 0 h 3741103"/>
                <a:gd name="connsiteX56" fmla="*/ 4626680 w 5069918"/>
                <a:gd name="connsiteY56" fmla="*/ 0 h 3741103"/>
                <a:gd name="connsiteX57" fmla="*/ 4643978 w 5069918"/>
                <a:gd name="connsiteY57" fmla="*/ 26636 h 3741103"/>
                <a:gd name="connsiteX58" fmla="*/ 4700644 w 5069918"/>
                <a:gd name="connsiteY58" fmla="*/ 128338 h 3741103"/>
                <a:gd name="connsiteX59" fmla="*/ 4753214 w 5069918"/>
                <a:gd name="connsiteY59" fmla="*/ 232016 h 3741103"/>
                <a:gd name="connsiteX60" fmla="*/ 4921297 w 5069918"/>
                <a:gd name="connsiteY60" fmla="*/ 663363 h 3741103"/>
                <a:gd name="connsiteX61" fmla="*/ 5027482 w 5069918"/>
                <a:gd name="connsiteY61" fmla="*/ 1112991 h 3741103"/>
                <a:gd name="connsiteX62" fmla="*/ 5058082 w 5069918"/>
                <a:gd name="connsiteY62" fmla="*/ 1342088 h 3741103"/>
                <a:gd name="connsiteX63" fmla="*/ 5063486 w 5069918"/>
                <a:gd name="connsiteY63" fmla="*/ 1399651 h 3741103"/>
                <a:gd name="connsiteX64" fmla="*/ 5067846 w 5069918"/>
                <a:gd name="connsiteY64" fmla="*/ 1458284 h 3741103"/>
                <a:gd name="connsiteX65" fmla="*/ 5069414 w 5069918"/>
                <a:gd name="connsiteY65" fmla="*/ 1577772 h 3741103"/>
                <a:gd name="connsiteX66" fmla="*/ 5040732 w 5069918"/>
                <a:gd name="connsiteY66" fmla="*/ 1817822 h 3741103"/>
                <a:gd name="connsiteX67" fmla="*/ 4964102 w 5069918"/>
                <a:gd name="connsiteY67" fmla="*/ 2050871 h 3741103"/>
                <a:gd name="connsiteX68" fmla="*/ 4689486 w 5069918"/>
                <a:gd name="connsiteY68" fmla="*/ 2458008 h 3741103"/>
                <a:gd name="connsiteX69" fmla="*/ 4333792 w 5069918"/>
                <a:gd name="connsiteY69" fmla="*/ 2784606 h 3741103"/>
                <a:gd name="connsiteX70" fmla="*/ 3965197 w 5069918"/>
                <a:gd name="connsiteY70" fmla="*/ 3076041 h 3741103"/>
                <a:gd name="connsiteX71" fmla="*/ 3873745 w 5069918"/>
                <a:gd name="connsiteY71" fmla="*/ 3149167 h 3741103"/>
                <a:gd name="connsiteX72" fmla="*/ 3779416 w 5069918"/>
                <a:gd name="connsiteY72" fmla="*/ 3222705 h 3741103"/>
                <a:gd name="connsiteX73" fmla="*/ 3582739 w 5069918"/>
                <a:gd name="connsiteY73" fmla="*/ 3364594 h 3741103"/>
                <a:gd name="connsiteX74" fmla="*/ 3371851 w 5069918"/>
                <a:gd name="connsiteY74" fmla="*/ 3494377 h 3741103"/>
                <a:gd name="connsiteX75" fmla="*/ 3143615 w 5069918"/>
                <a:gd name="connsiteY75" fmla="*/ 3603819 h 3741103"/>
                <a:gd name="connsiteX76" fmla="*/ 2643552 w 5069918"/>
                <a:gd name="connsiteY76" fmla="*/ 3730555 h 3741103"/>
                <a:gd name="connsiteX77" fmla="*/ 2514264 w 5069918"/>
                <a:gd name="connsiteY77" fmla="*/ 3739696 h 3741103"/>
                <a:gd name="connsiteX78" fmla="*/ 2481920 w 5069918"/>
                <a:gd name="connsiteY78" fmla="*/ 3740849 h 3741103"/>
                <a:gd name="connsiteX79" fmla="*/ 2449664 w 5069918"/>
                <a:gd name="connsiteY79" fmla="*/ 3741014 h 3741103"/>
                <a:gd name="connsiteX80" fmla="*/ 2386284 w 5069918"/>
                <a:gd name="connsiteY80" fmla="*/ 3740273 h 3741103"/>
                <a:gd name="connsiteX81" fmla="*/ 2260658 w 5069918"/>
                <a:gd name="connsiteY81" fmla="*/ 3735331 h 3741103"/>
                <a:gd name="connsiteX82" fmla="*/ 2134945 w 5069918"/>
                <a:gd name="connsiteY82" fmla="*/ 3723967 h 3741103"/>
                <a:gd name="connsiteX83" fmla="*/ 1884564 w 5069918"/>
                <a:gd name="connsiteY83" fmla="*/ 3683451 h 3741103"/>
                <a:gd name="connsiteX84" fmla="*/ 1639764 w 5069918"/>
                <a:gd name="connsiteY84" fmla="*/ 3613537 h 3741103"/>
                <a:gd name="connsiteX85" fmla="*/ 1407081 w 5069918"/>
                <a:gd name="connsiteY85" fmla="*/ 3512164 h 3741103"/>
                <a:gd name="connsiteX86" fmla="*/ 1193491 w 5069918"/>
                <a:gd name="connsiteY86" fmla="*/ 3380240 h 3741103"/>
                <a:gd name="connsiteX87" fmla="*/ 836141 w 5069918"/>
                <a:gd name="connsiteY87" fmla="*/ 3047878 h 3741103"/>
                <a:gd name="connsiteX88" fmla="*/ 690812 w 5069918"/>
                <a:gd name="connsiteY88" fmla="*/ 2859461 h 3741103"/>
                <a:gd name="connsiteX89" fmla="*/ 562397 w 5069918"/>
                <a:gd name="connsiteY89" fmla="*/ 2662976 h 3741103"/>
                <a:gd name="connsiteX90" fmla="*/ 502504 w 5069918"/>
                <a:gd name="connsiteY90" fmla="*/ 2565474 h 3741103"/>
                <a:gd name="connsiteX91" fmla="*/ 440258 w 5069918"/>
                <a:gd name="connsiteY91" fmla="*/ 2469619 h 3741103"/>
                <a:gd name="connsiteX92" fmla="*/ 310360 w 5069918"/>
                <a:gd name="connsiteY92" fmla="*/ 2278732 h 3741103"/>
                <a:gd name="connsiteX93" fmla="*/ 246806 w 5069918"/>
                <a:gd name="connsiteY93" fmla="*/ 2181642 h 3741103"/>
                <a:gd name="connsiteX94" fmla="*/ 186303 w 5069918"/>
                <a:gd name="connsiteY94" fmla="*/ 2082411 h 3741103"/>
                <a:gd name="connsiteX95" fmla="*/ 84390 w 5069918"/>
                <a:gd name="connsiteY95" fmla="*/ 1874231 h 3741103"/>
                <a:gd name="connsiteX96" fmla="*/ 20139 w 5069918"/>
                <a:gd name="connsiteY96" fmla="*/ 1653288 h 3741103"/>
                <a:gd name="connsiteX97" fmla="*/ 0 w 5069918"/>
                <a:gd name="connsiteY97" fmla="*/ 1425590 h 3741103"/>
                <a:gd name="connsiteX98" fmla="*/ 179939 w 5069918"/>
                <a:gd name="connsiteY98" fmla="*/ 533498 h 3741103"/>
                <a:gd name="connsiteX99" fmla="*/ 276709 w 5069918"/>
                <a:gd name="connsiteY99" fmla="*/ 322519 h 3741103"/>
                <a:gd name="connsiteX100" fmla="*/ 392571 w 5069918"/>
                <a:gd name="connsiteY100" fmla="*/ 119280 h 3741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5069918" h="3741103">
                  <a:moveTo>
                    <a:pt x="475344" y="0"/>
                  </a:moveTo>
                  <a:lnTo>
                    <a:pt x="643707" y="0"/>
                  </a:lnTo>
                  <a:lnTo>
                    <a:pt x="635672" y="7778"/>
                  </a:lnTo>
                  <a:cubicBezTo>
                    <a:pt x="583538" y="62643"/>
                    <a:pt x="533759" y="119691"/>
                    <a:pt x="486638" y="178818"/>
                  </a:cubicBezTo>
                  <a:cubicBezTo>
                    <a:pt x="439560" y="237945"/>
                    <a:pt x="395012" y="299131"/>
                    <a:pt x="353514" y="362293"/>
                  </a:cubicBezTo>
                  <a:cubicBezTo>
                    <a:pt x="312714" y="425784"/>
                    <a:pt x="274180" y="490841"/>
                    <a:pt x="240181" y="558120"/>
                  </a:cubicBezTo>
                  <a:cubicBezTo>
                    <a:pt x="231376" y="574838"/>
                    <a:pt x="223180" y="591801"/>
                    <a:pt x="215073" y="608766"/>
                  </a:cubicBezTo>
                  <a:lnTo>
                    <a:pt x="202868" y="634294"/>
                  </a:lnTo>
                  <a:lnTo>
                    <a:pt x="191273" y="660069"/>
                  </a:lnTo>
                  <a:cubicBezTo>
                    <a:pt x="183688" y="677280"/>
                    <a:pt x="176016" y="694491"/>
                    <a:pt x="169129" y="712032"/>
                  </a:cubicBezTo>
                  <a:cubicBezTo>
                    <a:pt x="162242" y="729572"/>
                    <a:pt x="154658" y="746866"/>
                    <a:pt x="148381" y="764571"/>
                  </a:cubicBezTo>
                  <a:cubicBezTo>
                    <a:pt x="121529" y="834897"/>
                    <a:pt x="98775" y="906706"/>
                    <a:pt x="80903" y="979750"/>
                  </a:cubicBezTo>
                  <a:cubicBezTo>
                    <a:pt x="44636" y="1125509"/>
                    <a:pt x="26067" y="1275550"/>
                    <a:pt x="26154" y="1425590"/>
                  </a:cubicBezTo>
                  <a:cubicBezTo>
                    <a:pt x="26590" y="1500365"/>
                    <a:pt x="34001" y="1574973"/>
                    <a:pt x="49170" y="1648182"/>
                  </a:cubicBezTo>
                  <a:cubicBezTo>
                    <a:pt x="65124" y="1721226"/>
                    <a:pt x="88226" y="1792705"/>
                    <a:pt x="119437" y="1861055"/>
                  </a:cubicBezTo>
                  <a:cubicBezTo>
                    <a:pt x="126847" y="1878267"/>
                    <a:pt x="135478" y="1895066"/>
                    <a:pt x="143672" y="1911947"/>
                  </a:cubicBezTo>
                  <a:cubicBezTo>
                    <a:pt x="152565" y="1928582"/>
                    <a:pt x="161021" y="1945381"/>
                    <a:pt x="170611" y="1961687"/>
                  </a:cubicBezTo>
                  <a:cubicBezTo>
                    <a:pt x="188919" y="1994626"/>
                    <a:pt x="209319" y="2026578"/>
                    <a:pt x="230330" y="2058118"/>
                  </a:cubicBezTo>
                  <a:cubicBezTo>
                    <a:pt x="251253" y="2089740"/>
                    <a:pt x="273658" y="2120539"/>
                    <a:pt x="296237" y="2151255"/>
                  </a:cubicBezTo>
                  <a:cubicBezTo>
                    <a:pt x="319165" y="2181725"/>
                    <a:pt x="342966" y="2211782"/>
                    <a:pt x="366853" y="2241757"/>
                  </a:cubicBezTo>
                  <a:cubicBezTo>
                    <a:pt x="414714" y="2301791"/>
                    <a:pt x="464756" y="2360588"/>
                    <a:pt x="513838" y="2420786"/>
                  </a:cubicBezTo>
                  <a:cubicBezTo>
                    <a:pt x="538509" y="2450761"/>
                    <a:pt x="563094" y="2480983"/>
                    <a:pt x="587330" y="2511534"/>
                  </a:cubicBezTo>
                  <a:cubicBezTo>
                    <a:pt x="611479" y="2541839"/>
                    <a:pt x="635453" y="2574038"/>
                    <a:pt x="658817" y="2603437"/>
                  </a:cubicBezTo>
                  <a:cubicBezTo>
                    <a:pt x="682008" y="2633577"/>
                    <a:pt x="706330" y="2662811"/>
                    <a:pt x="730305" y="2692210"/>
                  </a:cubicBezTo>
                  <a:cubicBezTo>
                    <a:pt x="754977" y="2721115"/>
                    <a:pt x="779474" y="2750019"/>
                    <a:pt x="805018" y="2777936"/>
                  </a:cubicBezTo>
                  <a:cubicBezTo>
                    <a:pt x="855757" y="2834098"/>
                    <a:pt x="908500" y="2888202"/>
                    <a:pt x="963424" y="2939588"/>
                  </a:cubicBezTo>
                  <a:cubicBezTo>
                    <a:pt x="1073444" y="3042113"/>
                    <a:pt x="1192183" y="3133604"/>
                    <a:pt x="1319204" y="3209447"/>
                  </a:cubicBezTo>
                  <a:cubicBezTo>
                    <a:pt x="1382846" y="3247164"/>
                    <a:pt x="1448143" y="3281751"/>
                    <a:pt x="1515882" y="3310902"/>
                  </a:cubicBezTo>
                  <a:cubicBezTo>
                    <a:pt x="1583184" y="3340877"/>
                    <a:pt x="1652666" y="3366159"/>
                    <a:pt x="1723456" y="3387570"/>
                  </a:cubicBezTo>
                  <a:cubicBezTo>
                    <a:pt x="1794246" y="3409063"/>
                    <a:pt x="1866431" y="3426439"/>
                    <a:pt x="1939662" y="3440520"/>
                  </a:cubicBezTo>
                  <a:cubicBezTo>
                    <a:pt x="2012981" y="3454355"/>
                    <a:pt x="2087519" y="3463825"/>
                    <a:pt x="2162581" y="3470167"/>
                  </a:cubicBezTo>
                  <a:cubicBezTo>
                    <a:pt x="2237643" y="3476589"/>
                    <a:pt x="2313489" y="3479390"/>
                    <a:pt x="2389597" y="3479472"/>
                  </a:cubicBezTo>
                  <a:cubicBezTo>
                    <a:pt x="2408602" y="3479472"/>
                    <a:pt x="2427869" y="3479801"/>
                    <a:pt x="2446002" y="3479059"/>
                  </a:cubicBezTo>
                  <a:lnTo>
                    <a:pt x="2473639" y="3478402"/>
                  </a:lnTo>
                  <a:lnTo>
                    <a:pt x="2501187" y="3477083"/>
                  </a:lnTo>
                  <a:cubicBezTo>
                    <a:pt x="2537890" y="3475519"/>
                    <a:pt x="2574418" y="3472060"/>
                    <a:pt x="2610685" y="3468025"/>
                  </a:cubicBezTo>
                  <a:cubicBezTo>
                    <a:pt x="2755926" y="3451226"/>
                    <a:pt x="2897244" y="3414415"/>
                    <a:pt x="3033071" y="3360230"/>
                  </a:cubicBezTo>
                  <a:cubicBezTo>
                    <a:pt x="3101158" y="3333383"/>
                    <a:pt x="3167589" y="3301514"/>
                    <a:pt x="3232974" y="3266681"/>
                  </a:cubicBezTo>
                  <a:cubicBezTo>
                    <a:pt x="3298446" y="3232011"/>
                    <a:pt x="3362697" y="3193554"/>
                    <a:pt x="3425990" y="3152873"/>
                  </a:cubicBezTo>
                  <a:cubicBezTo>
                    <a:pt x="3489282" y="3112110"/>
                    <a:pt x="3551529" y="3068712"/>
                    <a:pt x="3613601" y="3024078"/>
                  </a:cubicBezTo>
                  <a:cubicBezTo>
                    <a:pt x="3644549" y="3001762"/>
                    <a:pt x="3675411" y="2978868"/>
                    <a:pt x="3706185" y="2955893"/>
                  </a:cubicBezTo>
                  <a:lnTo>
                    <a:pt x="3799729" y="2885155"/>
                  </a:lnTo>
                  <a:cubicBezTo>
                    <a:pt x="3926402" y="2790205"/>
                    <a:pt x="4053597" y="2699374"/>
                    <a:pt x="4175561" y="2606072"/>
                  </a:cubicBezTo>
                  <a:cubicBezTo>
                    <a:pt x="4297526" y="2512852"/>
                    <a:pt x="4414084" y="2416833"/>
                    <a:pt x="4517132" y="2312331"/>
                  </a:cubicBezTo>
                  <a:cubicBezTo>
                    <a:pt x="4568480" y="2259956"/>
                    <a:pt x="4616604" y="2205689"/>
                    <a:pt x="4659758" y="2148703"/>
                  </a:cubicBezTo>
                  <a:cubicBezTo>
                    <a:pt x="4702650" y="2091634"/>
                    <a:pt x="4741184" y="2032096"/>
                    <a:pt x="4773178" y="1969674"/>
                  </a:cubicBezTo>
                  <a:cubicBezTo>
                    <a:pt x="4837865" y="1845080"/>
                    <a:pt x="4877446" y="1709038"/>
                    <a:pt x="4892092" y="1567562"/>
                  </a:cubicBezTo>
                  <a:cubicBezTo>
                    <a:pt x="4895666" y="1532233"/>
                    <a:pt x="4897845" y="1496576"/>
                    <a:pt x="4898804" y="1460754"/>
                  </a:cubicBezTo>
                  <a:cubicBezTo>
                    <a:pt x="4899066" y="1442884"/>
                    <a:pt x="4899414" y="1425015"/>
                    <a:pt x="4899153" y="1406239"/>
                  </a:cubicBezTo>
                  <a:cubicBezTo>
                    <a:pt x="4898979" y="1387711"/>
                    <a:pt x="4899066" y="1369263"/>
                    <a:pt x="4898456" y="1350735"/>
                  </a:cubicBezTo>
                  <a:cubicBezTo>
                    <a:pt x="4896974" y="1276703"/>
                    <a:pt x="4893226" y="1202753"/>
                    <a:pt x="4886774" y="1128886"/>
                  </a:cubicBezTo>
                  <a:cubicBezTo>
                    <a:pt x="4873610" y="981232"/>
                    <a:pt x="4851030" y="833991"/>
                    <a:pt x="4815896" y="689221"/>
                  </a:cubicBezTo>
                  <a:cubicBezTo>
                    <a:pt x="4780676" y="544533"/>
                    <a:pt x="4733860" y="402068"/>
                    <a:pt x="4673183" y="264874"/>
                  </a:cubicBezTo>
                  <a:cubicBezTo>
                    <a:pt x="4658101" y="230533"/>
                    <a:pt x="4642147" y="196605"/>
                    <a:pt x="4625496" y="162925"/>
                  </a:cubicBezTo>
                  <a:cubicBezTo>
                    <a:pt x="4608583" y="129326"/>
                    <a:pt x="4590885" y="96222"/>
                    <a:pt x="4572490" y="63364"/>
                  </a:cubicBezTo>
                  <a:lnTo>
                    <a:pt x="4532299" y="0"/>
                  </a:lnTo>
                  <a:lnTo>
                    <a:pt x="4626680" y="0"/>
                  </a:lnTo>
                  <a:lnTo>
                    <a:pt x="4643978" y="26636"/>
                  </a:lnTo>
                  <a:cubicBezTo>
                    <a:pt x="4663594" y="60152"/>
                    <a:pt x="4682598" y="94080"/>
                    <a:pt x="4700644" y="128338"/>
                  </a:cubicBezTo>
                  <a:cubicBezTo>
                    <a:pt x="4718866" y="162595"/>
                    <a:pt x="4736476" y="197100"/>
                    <a:pt x="4753214" y="232016"/>
                  </a:cubicBezTo>
                  <a:cubicBezTo>
                    <a:pt x="4820082" y="371681"/>
                    <a:pt x="4875964" y="515957"/>
                    <a:pt x="4921297" y="663363"/>
                  </a:cubicBezTo>
                  <a:cubicBezTo>
                    <a:pt x="4966630" y="810687"/>
                    <a:pt x="5002460" y="960975"/>
                    <a:pt x="5027482" y="1112991"/>
                  </a:cubicBezTo>
                  <a:cubicBezTo>
                    <a:pt x="5040123" y="1189000"/>
                    <a:pt x="5050323" y="1265421"/>
                    <a:pt x="5058082" y="1342088"/>
                  </a:cubicBezTo>
                  <a:cubicBezTo>
                    <a:pt x="5060261" y="1361276"/>
                    <a:pt x="5061743" y="1380464"/>
                    <a:pt x="5063486" y="1399651"/>
                  </a:cubicBezTo>
                  <a:cubicBezTo>
                    <a:pt x="5065318" y="1418591"/>
                    <a:pt x="5066625" y="1438437"/>
                    <a:pt x="5067846" y="1458284"/>
                  </a:cubicBezTo>
                  <a:cubicBezTo>
                    <a:pt x="5069851" y="1497894"/>
                    <a:pt x="5070461" y="1537751"/>
                    <a:pt x="5069414" y="1577772"/>
                  </a:cubicBezTo>
                  <a:cubicBezTo>
                    <a:pt x="5067060" y="1657734"/>
                    <a:pt x="5057820" y="1738272"/>
                    <a:pt x="5040732" y="1817822"/>
                  </a:cubicBezTo>
                  <a:cubicBezTo>
                    <a:pt x="5023123" y="1897289"/>
                    <a:pt x="4997578" y="1975686"/>
                    <a:pt x="4964102" y="2050871"/>
                  </a:cubicBezTo>
                  <a:cubicBezTo>
                    <a:pt x="4897409" y="2201736"/>
                    <a:pt x="4799942" y="2338271"/>
                    <a:pt x="4689486" y="2458008"/>
                  </a:cubicBezTo>
                  <a:cubicBezTo>
                    <a:pt x="4579116" y="2578485"/>
                    <a:pt x="4456716" y="2684139"/>
                    <a:pt x="4333792" y="2784606"/>
                  </a:cubicBezTo>
                  <a:cubicBezTo>
                    <a:pt x="4210520" y="2884908"/>
                    <a:pt x="4085853" y="2979775"/>
                    <a:pt x="3965197" y="3076041"/>
                  </a:cubicBezTo>
                  <a:lnTo>
                    <a:pt x="3873745" y="3149167"/>
                  </a:lnTo>
                  <a:cubicBezTo>
                    <a:pt x="3842621" y="3173790"/>
                    <a:pt x="3811325" y="3198413"/>
                    <a:pt x="3779416" y="3222705"/>
                  </a:cubicBezTo>
                  <a:cubicBezTo>
                    <a:pt x="3715863" y="3271374"/>
                    <a:pt x="3650652" y="3319055"/>
                    <a:pt x="3582739" y="3364594"/>
                  </a:cubicBezTo>
                  <a:cubicBezTo>
                    <a:pt x="3514913" y="3410051"/>
                    <a:pt x="3445170" y="3454190"/>
                    <a:pt x="3371851" y="3494377"/>
                  </a:cubicBezTo>
                  <a:cubicBezTo>
                    <a:pt x="3298533" y="3534481"/>
                    <a:pt x="3222687" y="3571703"/>
                    <a:pt x="3143615" y="3603819"/>
                  </a:cubicBezTo>
                  <a:cubicBezTo>
                    <a:pt x="2985994" y="3668876"/>
                    <a:pt x="2815732" y="3712356"/>
                    <a:pt x="2643552" y="3730555"/>
                  </a:cubicBezTo>
                  <a:cubicBezTo>
                    <a:pt x="2600484" y="3734838"/>
                    <a:pt x="2557331" y="3738297"/>
                    <a:pt x="2514264" y="3739696"/>
                  </a:cubicBezTo>
                  <a:lnTo>
                    <a:pt x="2481920" y="3740849"/>
                  </a:lnTo>
                  <a:lnTo>
                    <a:pt x="2449664" y="3741014"/>
                  </a:lnTo>
                  <a:cubicBezTo>
                    <a:pt x="2427869" y="3741343"/>
                    <a:pt x="2407207" y="3740685"/>
                    <a:pt x="2386284" y="3740273"/>
                  </a:cubicBezTo>
                  <a:cubicBezTo>
                    <a:pt x="2344525" y="3739779"/>
                    <a:pt x="2302505" y="3737391"/>
                    <a:pt x="2260658" y="3735331"/>
                  </a:cubicBezTo>
                  <a:cubicBezTo>
                    <a:pt x="2218725" y="3732038"/>
                    <a:pt x="2176791" y="3728991"/>
                    <a:pt x="2134945" y="3723967"/>
                  </a:cubicBezTo>
                  <a:cubicBezTo>
                    <a:pt x="2051165" y="3714497"/>
                    <a:pt x="1967473" y="3701568"/>
                    <a:pt x="1884564" y="3683451"/>
                  </a:cubicBezTo>
                  <a:cubicBezTo>
                    <a:pt x="1801657" y="3665335"/>
                    <a:pt x="1719708" y="3642029"/>
                    <a:pt x="1639764" y="3613537"/>
                  </a:cubicBezTo>
                  <a:cubicBezTo>
                    <a:pt x="1559820" y="3584961"/>
                    <a:pt x="1481969" y="3550869"/>
                    <a:pt x="1407081" y="3512164"/>
                  </a:cubicBezTo>
                  <a:cubicBezTo>
                    <a:pt x="1332455" y="3472884"/>
                    <a:pt x="1260794" y="3428992"/>
                    <a:pt x="1193491" y="3380240"/>
                  </a:cubicBezTo>
                  <a:cubicBezTo>
                    <a:pt x="1058362" y="3283233"/>
                    <a:pt x="939973" y="3169508"/>
                    <a:pt x="836141" y="3047878"/>
                  </a:cubicBezTo>
                  <a:cubicBezTo>
                    <a:pt x="784444" y="2986774"/>
                    <a:pt x="736321" y="2923695"/>
                    <a:pt x="690812" y="2859461"/>
                  </a:cubicBezTo>
                  <a:cubicBezTo>
                    <a:pt x="645217" y="2795229"/>
                    <a:pt x="602674" y="2729596"/>
                    <a:pt x="562397" y="2662976"/>
                  </a:cubicBezTo>
                  <a:cubicBezTo>
                    <a:pt x="541823" y="2629295"/>
                    <a:pt x="522992" y="2597755"/>
                    <a:pt x="502504" y="2565474"/>
                  </a:cubicBezTo>
                  <a:cubicBezTo>
                    <a:pt x="482192" y="2533440"/>
                    <a:pt x="461530" y="2501406"/>
                    <a:pt x="440258" y="2469619"/>
                  </a:cubicBezTo>
                  <a:lnTo>
                    <a:pt x="310360" y="2278732"/>
                  </a:lnTo>
                  <a:cubicBezTo>
                    <a:pt x="288826" y="2246616"/>
                    <a:pt x="267555" y="2214335"/>
                    <a:pt x="246806" y="2181642"/>
                  </a:cubicBezTo>
                  <a:cubicBezTo>
                    <a:pt x="226057" y="2148949"/>
                    <a:pt x="205483" y="2116174"/>
                    <a:pt x="186303" y="2082411"/>
                  </a:cubicBezTo>
                  <a:cubicBezTo>
                    <a:pt x="147857" y="2015213"/>
                    <a:pt x="112550" y="1946041"/>
                    <a:pt x="84390" y="1874231"/>
                  </a:cubicBezTo>
                  <a:cubicBezTo>
                    <a:pt x="55708" y="1802669"/>
                    <a:pt x="34436" y="1728473"/>
                    <a:pt x="20139" y="1653288"/>
                  </a:cubicBezTo>
                  <a:cubicBezTo>
                    <a:pt x="6452" y="1578103"/>
                    <a:pt x="0" y="1501764"/>
                    <a:pt x="0" y="1425590"/>
                  </a:cubicBezTo>
                  <a:cubicBezTo>
                    <a:pt x="1133" y="1121885"/>
                    <a:pt x="63293" y="819004"/>
                    <a:pt x="179939" y="533498"/>
                  </a:cubicBezTo>
                  <a:cubicBezTo>
                    <a:pt x="209232" y="462183"/>
                    <a:pt x="240965" y="391527"/>
                    <a:pt x="276709" y="322519"/>
                  </a:cubicBezTo>
                  <a:cubicBezTo>
                    <a:pt x="311930" y="253262"/>
                    <a:pt x="350725" y="185489"/>
                    <a:pt x="392571" y="11928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8A7C593B-7DAC-6A8C-6F84-E04B2F389F4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62838" y="1"/>
              <a:ext cx="4960548" cy="3526297"/>
            </a:xfrm>
            <a:custGeom>
              <a:avLst/>
              <a:gdLst>
                <a:gd name="connsiteX0" fmla="*/ 542883 w 4960548"/>
                <a:gd name="connsiteY0" fmla="*/ 0 h 3526297"/>
                <a:gd name="connsiteX1" fmla="*/ 826658 w 4960548"/>
                <a:gd name="connsiteY1" fmla="*/ 0 h 3526297"/>
                <a:gd name="connsiteX2" fmla="*/ 730698 w 4960548"/>
                <a:gd name="connsiteY2" fmla="*/ 89329 h 3526297"/>
                <a:gd name="connsiteX3" fmla="*/ 590295 w 4960548"/>
                <a:gd name="connsiteY3" fmla="*/ 244485 h 3526297"/>
                <a:gd name="connsiteX4" fmla="*/ 357524 w 4960548"/>
                <a:gd name="connsiteY4" fmla="*/ 587307 h 3526297"/>
                <a:gd name="connsiteX5" fmla="*/ 199554 w 4960548"/>
                <a:gd name="connsiteY5" fmla="*/ 966280 h 3526297"/>
                <a:gd name="connsiteX6" fmla="*/ 142104 w 4960548"/>
                <a:gd name="connsiteY6" fmla="*/ 1370286 h 3526297"/>
                <a:gd name="connsiteX7" fmla="*/ 166339 w 4960548"/>
                <a:gd name="connsiteY7" fmla="*/ 1568090 h 3526297"/>
                <a:gd name="connsiteX8" fmla="*/ 237914 w 4960548"/>
                <a:gd name="connsiteY8" fmla="*/ 1753129 h 3526297"/>
                <a:gd name="connsiteX9" fmla="*/ 287868 w 4960548"/>
                <a:gd name="connsiteY9" fmla="*/ 1840255 h 3526297"/>
                <a:gd name="connsiteX10" fmla="*/ 345232 w 4960548"/>
                <a:gd name="connsiteY10" fmla="*/ 1924581 h 3526297"/>
                <a:gd name="connsiteX11" fmla="*/ 477745 w 4960548"/>
                <a:gd name="connsiteY11" fmla="*/ 2087551 h 3526297"/>
                <a:gd name="connsiteX12" fmla="*/ 621156 w 4960548"/>
                <a:gd name="connsiteY12" fmla="*/ 2251756 h 3526297"/>
                <a:gd name="connsiteX13" fmla="*/ 692469 w 4960548"/>
                <a:gd name="connsiteY13" fmla="*/ 2337482 h 3526297"/>
                <a:gd name="connsiteX14" fmla="*/ 726731 w 4960548"/>
                <a:gd name="connsiteY14" fmla="*/ 2379562 h 3526297"/>
                <a:gd name="connsiteX15" fmla="*/ 760295 w 4960548"/>
                <a:gd name="connsiteY15" fmla="*/ 2419831 h 3526297"/>
                <a:gd name="connsiteX16" fmla="*/ 1048685 w 4960548"/>
                <a:gd name="connsiteY16" fmla="*/ 2717443 h 3526297"/>
                <a:gd name="connsiteX17" fmla="*/ 1202035 w 4960548"/>
                <a:gd name="connsiteY17" fmla="*/ 2851344 h 3526297"/>
                <a:gd name="connsiteX18" fmla="*/ 1362620 w 4960548"/>
                <a:gd name="connsiteY18" fmla="*/ 2974785 h 3526297"/>
                <a:gd name="connsiteX19" fmla="*/ 1721364 w 4960548"/>
                <a:gd name="connsiteY19" fmla="*/ 3170036 h 3526297"/>
                <a:gd name="connsiteX20" fmla="*/ 1922052 w 4960548"/>
                <a:gd name="connsiteY20" fmla="*/ 3225210 h 3526297"/>
                <a:gd name="connsiteX21" fmla="*/ 1973488 w 4960548"/>
                <a:gd name="connsiteY21" fmla="*/ 3234928 h 3526297"/>
                <a:gd name="connsiteX22" fmla="*/ 2025360 w 4960548"/>
                <a:gd name="connsiteY22" fmla="*/ 3243080 h 3526297"/>
                <a:gd name="connsiteX23" fmla="*/ 2130063 w 4960548"/>
                <a:gd name="connsiteY23" fmla="*/ 3254774 h 3526297"/>
                <a:gd name="connsiteX24" fmla="*/ 2182719 w 4960548"/>
                <a:gd name="connsiteY24" fmla="*/ 3258562 h 3526297"/>
                <a:gd name="connsiteX25" fmla="*/ 2235551 w 4960548"/>
                <a:gd name="connsiteY25" fmla="*/ 3261197 h 3526297"/>
                <a:gd name="connsiteX26" fmla="*/ 2288556 w 4960548"/>
                <a:gd name="connsiteY26" fmla="*/ 3262350 h 3526297"/>
                <a:gd name="connsiteX27" fmla="*/ 2341648 w 4960548"/>
                <a:gd name="connsiteY27" fmla="*/ 3262103 h 3526297"/>
                <a:gd name="connsiteX28" fmla="*/ 2368238 w 4960548"/>
                <a:gd name="connsiteY28" fmla="*/ 3261856 h 3526297"/>
                <a:gd name="connsiteX29" fmla="*/ 2393869 w 4960548"/>
                <a:gd name="connsiteY29" fmla="*/ 3260785 h 3526297"/>
                <a:gd name="connsiteX30" fmla="*/ 2419413 w 4960548"/>
                <a:gd name="connsiteY30" fmla="*/ 3259550 h 3526297"/>
                <a:gd name="connsiteX31" fmla="*/ 2444869 w 4960548"/>
                <a:gd name="connsiteY31" fmla="*/ 3257574 h 3526297"/>
                <a:gd name="connsiteX32" fmla="*/ 2545824 w 4960548"/>
                <a:gd name="connsiteY32" fmla="*/ 3245798 h 3526297"/>
                <a:gd name="connsiteX33" fmla="*/ 2930373 w 4960548"/>
                <a:gd name="connsiteY33" fmla="*/ 3126555 h 3526297"/>
                <a:gd name="connsiteX34" fmla="*/ 3285631 w 4960548"/>
                <a:gd name="connsiteY34" fmla="*/ 2917552 h 3526297"/>
                <a:gd name="connsiteX35" fmla="*/ 3371764 w 4960548"/>
                <a:gd name="connsiteY35" fmla="*/ 2856120 h 3526297"/>
                <a:gd name="connsiteX36" fmla="*/ 3457898 w 4960548"/>
                <a:gd name="connsiteY36" fmla="*/ 2792628 h 3526297"/>
                <a:gd name="connsiteX37" fmla="*/ 3632344 w 4960548"/>
                <a:gd name="connsiteY37" fmla="*/ 2660869 h 3526297"/>
                <a:gd name="connsiteX38" fmla="*/ 3990915 w 4960548"/>
                <a:gd name="connsiteY38" fmla="*/ 2405832 h 3526297"/>
                <a:gd name="connsiteX39" fmla="*/ 4324988 w 4960548"/>
                <a:gd name="connsiteY39" fmla="*/ 2152196 h 3526297"/>
                <a:gd name="connsiteX40" fmla="*/ 4592106 w 4960548"/>
                <a:gd name="connsiteY40" fmla="*/ 1861501 h 3526297"/>
                <a:gd name="connsiteX41" fmla="*/ 4683122 w 4960548"/>
                <a:gd name="connsiteY41" fmla="*/ 1692521 h 3526297"/>
                <a:gd name="connsiteX42" fmla="*/ 4738568 w 4960548"/>
                <a:gd name="connsiteY42" fmla="*/ 1507893 h 3526297"/>
                <a:gd name="connsiteX43" fmla="*/ 4753912 w 4960548"/>
                <a:gd name="connsiteY43" fmla="*/ 1411050 h 3526297"/>
                <a:gd name="connsiteX44" fmla="*/ 4756440 w 4960548"/>
                <a:gd name="connsiteY44" fmla="*/ 1386509 h 3526297"/>
                <a:gd name="connsiteX45" fmla="*/ 4758358 w 4960548"/>
                <a:gd name="connsiteY45" fmla="*/ 1361475 h 3526297"/>
                <a:gd name="connsiteX46" fmla="*/ 4761148 w 4960548"/>
                <a:gd name="connsiteY46" fmla="*/ 1309759 h 3526297"/>
                <a:gd name="connsiteX47" fmla="*/ 4756354 w 4960548"/>
                <a:gd name="connsiteY47" fmla="*/ 1102980 h 3526297"/>
                <a:gd name="connsiteX48" fmla="*/ 4725578 w 4960548"/>
                <a:gd name="connsiteY48" fmla="*/ 898753 h 3526297"/>
                <a:gd name="connsiteX49" fmla="*/ 4673358 w 4960548"/>
                <a:gd name="connsiteY49" fmla="*/ 699384 h 3526297"/>
                <a:gd name="connsiteX50" fmla="*/ 4538491 w 4960548"/>
                <a:gd name="connsiteY50" fmla="*/ 312754 h 3526297"/>
                <a:gd name="connsiteX51" fmla="*/ 4446604 w 4960548"/>
                <a:gd name="connsiteY51" fmla="*/ 129196 h 3526297"/>
                <a:gd name="connsiteX52" fmla="*/ 4419840 w 4960548"/>
                <a:gd name="connsiteY52" fmla="*/ 85222 h 3526297"/>
                <a:gd name="connsiteX53" fmla="*/ 4391680 w 4960548"/>
                <a:gd name="connsiteY53" fmla="*/ 42071 h 3526297"/>
                <a:gd name="connsiteX54" fmla="*/ 4361930 w 4960548"/>
                <a:gd name="connsiteY54" fmla="*/ 0 h 3526297"/>
                <a:gd name="connsiteX55" fmla="*/ 4588871 w 4960548"/>
                <a:gd name="connsiteY55" fmla="*/ 0 h 3526297"/>
                <a:gd name="connsiteX56" fmla="*/ 4613640 w 4960548"/>
                <a:gd name="connsiteY56" fmla="*/ 38859 h 3526297"/>
                <a:gd name="connsiteX57" fmla="*/ 4724445 w 4960548"/>
                <a:gd name="connsiteY57" fmla="*/ 234687 h 3526297"/>
                <a:gd name="connsiteX58" fmla="*/ 4876138 w 4960548"/>
                <a:gd name="connsiteY58" fmla="*/ 653022 h 3526297"/>
                <a:gd name="connsiteX59" fmla="*/ 4911707 w 4960548"/>
                <a:gd name="connsiteY59" fmla="*/ 870671 h 3526297"/>
                <a:gd name="connsiteX60" fmla="*/ 4934810 w 4960548"/>
                <a:gd name="connsiteY60" fmla="*/ 1088487 h 3526297"/>
                <a:gd name="connsiteX61" fmla="*/ 4953206 w 4960548"/>
                <a:gd name="connsiteY61" fmla="*/ 1306301 h 3526297"/>
                <a:gd name="connsiteX62" fmla="*/ 4956954 w 4960548"/>
                <a:gd name="connsiteY62" fmla="*/ 1360899 h 3526297"/>
                <a:gd name="connsiteX63" fmla="*/ 4958610 w 4960548"/>
                <a:gd name="connsiteY63" fmla="*/ 1388980 h 3526297"/>
                <a:gd name="connsiteX64" fmla="*/ 4959830 w 4960548"/>
                <a:gd name="connsiteY64" fmla="*/ 1417555 h 3526297"/>
                <a:gd name="connsiteX65" fmla="*/ 4958174 w 4960548"/>
                <a:gd name="connsiteY65" fmla="*/ 1532680 h 3526297"/>
                <a:gd name="connsiteX66" fmla="*/ 4834030 w 4960548"/>
                <a:gd name="connsiteY66" fmla="*/ 1984861 h 3526297"/>
                <a:gd name="connsiteX67" fmla="*/ 4558106 w 4960548"/>
                <a:gd name="connsiteY67" fmla="*/ 2368857 h 3526297"/>
                <a:gd name="connsiteX68" fmla="*/ 4389936 w 4960548"/>
                <a:gd name="connsiteY68" fmla="*/ 2528945 h 3526297"/>
                <a:gd name="connsiteX69" fmla="*/ 4214618 w 4960548"/>
                <a:gd name="connsiteY69" fmla="*/ 2674457 h 3526297"/>
                <a:gd name="connsiteX70" fmla="*/ 3858489 w 4960548"/>
                <a:gd name="connsiteY70" fmla="*/ 2936658 h 3526297"/>
                <a:gd name="connsiteX71" fmla="*/ 3768868 w 4960548"/>
                <a:gd name="connsiteY71" fmla="*/ 3000643 h 3526297"/>
                <a:gd name="connsiteX72" fmla="*/ 3676806 w 4960548"/>
                <a:gd name="connsiteY72" fmla="*/ 3065040 h 3526297"/>
                <a:gd name="connsiteX73" fmla="*/ 3582477 w 4960548"/>
                <a:gd name="connsiteY73" fmla="*/ 3128614 h 3526297"/>
                <a:gd name="connsiteX74" fmla="*/ 3485185 w 4960548"/>
                <a:gd name="connsiteY74" fmla="*/ 3190377 h 3526297"/>
                <a:gd name="connsiteX75" fmla="*/ 3280923 w 4960548"/>
                <a:gd name="connsiteY75" fmla="*/ 3306325 h 3526297"/>
                <a:gd name="connsiteX76" fmla="*/ 3061230 w 4960548"/>
                <a:gd name="connsiteY76" fmla="*/ 3404897 h 3526297"/>
                <a:gd name="connsiteX77" fmla="*/ 2583137 w 4960548"/>
                <a:gd name="connsiteY77" fmla="*/ 3518292 h 3526297"/>
                <a:gd name="connsiteX78" fmla="*/ 2460038 w 4960548"/>
                <a:gd name="connsiteY78" fmla="*/ 3525622 h 3526297"/>
                <a:gd name="connsiteX79" fmla="*/ 2429264 w 4960548"/>
                <a:gd name="connsiteY79" fmla="*/ 3526280 h 3526297"/>
                <a:gd name="connsiteX80" fmla="*/ 2398576 w 4960548"/>
                <a:gd name="connsiteY80" fmla="*/ 3526116 h 3526297"/>
                <a:gd name="connsiteX81" fmla="*/ 2367977 w 4960548"/>
                <a:gd name="connsiteY81" fmla="*/ 3525786 h 3526297"/>
                <a:gd name="connsiteX82" fmla="*/ 2338249 w 4960548"/>
                <a:gd name="connsiteY82" fmla="*/ 3524716 h 3526297"/>
                <a:gd name="connsiteX83" fmla="*/ 2100770 w 4960548"/>
                <a:gd name="connsiteY83" fmla="*/ 3506845 h 3526297"/>
                <a:gd name="connsiteX84" fmla="*/ 1864776 w 4960548"/>
                <a:gd name="connsiteY84" fmla="*/ 3467483 h 3526297"/>
                <a:gd name="connsiteX85" fmla="*/ 1632964 w 4960548"/>
                <a:gd name="connsiteY85" fmla="*/ 3405803 h 3526297"/>
                <a:gd name="connsiteX86" fmla="*/ 1189219 w 4960548"/>
                <a:gd name="connsiteY86" fmla="*/ 3220352 h 3526297"/>
                <a:gd name="connsiteX87" fmla="*/ 815305 w 4960548"/>
                <a:gd name="connsiteY87" fmla="*/ 2931634 h 3526297"/>
                <a:gd name="connsiteX88" fmla="*/ 663699 w 4960548"/>
                <a:gd name="connsiteY88" fmla="*/ 2757877 h 3526297"/>
                <a:gd name="connsiteX89" fmla="*/ 531274 w 4960548"/>
                <a:gd name="connsiteY89" fmla="*/ 2573907 h 3526297"/>
                <a:gd name="connsiteX90" fmla="*/ 500325 w 4960548"/>
                <a:gd name="connsiteY90" fmla="*/ 2527051 h 3526297"/>
                <a:gd name="connsiteX91" fmla="*/ 470771 w 4960548"/>
                <a:gd name="connsiteY91" fmla="*/ 2481594 h 3526297"/>
                <a:gd name="connsiteX92" fmla="*/ 412448 w 4960548"/>
                <a:gd name="connsiteY92" fmla="*/ 2393479 h 3526297"/>
                <a:gd name="connsiteX93" fmla="*/ 291616 w 4960548"/>
                <a:gd name="connsiteY93" fmla="*/ 2213464 h 3526297"/>
                <a:gd name="connsiteX94" fmla="*/ 173662 w 4960548"/>
                <a:gd name="connsiteY94" fmla="*/ 2023154 h 3526297"/>
                <a:gd name="connsiteX95" fmla="*/ 120483 w 4960548"/>
                <a:gd name="connsiteY95" fmla="*/ 1922276 h 3526297"/>
                <a:gd name="connsiteX96" fmla="*/ 75324 w 4960548"/>
                <a:gd name="connsiteY96" fmla="*/ 1816703 h 3526297"/>
                <a:gd name="connsiteX97" fmla="*/ 40713 w 4960548"/>
                <a:gd name="connsiteY97" fmla="*/ 1707179 h 3526297"/>
                <a:gd name="connsiteX98" fmla="*/ 27811 w 4960548"/>
                <a:gd name="connsiteY98" fmla="*/ 1651346 h 3526297"/>
                <a:gd name="connsiteX99" fmla="*/ 22144 w 4960548"/>
                <a:gd name="connsiteY99" fmla="*/ 1623346 h 3526297"/>
                <a:gd name="connsiteX100" fmla="*/ 17436 w 4960548"/>
                <a:gd name="connsiteY100" fmla="*/ 1595265 h 3526297"/>
                <a:gd name="connsiteX101" fmla="*/ 0 w 4960548"/>
                <a:gd name="connsiteY101" fmla="*/ 1370286 h 3526297"/>
                <a:gd name="connsiteX102" fmla="*/ 48385 w 4960548"/>
                <a:gd name="connsiteY102" fmla="*/ 931939 h 3526297"/>
                <a:gd name="connsiteX103" fmla="*/ 193801 w 4960548"/>
                <a:gd name="connsiteY103" fmla="*/ 511957 h 3526297"/>
                <a:gd name="connsiteX104" fmla="*/ 431660 w 4960548"/>
                <a:gd name="connsiteY104" fmla="*/ 131379 h 3526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4960548" h="3526297">
                  <a:moveTo>
                    <a:pt x="542883" y="0"/>
                  </a:moveTo>
                  <a:lnTo>
                    <a:pt x="826658" y="0"/>
                  </a:lnTo>
                  <a:lnTo>
                    <a:pt x="730698" y="89329"/>
                  </a:lnTo>
                  <a:cubicBezTo>
                    <a:pt x="681528" y="139120"/>
                    <a:pt x="634626" y="190876"/>
                    <a:pt x="590295" y="244485"/>
                  </a:cubicBezTo>
                  <a:cubicBezTo>
                    <a:pt x="501458" y="351540"/>
                    <a:pt x="423083" y="466336"/>
                    <a:pt x="357524" y="587307"/>
                  </a:cubicBezTo>
                  <a:cubicBezTo>
                    <a:pt x="291965" y="708196"/>
                    <a:pt x="237391" y="834767"/>
                    <a:pt x="199554" y="966280"/>
                  </a:cubicBezTo>
                  <a:cubicBezTo>
                    <a:pt x="161632" y="1097463"/>
                    <a:pt x="142016" y="1233833"/>
                    <a:pt x="142104" y="1370286"/>
                  </a:cubicBezTo>
                  <a:cubicBezTo>
                    <a:pt x="142888" y="1437319"/>
                    <a:pt x="149862" y="1503858"/>
                    <a:pt x="166339" y="1568090"/>
                  </a:cubicBezTo>
                  <a:cubicBezTo>
                    <a:pt x="182555" y="1632405"/>
                    <a:pt x="207750" y="1693921"/>
                    <a:pt x="237914" y="1753129"/>
                  </a:cubicBezTo>
                  <a:cubicBezTo>
                    <a:pt x="253170" y="1782693"/>
                    <a:pt x="270084" y="1811680"/>
                    <a:pt x="287868" y="1840255"/>
                  </a:cubicBezTo>
                  <a:cubicBezTo>
                    <a:pt x="305914" y="1868748"/>
                    <a:pt x="325181" y="1896830"/>
                    <a:pt x="345232" y="1924581"/>
                  </a:cubicBezTo>
                  <a:cubicBezTo>
                    <a:pt x="385858" y="1979920"/>
                    <a:pt x="431017" y="2033612"/>
                    <a:pt x="477745" y="2087551"/>
                  </a:cubicBezTo>
                  <a:cubicBezTo>
                    <a:pt x="524474" y="2141573"/>
                    <a:pt x="573294" y="2195594"/>
                    <a:pt x="621156" y="2251756"/>
                  </a:cubicBezTo>
                  <a:cubicBezTo>
                    <a:pt x="645130" y="2279755"/>
                    <a:pt x="668843" y="2308412"/>
                    <a:pt x="692469" y="2337482"/>
                  </a:cubicBezTo>
                  <a:lnTo>
                    <a:pt x="726731" y="2379562"/>
                  </a:lnTo>
                  <a:cubicBezTo>
                    <a:pt x="737977" y="2392986"/>
                    <a:pt x="748700" y="2406738"/>
                    <a:pt x="760295" y="2419831"/>
                  </a:cubicBezTo>
                  <a:cubicBezTo>
                    <a:pt x="850788" y="2526392"/>
                    <a:pt x="948952" y="2624470"/>
                    <a:pt x="1048685" y="2717443"/>
                  </a:cubicBezTo>
                  <a:cubicBezTo>
                    <a:pt x="1098814" y="2763724"/>
                    <a:pt x="1149814" y="2808439"/>
                    <a:pt x="1202035" y="2851344"/>
                  </a:cubicBezTo>
                  <a:cubicBezTo>
                    <a:pt x="1254256" y="2894248"/>
                    <a:pt x="1307435" y="2935752"/>
                    <a:pt x="1362620" y="2974785"/>
                  </a:cubicBezTo>
                  <a:cubicBezTo>
                    <a:pt x="1472554" y="3053017"/>
                    <a:pt x="1591118" y="3122932"/>
                    <a:pt x="1721364" y="3170036"/>
                  </a:cubicBezTo>
                  <a:cubicBezTo>
                    <a:pt x="1786314" y="3193588"/>
                    <a:pt x="1853617" y="3211622"/>
                    <a:pt x="1922052" y="3225210"/>
                  </a:cubicBezTo>
                  <a:cubicBezTo>
                    <a:pt x="1939227" y="3228422"/>
                    <a:pt x="1956227" y="3232128"/>
                    <a:pt x="1973488" y="3234928"/>
                  </a:cubicBezTo>
                  <a:lnTo>
                    <a:pt x="2025360" y="3243080"/>
                  </a:lnTo>
                  <a:cubicBezTo>
                    <a:pt x="2060145" y="3247445"/>
                    <a:pt x="2094930" y="3252056"/>
                    <a:pt x="2130063" y="3254774"/>
                  </a:cubicBezTo>
                  <a:cubicBezTo>
                    <a:pt x="2147587" y="3256338"/>
                    <a:pt x="2165109" y="3257821"/>
                    <a:pt x="2182719" y="3258562"/>
                  </a:cubicBezTo>
                  <a:cubicBezTo>
                    <a:pt x="2200330" y="3259385"/>
                    <a:pt x="2217853" y="3260703"/>
                    <a:pt x="2235551" y="3261197"/>
                  </a:cubicBezTo>
                  <a:lnTo>
                    <a:pt x="2288556" y="3262350"/>
                  </a:lnTo>
                  <a:cubicBezTo>
                    <a:pt x="2306166" y="3262761"/>
                    <a:pt x="2323951" y="3262185"/>
                    <a:pt x="2341648" y="3262103"/>
                  </a:cubicBezTo>
                  <a:lnTo>
                    <a:pt x="2368238" y="3261856"/>
                  </a:lnTo>
                  <a:cubicBezTo>
                    <a:pt x="2376869" y="3261609"/>
                    <a:pt x="2385325" y="3261115"/>
                    <a:pt x="2393869" y="3260785"/>
                  </a:cubicBezTo>
                  <a:cubicBezTo>
                    <a:pt x="2402412" y="3260373"/>
                    <a:pt x="2410956" y="3260127"/>
                    <a:pt x="2419413" y="3259550"/>
                  </a:cubicBezTo>
                  <a:lnTo>
                    <a:pt x="2444869" y="3257574"/>
                  </a:lnTo>
                  <a:cubicBezTo>
                    <a:pt x="2478782" y="3255021"/>
                    <a:pt x="2512434" y="3250739"/>
                    <a:pt x="2545824" y="3245798"/>
                  </a:cubicBezTo>
                  <a:cubicBezTo>
                    <a:pt x="2679470" y="3224881"/>
                    <a:pt x="2807973" y="3183954"/>
                    <a:pt x="2930373" y="3126555"/>
                  </a:cubicBezTo>
                  <a:cubicBezTo>
                    <a:pt x="3053210" y="3069817"/>
                    <a:pt x="3170118" y="2997184"/>
                    <a:pt x="3285631" y="2917552"/>
                  </a:cubicBezTo>
                  <a:cubicBezTo>
                    <a:pt x="3314487" y="2897706"/>
                    <a:pt x="3343169" y="2876954"/>
                    <a:pt x="3371764" y="2856120"/>
                  </a:cubicBezTo>
                  <a:cubicBezTo>
                    <a:pt x="3400534" y="2835285"/>
                    <a:pt x="3429216" y="2814121"/>
                    <a:pt x="3457898" y="2792628"/>
                  </a:cubicBezTo>
                  <a:lnTo>
                    <a:pt x="3632344" y="2660869"/>
                  </a:lnTo>
                  <a:cubicBezTo>
                    <a:pt x="3752043" y="2571190"/>
                    <a:pt x="3872873" y="2487687"/>
                    <a:pt x="3990915" y="2405832"/>
                  </a:cubicBezTo>
                  <a:cubicBezTo>
                    <a:pt x="4108869" y="2323976"/>
                    <a:pt x="4222378" y="2241297"/>
                    <a:pt x="4324988" y="2152196"/>
                  </a:cubicBezTo>
                  <a:cubicBezTo>
                    <a:pt x="4427598" y="2063258"/>
                    <a:pt x="4520270" y="1968474"/>
                    <a:pt x="4592106" y="1861501"/>
                  </a:cubicBezTo>
                  <a:cubicBezTo>
                    <a:pt x="4628024" y="1808057"/>
                    <a:pt x="4658712" y="1751730"/>
                    <a:pt x="4683122" y="1692521"/>
                  </a:cubicBezTo>
                  <a:cubicBezTo>
                    <a:pt x="4707706" y="1633393"/>
                    <a:pt x="4725404" y="1571467"/>
                    <a:pt x="4738568" y="1507893"/>
                  </a:cubicBezTo>
                  <a:cubicBezTo>
                    <a:pt x="4745106" y="1476106"/>
                    <a:pt x="4750338" y="1443742"/>
                    <a:pt x="4753912" y="1411050"/>
                  </a:cubicBezTo>
                  <a:cubicBezTo>
                    <a:pt x="4754958" y="1402897"/>
                    <a:pt x="4755656" y="1394662"/>
                    <a:pt x="4756440" y="1386509"/>
                  </a:cubicBezTo>
                  <a:cubicBezTo>
                    <a:pt x="4757138" y="1378274"/>
                    <a:pt x="4758010" y="1370204"/>
                    <a:pt x="4758358" y="1361475"/>
                  </a:cubicBezTo>
                  <a:lnTo>
                    <a:pt x="4761148" y="1309759"/>
                  </a:lnTo>
                  <a:cubicBezTo>
                    <a:pt x="4763676" y="1240751"/>
                    <a:pt x="4762106" y="1171659"/>
                    <a:pt x="4756354" y="1102980"/>
                  </a:cubicBezTo>
                  <a:cubicBezTo>
                    <a:pt x="4750774" y="1034218"/>
                    <a:pt x="4740050" y="966033"/>
                    <a:pt x="4725578" y="898753"/>
                  </a:cubicBezTo>
                  <a:cubicBezTo>
                    <a:pt x="4710932" y="831473"/>
                    <a:pt x="4692624" y="765100"/>
                    <a:pt x="4673358" y="699384"/>
                  </a:cubicBezTo>
                  <a:cubicBezTo>
                    <a:pt x="4634912" y="568037"/>
                    <a:pt x="4592456" y="438419"/>
                    <a:pt x="4538491" y="312754"/>
                  </a:cubicBezTo>
                  <a:cubicBezTo>
                    <a:pt x="4511464" y="250003"/>
                    <a:pt x="4481301" y="188406"/>
                    <a:pt x="4446604" y="129196"/>
                  </a:cubicBezTo>
                  <a:cubicBezTo>
                    <a:pt x="4438147" y="114291"/>
                    <a:pt x="4428819" y="99798"/>
                    <a:pt x="4419840" y="85222"/>
                  </a:cubicBezTo>
                  <a:cubicBezTo>
                    <a:pt x="4410598" y="70728"/>
                    <a:pt x="4401008" y="56482"/>
                    <a:pt x="4391680" y="42071"/>
                  </a:cubicBezTo>
                  <a:lnTo>
                    <a:pt x="4361930" y="0"/>
                  </a:lnTo>
                  <a:lnTo>
                    <a:pt x="4588871" y="0"/>
                  </a:lnTo>
                  <a:lnTo>
                    <a:pt x="4613640" y="38859"/>
                  </a:lnTo>
                  <a:cubicBezTo>
                    <a:pt x="4653306" y="102762"/>
                    <a:pt x="4690706" y="167901"/>
                    <a:pt x="4724445" y="234687"/>
                  </a:cubicBezTo>
                  <a:cubicBezTo>
                    <a:pt x="4792096" y="368257"/>
                    <a:pt x="4844230" y="508828"/>
                    <a:pt x="4876138" y="653022"/>
                  </a:cubicBezTo>
                  <a:cubicBezTo>
                    <a:pt x="4892005" y="725161"/>
                    <a:pt x="4903077" y="797874"/>
                    <a:pt x="4911707" y="870671"/>
                  </a:cubicBezTo>
                  <a:cubicBezTo>
                    <a:pt x="4920513" y="943386"/>
                    <a:pt x="4927574" y="1016019"/>
                    <a:pt x="4934810" y="1088487"/>
                  </a:cubicBezTo>
                  <a:cubicBezTo>
                    <a:pt x="4941697" y="1161036"/>
                    <a:pt x="4947799" y="1233586"/>
                    <a:pt x="4953206" y="1306301"/>
                  </a:cubicBezTo>
                  <a:lnTo>
                    <a:pt x="4956954" y="1360899"/>
                  </a:lnTo>
                  <a:cubicBezTo>
                    <a:pt x="4957651" y="1369875"/>
                    <a:pt x="4958087" y="1379510"/>
                    <a:pt x="4958610" y="1388980"/>
                  </a:cubicBezTo>
                  <a:cubicBezTo>
                    <a:pt x="4959133" y="1398450"/>
                    <a:pt x="4959656" y="1408003"/>
                    <a:pt x="4959830" y="1417555"/>
                  </a:cubicBezTo>
                  <a:cubicBezTo>
                    <a:pt x="4961138" y="1455683"/>
                    <a:pt x="4960702" y="1494140"/>
                    <a:pt x="4958174" y="1532680"/>
                  </a:cubicBezTo>
                  <a:cubicBezTo>
                    <a:pt x="4948760" y="1686920"/>
                    <a:pt x="4904908" y="1842314"/>
                    <a:pt x="4834030" y="1984861"/>
                  </a:cubicBezTo>
                  <a:cubicBezTo>
                    <a:pt x="4763328" y="2127820"/>
                    <a:pt x="4665860" y="2256121"/>
                    <a:pt x="4558106" y="2368857"/>
                  </a:cubicBezTo>
                  <a:cubicBezTo>
                    <a:pt x="4504230" y="2425432"/>
                    <a:pt x="4447650" y="2478465"/>
                    <a:pt x="4389936" y="2528945"/>
                  </a:cubicBezTo>
                  <a:cubicBezTo>
                    <a:pt x="4332223" y="2579425"/>
                    <a:pt x="4273726" y="2628011"/>
                    <a:pt x="4214618" y="2674457"/>
                  </a:cubicBezTo>
                  <a:cubicBezTo>
                    <a:pt x="4096664" y="2767759"/>
                    <a:pt x="3976094" y="2852826"/>
                    <a:pt x="3858489" y="2936658"/>
                  </a:cubicBezTo>
                  <a:lnTo>
                    <a:pt x="3768868" y="3000643"/>
                  </a:lnTo>
                  <a:cubicBezTo>
                    <a:pt x="3738530" y="3022136"/>
                    <a:pt x="3707929" y="3043794"/>
                    <a:pt x="3676806" y="3065040"/>
                  </a:cubicBezTo>
                  <a:cubicBezTo>
                    <a:pt x="3645770" y="3086369"/>
                    <a:pt x="3614386" y="3107615"/>
                    <a:pt x="3582477" y="3128614"/>
                  </a:cubicBezTo>
                  <a:cubicBezTo>
                    <a:pt x="3550483" y="3149449"/>
                    <a:pt x="3518226" y="3170118"/>
                    <a:pt x="3485185" y="3190377"/>
                  </a:cubicBezTo>
                  <a:cubicBezTo>
                    <a:pt x="3419452" y="3230975"/>
                    <a:pt x="3351625" y="3270338"/>
                    <a:pt x="3280923" y="3306325"/>
                  </a:cubicBezTo>
                  <a:cubicBezTo>
                    <a:pt x="3210307" y="3342476"/>
                    <a:pt x="3137251" y="3376074"/>
                    <a:pt x="3061230" y="3404897"/>
                  </a:cubicBezTo>
                  <a:cubicBezTo>
                    <a:pt x="2909886" y="3463366"/>
                    <a:pt x="2747295" y="3502810"/>
                    <a:pt x="2583137" y="3518292"/>
                  </a:cubicBezTo>
                  <a:cubicBezTo>
                    <a:pt x="2542075" y="3521999"/>
                    <a:pt x="2501013" y="3524798"/>
                    <a:pt x="2460038" y="3525622"/>
                  </a:cubicBezTo>
                  <a:lnTo>
                    <a:pt x="2429264" y="3526280"/>
                  </a:lnTo>
                  <a:cubicBezTo>
                    <a:pt x="2419064" y="3526363"/>
                    <a:pt x="2408777" y="3526116"/>
                    <a:pt x="2398576" y="3526116"/>
                  </a:cubicBezTo>
                  <a:lnTo>
                    <a:pt x="2367977" y="3525786"/>
                  </a:lnTo>
                  <a:lnTo>
                    <a:pt x="2338249" y="3524716"/>
                  </a:lnTo>
                  <a:cubicBezTo>
                    <a:pt x="2259089" y="3522327"/>
                    <a:pt x="2179756" y="3516399"/>
                    <a:pt x="2100770" y="3506845"/>
                  </a:cubicBezTo>
                  <a:cubicBezTo>
                    <a:pt x="2021699" y="3497787"/>
                    <a:pt x="1942801" y="3484776"/>
                    <a:pt x="1864776" y="3467483"/>
                  </a:cubicBezTo>
                  <a:cubicBezTo>
                    <a:pt x="1786836" y="3450025"/>
                    <a:pt x="1709508" y="3429355"/>
                    <a:pt x="1632964" y="3405803"/>
                  </a:cubicBezTo>
                  <a:cubicBezTo>
                    <a:pt x="1480138" y="3358288"/>
                    <a:pt x="1329055" y="3299160"/>
                    <a:pt x="1189219" y="3220352"/>
                  </a:cubicBezTo>
                  <a:cubicBezTo>
                    <a:pt x="1049296" y="3141708"/>
                    <a:pt x="924367" y="3041982"/>
                    <a:pt x="815305" y="2931634"/>
                  </a:cubicBezTo>
                  <a:cubicBezTo>
                    <a:pt x="760469" y="2876542"/>
                    <a:pt x="710603" y="2817909"/>
                    <a:pt x="663699" y="2757877"/>
                  </a:cubicBezTo>
                  <a:cubicBezTo>
                    <a:pt x="617059" y="2697597"/>
                    <a:pt x="572684" y="2636411"/>
                    <a:pt x="531274" y="2573907"/>
                  </a:cubicBezTo>
                  <a:cubicBezTo>
                    <a:pt x="520638" y="2558426"/>
                    <a:pt x="510612" y="2542697"/>
                    <a:pt x="500325" y="2527051"/>
                  </a:cubicBezTo>
                  <a:lnTo>
                    <a:pt x="470771" y="2481594"/>
                  </a:lnTo>
                  <a:cubicBezTo>
                    <a:pt x="451853" y="2452195"/>
                    <a:pt x="432238" y="2423043"/>
                    <a:pt x="412448" y="2393479"/>
                  </a:cubicBezTo>
                  <a:lnTo>
                    <a:pt x="291616" y="2213464"/>
                  </a:lnTo>
                  <a:cubicBezTo>
                    <a:pt x="251078" y="2152113"/>
                    <a:pt x="211062" y="2088951"/>
                    <a:pt x="173662" y="2023154"/>
                  </a:cubicBezTo>
                  <a:cubicBezTo>
                    <a:pt x="155005" y="1990214"/>
                    <a:pt x="136960" y="1956697"/>
                    <a:pt x="120483" y="1922276"/>
                  </a:cubicBezTo>
                  <a:cubicBezTo>
                    <a:pt x="104093" y="1887771"/>
                    <a:pt x="88837" y="1852608"/>
                    <a:pt x="75324" y="1816703"/>
                  </a:cubicBezTo>
                  <a:cubicBezTo>
                    <a:pt x="62072" y="1780717"/>
                    <a:pt x="50303" y="1744235"/>
                    <a:pt x="40713" y="1707179"/>
                  </a:cubicBezTo>
                  <a:cubicBezTo>
                    <a:pt x="36180" y="1688650"/>
                    <a:pt x="31560" y="1670039"/>
                    <a:pt x="27811" y="1651346"/>
                  </a:cubicBezTo>
                  <a:lnTo>
                    <a:pt x="22144" y="1623346"/>
                  </a:lnTo>
                  <a:lnTo>
                    <a:pt x="17436" y="1595265"/>
                  </a:lnTo>
                  <a:cubicBezTo>
                    <a:pt x="5144" y="1520328"/>
                    <a:pt x="0" y="1444978"/>
                    <a:pt x="0" y="1370286"/>
                  </a:cubicBezTo>
                  <a:cubicBezTo>
                    <a:pt x="349" y="1223293"/>
                    <a:pt x="16652" y="1076299"/>
                    <a:pt x="48385" y="931939"/>
                  </a:cubicBezTo>
                  <a:cubicBezTo>
                    <a:pt x="80032" y="787663"/>
                    <a:pt x="128504" y="646187"/>
                    <a:pt x="193801" y="511957"/>
                  </a:cubicBezTo>
                  <a:cubicBezTo>
                    <a:pt x="259404" y="377727"/>
                    <a:pt x="339740" y="250559"/>
                    <a:pt x="431660" y="13137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1ECFA881-005D-5D84-0B46-7DC3E148FE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61928" y="0"/>
              <a:ext cx="4934374" cy="3484134"/>
            </a:xfrm>
            <a:custGeom>
              <a:avLst/>
              <a:gdLst>
                <a:gd name="connsiteX0" fmla="*/ 585303 w 4934374"/>
                <a:gd name="connsiteY0" fmla="*/ 0 h 3484134"/>
                <a:gd name="connsiteX1" fmla="*/ 1213739 w 4934374"/>
                <a:gd name="connsiteY1" fmla="*/ 0 h 3484134"/>
                <a:gd name="connsiteX2" fmla="*/ 1150162 w 4934374"/>
                <a:gd name="connsiteY2" fmla="*/ 47028 h 3484134"/>
                <a:gd name="connsiteX3" fmla="*/ 626038 w 4934374"/>
                <a:gd name="connsiteY3" fmla="*/ 660944 h 3484134"/>
                <a:gd name="connsiteX4" fmla="*/ 435986 w 4934374"/>
                <a:gd name="connsiteY4" fmla="*/ 1375409 h 3484134"/>
                <a:gd name="connsiteX5" fmla="*/ 750530 w 4934374"/>
                <a:gd name="connsiteY5" fmla="*/ 2038817 h 3484134"/>
                <a:gd name="connsiteX6" fmla="*/ 909024 w 4934374"/>
                <a:gd name="connsiteY6" fmla="*/ 2249384 h 3484134"/>
                <a:gd name="connsiteX7" fmla="*/ 2396223 w 4934374"/>
                <a:gd name="connsiteY7" fmla="*/ 3072468 h 3484134"/>
                <a:gd name="connsiteX8" fmla="*/ 3525201 w 4934374"/>
                <a:gd name="connsiteY8" fmla="*/ 2566101 h 3484134"/>
                <a:gd name="connsiteX9" fmla="*/ 3662596 w 4934374"/>
                <a:gd name="connsiteY9" fmla="*/ 2465552 h 3484134"/>
                <a:gd name="connsiteX10" fmla="*/ 4287500 w 4934374"/>
                <a:gd name="connsiteY10" fmla="*/ 1939915 h 3484134"/>
                <a:gd name="connsiteX11" fmla="*/ 4498563 w 4934374"/>
                <a:gd name="connsiteY11" fmla="*/ 1375409 h 3484134"/>
                <a:gd name="connsiteX12" fmla="*/ 4132831 w 4934374"/>
                <a:gd name="connsiteY12" fmla="*/ 134540 h 3484134"/>
                <a:gd name="connsiteX13" fmla="*/ 4025590 w 4934374"/>
                <a:gd name="connsiteY13" fmla="*/ 0 h 3484134"/>
                <a:gd name="connsiteX14" fmla="*/ 4555675 w 4934374"/>
                <a:gd name="connsiteY14" fmla="*/ 0 h 3484134"/>
                <a:gd name="connsiteX15" fmla="*/ 4605933 w 4934374"/>
                <a:gd name="connsiteY15" fmla="*/ 77740 h 3484134"/>
                <a:gd name="connsiteX16" fmla="*/ 4934374 w 4934374"/>
                <a:gd name="connsiteY16" fmla="*/ 1375327 h 3484134"/>
                <a:gd name="connsiteX17" fmla="*/ 3793540 w 4934374"/>
                <a:gd name="connsiteY17" fmla="*/ 2890475 h 3484134"/>
                <a:gd name="connsiteX18" fmla="*/ 2396135 w 4934374"/>
                <a:gd name="connsiteY18" fmla="*/ 3484134 h 3484134"/>
                <a:gd name="connsiteX19" fmla="*/ 548273 w 4934374"/>
                <a:gd name="connsiteY19" fmla="*/ 2480458 h 3484134"/>
                <a:gd name="connsiteX20" fmla="*/ 0 w 4934374"/>
                <a:gd name="connsiteY20" fmla="*/ 1375327 h 3484134"/>
                <a:gd name="connsiteX21" fmla="*/ 512166 w 4934374"/>
                <a:gd name="connsiteY21" fmla="*/ 77740 h 3484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934374" h="3484134">
                  <a:moveTo>
                    <a:pt x="585303" y="0"/>
                  </a:moveTo>
                  <a:lnTo>
                    <a:pt x="1213739" y="0"/>
                  </a:lnTo>
                  <a:lnTo>
                    <a:pt x="1150162" y="47028"/>
                  </a:lnTo>
                  <a:cubicBezTo>
                    <a:pt x="925762" y="228608"/>
                    <a:pt x="749397" y="435224"/>
                    <a:pt x="626038" y="660944"/>
                  </a:cubicBezTo>
                  <a:cubicBezTo>
                    <a:pt x="499976" y="891687"/>
                    <a:pt x="435986" y="1132066"/>
                    <a:pt x="435986" y="1375409"/>
                  </a:cubicBezTo>
                  <a:cubicBezTo>
                    <a:pt x="435986" y="1620481"/>
                    <a:pt x="538074" y="1763604"/>
                    <a:pt x="750530" y="2038817"/>
                  </a:cubicBezTo>
                  <a:cubicBezTo>
                    <a:pt x="801792" y="2105190"/>
                    <a:pt x="854797" y="2173870"/>
                    <a:pt x="909024" y="2249384"/>
                  </a:cubicBezTo>
                  <a:cubicBezTo>
                    <a:pt x="1323389" y="2826326"/>
                    <a:pt x="1768180" y="3072468"/>
                    <a:pt x="2396223" y="3072468"/>
                  </a:cubicBezTo>
                  <a:cubicBezTo>
                    <a:pt x="2808409" y="3072468"/>
                    <a:pt x="3110835" y="2871947"/>
                    <a:pt x="3525201" y="2566101"/>
                  </a:cubicBezTo>
                  <a:cubicBezTo>
                    <a:pt x="3571493" y="2531926"/>
                    <a:pt x="3617786" y="2498162"/>
                    <a:pt x="3662596" y="2465552"/>
                  </a:cubicBezTo>
                  <a:cubicBezTo>
                    <a:pt x="3905479" y="2288583"/>
                    <a:pt x="4134849" y="2121414"/>
                    <a:pt x="4287500" y="1939915"/>
                  </a:cubicBezTo>
                  <a:cubicBezTo>
                    <a:pt x="4433440" y="1766404"/>
                    <a:pt x="4498563" y="1592317"/>
                    <a:pt x="4498563" y="1375409"/>
                  </a:cubicBezTo>
                  <a:cubicBezTo>
                    <a:pt x="4498563" y="899696"/>
                    <a:pt x="4369741" y="465973"/>
                    <a:pt x="4132831" y="134540"/>
                  </a:cubicBezTo>
                  <a:lnTo>
                    <a:pt x="4025590" y="0"/>
                  </a:lnTo>
                  <a:lnTo>
                    <a:pt x="4555675" y="0"/>
                  </a:lnTo>
                  <a:lnTo>
                    <a:pt x="4605933" y="77740"/>
                  </a:lnTo>
                  <a:cubicBezTo>
                    <a:pt x="4820335" y="448137"/>
                    <a:pt x="4934374" y="894662"/>
                    <a:pt x="4934374" y="1375327"/>
                  </a:cubicBezTo>
                  <a:cubicBezTo>
                    <a:pt x="4934374" y="2116884"/>
                    <a:pt x="4369100" y="2465635"/>
                    <a:pt x="3793540" y="2890475"/>
                  </a:cubicBezTo>
                  <a:cubicBezTo>
                    <a:pt x="3374293" y="3199945"/>
                    <a:pt x="2970389" y="3484134"/>
                    <a:pt x="2396135" y="3484134"/>
                  </a:cubicBezTo>
                  <a:cubicBezTo>
                    <a:pt x="1544564" y="3484134"/>
                    <a:pt x="991670" y="3097832"/>
                    <a:pt x="548273" y="2480458"/>
                  </a:cubicBezTo>
                  <a:cubicBezTo>
                    <a:pt x="282201" y="2110049"/>
                    <a:pt x="0" y="1856001"/>
                    <a:pt x="0" y="1375327"/>
                  </a:cubicBezTo>
                  <a:cubicBezTo>
                    <a:pt x="0" y="894662"/>
                    <a:pt x="195505" y="448137"/>
                    <a:pt x="512166" y="777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BEEFEC71-200E-4390-0C10-05F8B3CD58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61928" y="0"/>
              <a:ext cx="4934374" cy="3484134"/>
            </a:xfrm>
            <a:custGeom>
              <a:avLst/>
              <a:gdLst>
                <a:gd name="connsiteX0" fmla="*/ 585303 w 4934374"/>
                <a:gd name="connsiteY0" fmla="*/ 0 h 3484134"/>
                <a:gd name="connsiteX1" fmla="*/ 1354934 w 4934374"/>
                <a:gd name="connsiteY1" fmla="*/ 0 h 3484134"/>
                <a:gd name="connsiteX2" fmla="*/ 1206830 w 4934374"/>
                <a:gd name="connsiteY2" fmla="*/ 109531 h 3484134"/>
                <a:gd name="connsiteX3" fmla="*/ 703453 w 4934374"/>
                <a:gd name="connsiteY3" fmla="*/ 698660 h 3484134"/>
                <a:gd name="connsiteX4" fmla="*/ 523079 w 4934374"/>
                <a:gd name="connsiteY4" fmla="*/ 1375409 h 3484134"/>
                <a:gd name="connsiteX5" fmla="*/ 820885 w 4934374"/>
                <a:gd name="connsiteY5" fmla="*/ 1990313 h 3484134"/>
                <a:gd name="connsiteX6" fmla="*/ 981122 w 4934374"/>
                <a:gd name="connsiteY6" fmla="*/ 2203186 h 3484134"/>
                <a:gd name="connsiteX7" fmla="*/ 1592426 w 4934374"/>
                <a:gd name="connsiteY7" fmla="*/ 2792645 h 3484134"/>
                <a:gd name="connsiteX8" fmla="*/ 2396135 w 4934374"/>
                <a:gd name="connsiteY8" fmla="*/ 2990119 h 3484134"/>
                <a:gd name="connsiteX9" fmla="*/ 2913112 w 4934374"/>
                <a:gd name="connsiteY9" fmla="*/ 2864371 h 3484134"/>
                <a:gd name="connsiteX10" fmla="*/ 3471411 w 4934374"/>
                <a:gd name="connsiteY10" fmla="*/ 2501292 h 3484134"/>
                <a:gd name="connsiteX11" fmla="*/ 3609242 w 4934374"/>
                <a:gd name="connsiteY11" fmla="*/ 2400414 h 3484134"/>
                <a:gd name="connsiteX12" fmla="*/ 4219151 w 4934374"/>
                <a:gd name="connsiteY12" fmla="*/ 1888693 h 3484134"/>
                <a:gd name="connsiteX13" fmla="*/ 4411296 w 4934374"/>
                <a:gd name="connsiteY13" fmla="*/ 1375409 h 3484134"/>
                <a:gd name="connsiteX14" fmla="*/ 3957874 w 4934374"/>
                <a:gd name="connsiteY14" fmla="*/ 51887 h 3484134"/>
                <a:gd name="connsiteX15" fmla="*/ 3906637 w 4934374"/>
                <a:gd name="connsiteY15" fmla="*/ 0 h 3484134"/>
                <a:gd name="connsiteX16" fmla="*/ 4555675 w 4934374"/>
                <a:gd name="connsiteY16" fmla="*/ 0 h 3484134"/>
                <a:gd name="connsiteX17" fmla="*/ 4605933 w 4934374"/>
                <a:gd name="connsiteY17" fmla="*/ 77740 h 3484134"/>
                <a:gd name="connsiteX18" fmla="*/ 4934374 w 4934374"/>
                <a:gd name="connsiteY18" fmla="*/ 1375327 h 3484134"/>
                <a:gd name="connsiteX19" fmla="*/ 3793540 w 4934374"/>
                <a:gd name="connsiteY19" fmla="*/ 2890475 h 3484134"/>
                <a:gd name="connsiteX20" fmla="*/ 2396135 w 4934374"/>
                <a:gd name="connsiteY20" fmla="*/ 3484134 h 3484134"/>
                <a:gd name="connsiteX21" fmla="*/ 548273 w 4934374"/>
                <a:gd name="connsiteY21" fmla="*/ 2480458 h 3484134"/>
                <a:gd name="connsiteX22" fmla="*/ 0 w 4934374"/>
                <a:gd name="connsiteY22" fmla="*/ 1375327 h 3484134"/>
                <a:gd name="connsiteX23" fmla="*/ 512166 w 4934374"/>
                <a:gd name="connsiteY23" fmla="*/ 77740 h 3484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934374" h="3484134">
                  <a:moveTo>
                    <a:pt x="585303" y="0"/>
                  </a:moveTo>
                  <a:lnTo>
                    <a:pt x="1354934" y="0"/>
                  </a:lnTo>
                  <a:lnTo>
                    <a:pt x="1206830" y="109531"/>
                  </a:lnTo>
                  <a:cubicBezTo>
                    <a:pt x="994024" y="281725"/>
                    <a:pt x="820013" y="485457"/>
                    <a:pt x="703453" y="698660"/>
                  </a:cubicBezTo>
                  <a:cubicBezTo>
                    <a:pt x="583756" y="917627"/>
                    <a:pt x="523079" y="1145324"/>
                    <a:pt x="523079" y="1375409"/>
                  </a:cubicBezTo>
                  <a:cubicBezTo>
                    <a:pt x="523079" y="1595282"/>
                    <a:pt x="614356" y="1722842"/>
                    <a:pt x="820885" y="1990313"/>
                  </a:cubicBezTo>
                  <a:cubicBezTo>
                    <a:pt x="872582" y="2057263"/>
                    <a:pt x="926023" y="2126519"/>
                    <a:pt x="981122" y="2203186"/>
                  </a:cubicBezTo>
                  <a:cubicBezTo>
                    <a:pt x="1175968" y="2474445"/>
                    <a:pt x="1375871" y="2667309"/>
                    <a:pt x="1592426" y="2792645"/>
                  </a:cubicBezTo>
                  <a:cubicBezTo>
                    <a:pt x="1821970" y="2925557"/>
                    <a:pt x="2084904" y="2990119"/>
                    <a:pt x="2396135" y="2990119"/>
                  </a:cubicBezTo>
                  <a:cubicBezTo>
                    <a:pt x="2572762" y="2990119"/>
                    <a:pt x="2737009" y="2950179"/>
                    <a:pt x="2913112" y="2864371"/>
                  </a:cubicBezTo>
                  <a:cubicBezTo>
                    <a:pt x="3093922" y="2776257"/>
                    <a:pt x="3272903" y="2647792"/>
                    <a:pt x="3471411" y="2501292"/>
                  </a:cubicBezTo>
                  <a:cubicBezTo>
                    <a:pt x="3517964" y="2466952"/>
                    <a:pt x="3564344" y="2433106"/>
                    <a:pt x="3609242" y="2400414"/>
                  </a:cubicBezTo>
                  <a:cubicBezTo>
                    <a:pt x="3847766" y="2226574"/>
                    <a:pt x="4073038" y="2062368"/>
                    <a:pt x="4219151" y="1888693"/>
                  </a:cubicBezTo>
                  <a:cubicBezTo>
                    <a:pt x="4353844" y="1728606"/>
                    <a:pt x="4411296" y="1575106"/>
                    <a:pt x="4411296" y="1375409"/>
                  </a:cubicBezTo>
                  <a:cubicBezTo>
                    <a:pt x="4411296" y="851089"/>
                    <a:pt x="4250274" y="381038"/>
                    <a:pt x="3957874" y="51887"/>
                  </a:cubicBezTo>
                  <a:lnTo>
                    <a:pt x="3906637" y="0"/>
                  </a:lnTo>
                  <a:lnTo>
                    <a:pt x="4555675" y="0"/>
                  </a:lnTo>
                  <a:lnTo>
                    <a:pt x="4605933" y="77740"/>
                  </a:lnTo>
                  <a:cubicBezTo>
                    <a:pt x="4820335" y="448137"/>
                    <a:pt x="4934374" y="894662"/>
                    <a:pt x="4934374" y="1375327"/>
                  </a:cubicBezTo>
                  <a:cubicBezTo>
                    <a:pt x="4934374" y="2116884"/>
                    <a:pt x="4369100" y="2465635"/>
                    <a:pt x="3793540" y="2890475"/>
                  </a:cubicBezTo>
                  <a:cubicBezTo>
                    <a:pt x="3374293" y="3199945"/>
                    <a:pt x="2970389" y="3484134"/>
                    <a:pt x="2396135" y="3484134"/>
                  </a:cubicBezTo>
                  <a:cubicBezTo>
                    <a:pt x="1544564" y="3484134"/>
                    <a:pt x="991670" y="3097832"/>
                    <a:pt x="548273" y="2480458"/>
                  </a:cubicBezTo>
                  <a:cubicBezTo>
                    <a:pt x="282201" y="2110049"/>
                    <a:pt x="0" y="1856001"/>
                    <a:pt x="0" y="1375327"/>
                  </a:cubicBezTo>
                  <a:cubicBezTo>
                    <a:pt x="0" y="894662"/>
                    <a:pt x="195505" y="448137"/>
                    <a:pt x="512166" y="777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CEF3E4A2-E631-6CFD-71D6-3F440194311B}"/>
              </a:ext>
            </a:extLst>
          </p:cNvPr>
          <p:cNvSpPr txBox="1"/>
          <p:nvPr/>
        </p:nvSpPr>
        <p:spPr>
          <a:xfrm>
            <a:off x="728860" y="649534"/>
            <a:ext cx="5368188" cy="14465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400" b="1" dirty="0" err="1"/>
              <a:t>Podsumowanie</a:t>
            </a:r>
            <a:r>
              <a:rPr lang="en-US" sz="4400" b="1" dirty="0"/>
              <a:t> </a:t>
            </a:r>
            <a:r>
              <a:rPr lang="en-US" sz="4400" b="1" dirty="0" err="1"/>
              <a:t>etapu</a:t>
            </a:r>
            <a:r>
              <a:rPr lang="en-US" sz="4400" b="1" dirty="0"/>
              <a:t> I:</a:t>
            </a:r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7AA69C2-B603-4B95-DA0D-1CA9980D88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32865" y="2520390"/>
            <a:ext cx="4753534" cy="4045189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just"/>
            <a:r>
              <a:rPr lang="en-US" sz="2400" b="1" dirty="0"/>
              <a:t>Status </a:t>
            </a:r>
            <a:r>
              <a:rPr lang="en-US" sz="2400" b="1" dirty="0" err="1"/>
              <a:t>integracji</a:t>
            </a:r>
            <a:r>
              <a:rPr lang="en-US" sz="2400" b="1" dirty="0"/>
              <a:t> z Firebase</a:t>
            </a:r>
          </a:p>
          <a:p>
            <a:pPr algn="just"/>
            <a:endParaRPr lang="en-US" sz="2400" b="1" dirty="0"/>
          </a:p>
          <a:p>
            <a:pPr marL="342900" indent="-342900" algn="just">
              <a:buFont typeface="Courier New" panose="020B0604020202020204" pitchFamily="34" charset="0"/>
              <a:buChar char="o"/>
            </a:pPr>
            <a:r>
              <a:rPr lang="en-US" sz="2400" err="1"/>
              <a:t>Zrealizowane</a:t>
            </a:r>
            <a:r>
              <a:rPr lang="en-US" sz="2400" dirty="0"/>
              <a:t> </a:t>
            </a:r>
            <a:r>
              <a:rPr lang="en-US" sz="2400" err="1"/>
              <a:t>kluczowe</a:t>
            </a:r>
            <a:r>
              <a:rPr lang="en-US" sz="2400" dirty="0"/>
              <a:t> </a:t>
            </a:r>
            <a:r>
              <a:rPr lang="en-US" sz="2400" err="1"/>
              <a:t>elementy</a:t>
            </a:r>
            <a:r>
              <a:rPr lang="en-US" sz="2400" dirty="0"/>
              <a:t> </a:t>
            </a:r>
            <a:r>
              <a:rPr lang="en-US" sz="2400" err="1"/>
              <a:t>gry</a:t>
            </a:r>
            <a:endParaRPr lang="en-US" sz="2400"/>
          </a:p>
          <a:p>
            <a:pPr marL="342900" indent="-342900" algn="just">
              <a:buFont typeface="Courier New" panose="020B0604020202020204" pitchFamily="34" charset="0"/>
              <a:buChar char="o"/>
            </a:pPr>
            <a:r>
              <a:rPr lang="en-US" sz="2400" err="1"/>
              <a:t>Funkcje</a:t>
            </a:r>
            <a:r>
              <a:rPr lang="en-US" sz="2400" dirty="0"/>
              <a:t> </a:t>
            </a:r>
            <a:r>
              <a:rPr lang="en-US" sz="2400" err="1"/>
              <a:t>administracyjne</a:t>
            </a:r>
            <a:r>
              <a:rPr lang="en-US" sz="2400" dirty="0"/>
              <a:t> </a:t>
            </a:r>
            <a:r>
              <a:rPr lang="en-US" sz="2400" err="1"/>
              <a:t>zostały</a:t>
            </a:r>
            <a:r>
              <a:rPr lang="en-US" sz="2400" dirty="0"/>
              <a:t> </a:t>
            </a:r>
            <a:r>
              <a:rPr lang="en-US" sz="2400" err="1"/>
              <a:t>przeniesione</a:t>
            </a:r>
            <a:r>
              <a:rPr lang="en-US" sz="2400" dirty="0"/>
              <a:t> do </a:t>
            </a:r>
            <a:r>
              <a:rPr lang="en-US" sz="2400" err="1"/>
              <a:t>planó</a:t>
            </a:r>
            <a:r>
              <a:rPr lang="en-US" sz="2400" dirty="0"/>
              <a:t> </a:t>
            </a:r>
            <a:r>
              <a:rPr lang="en-US" sz="2400" err="1"/>
              <a:t>na</a:t>
            </a:r>
            <a:r>
              <a:rPr lang="en-US" sz="2400" dirty="0"/>
              <a:t> </a:t>
            </a:r>
            <a:r>
              <a:rPr lang="en-US" sz="2400" err="1"/>
              <a:t>kolejny</a:t>
            </a:r>
            <a:r>
              <a:rPr lang="en-US" sz="2400" dirty="0"/>
              <a:t> </a:t>
            </a:r>
            <a:r>
              <a:rPr lang="en-US" sz="2400" err="1"/>
              <a:t>etap</a:t>
            </a:r>
            <a:r>
              <a:rPr lang="en-US" sz="2400" dirty="0"/>
              <a:t> </a:t>
            </a:r>
            <a:r>
              <a:rPr lang="en-US" sz="2400" err="1"/>
              <a:t>prac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217880430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D4C09F3-9942-2A11-1DC2-FEDA6391E2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B7409ABA-FAB5-D5EB-CDDA-7B3C7D8645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725C4CA1-7D78-5393-E2BB-488281E71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855526" y="2227167"/>
            <a:ext cx="4336168" cy="4630834"/>
            <a:chOff x="7855526" y="2145638"/>
            <a:chExt cx="4336168" cy="4630834"/>
          </a:xfrm>
          <a:gradFill>
            <a:gsLst>
              <a:gs pos="2000">
                <a:schemeClr val="bg1">
                  <a:alpha val="10000"/>
                </a:schemeClr>
              </a:gs>
              <a:gs pos="16000">
                <a:schemeClr val="accent6">
                  <a:alpha val="10000"/>
                </a:schemeClr>
              </a:gs>
              <a:gs pos="100000">
                <a:schemeClr val="bg1">
                  <a:alpha val="10000"/>
                </a:schemeClr>
              </a:gs>
              <a:gs pos="85000">
                <a:schemeClr val="accent1">
                  <a:alpha val="10000"/>
                </a:schemeClr>
              </a:gs>
            </a:gsLst>
            <a:lin ang="12000000" scaled="0"/>
          </a:gradFill>
        </p:grpSpPr>
        <p:sp useBgFill="1">
          <p:nvSpPr>
            <p:cNvPr id="39" name="Freeform: Shape 38">
              <a:extLst>
                <a:ext uri="{FF2B5EF4-FFF2-40B4-BE49-F238E27FC236}">
                  <a16:creationId xmlns:a16="http://schemas.microsoft.com/office/drawing/2014/main" id="{97F47095-5197-2F08-C7D8-FFA4BB7C3A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75903" y="2463723"/>
              <a:ext cx="4315791" cy="4312749"/>
            </a:xfrm>
            <a:custGeom>
              <a:avLst/>
              <a:gdLst>
                <a:gd name="connsiteX0" fmla="*/ 2987009 w 4315791"/>
                <a:gd name="connsiteY0" fmla="*/ 0 h 4312749"/>
                <a:gd name="connsiteX1" fmla="*/ 4136908 w 4315791"/>
                <a:gd name="connsiteY1" fmla="*/ 333995 h 4312749"/>
                <a:gd name="connsiteX2" fmla="*/ 4315791 w 4315791"/>
                <a:gd name="connsiteY2" fmla="*/ 445229 h 4312749"/>
                <a:gd name="connsiteX3" fmla="*/ 4315791 w 4315791"/>
                <a:gd name="connsiteY3" fmla="*/ 1208150 h 4312749"/>
                <a:gd name="connsiteX4" fmla="*/ 4145996 w 4315791"/>
                <a:gd name="connsiteY4" fmla="*/ 1085198 h 4312749"/>
                <a:gd name="connsiteX5" fmla="*/ 3631470 w 4315791"/>
                <a:gd name="connsiteY5" fmla="*/ 767158 h 4312749"/>
                <a:gd name="connsiteX6" fmla="*/ 2987009 w 4315791"/>
                <a:gd name="connsiteY6" fmla="*/ 611504 h 4312749"/>
                <a:gd name="connsiteX7" fmla="*/ 1985110 w 4315791"/>
                <a:gd name="connsiteY7" fmla="*/ 855943 h 4312749"/>
                <a:gd name="connsiteX8" fmla="*/ 1223061 w 4315791"/>
                <a:gd name="connsiteY8" fmla="*/ 1585590 h 4312749"/>
                <a:gd name="connsiteX9" fmla="*/ 1023311 w 4315791"/>
                <a:gd name="connsiteY9" fmla="*/ 1849089 h 4312749"/>
                <a:gd name="connsiteX10" fmla="*/ 652067 w 4315791"/>
                <a:gd name="connsiteY10" fmla="*/ 2610233 h 4312749"/>
                <a:gd name="connsiteX11" fmla="*/ 876921 w 4315791"/>
                <a:gd name="connsiteY11" fmla="*/ 3447930 h 4312749"/>
                <a:gd name="connsiteX12" fmla="*/ 1504428 w 4315791"/>
                <a:gd name="connsiteY12" fmla="*/ 4177169 h 4312749"/>
                <a:gd name="connsiteX13" fmla="*/ 1689053 w 4315791"/>
                <a:gd name="connsiteY13" fmla="*/ 4312749 h 4312749"/>
                <a:gd name="connsiteX14" fmla="*/ 729636 w 4315791"/>
                <a:gd name="connsiteY14" fmla="*/ 4312749 h 4312749"/>
                <a:gd name="connsiteX15" fmla="*/ 638463 w 4315791"/>
                <a:gd name="connsiteY15" fmla="*/ 4216521 h 4312749"/>
                <a:gd name="connsiteX16" fmla="*/ 0 w 4315791"/>
                <a:gd name="connsiteY16" fmla="*/ 2610335 h 4312749"/>
                <a:gd name="connsiteX17" fmla="*/ 683474 w 4315791"/>
                <a:gd name="connsiteY17" fmla="*/ 1242376 h 4312749"/>
                <a:gd name="connsiteX18" fmla="*/ 2987009 w 4315791"/>
                <a:gd name="connsiteY18" fmla="*/ 0 h 4312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4315791" h="4312749">
                  <a:moveTo>
                    <a:pt x="2987009" y="0"/>
                  </a:moveTo>
                  <a:cubicBezTo>
                    <a:pt x="3434423" y="0"/>
                    <a:pt x="3798884" y="137413"/>
                    <a:pt x="4136908" y="333995"/>
                  </a:cubicBezTo>
                  <a:lnTo>
                    <a:pt x="4315791" y="445229"/>
                  </a:lnTo>
                  <a:lnTo>
                    <a:pt x="4315791" y="1208150"/>
                  </a:lnTo>
                  <a:lnTo>
                    <a:pt x="4145996" y="1085198"/>
                  </a:lnTo>
                  <a:cubicBezTo>
                    <a:pt x="3968282" y="958859"/>
                    <a:pt x="3800518" y="848961"/>
                    <a:pt x="3631470" y="767158"/>
                  </a:cubicBezTo>
                  <a:cubicBezTo>
                    <a:pt x="3411941" y="660943"/>
                    <a:pt x="3207191" y="611504"/>
                    <a:pt x="2987009" y="611504"/>
                  </a:cubicBezTo>
                  <a:cubicBezTo>
                    <a:pt x="2599030" y="611504"/>
                    <a:pt x="2271258" y="691421"/>
                    <a:pt x="1985110" y="855943"/>
                  </a:cubicBezTo>
                  <a:cubicBezTo>
                    <a:pt x="1715153" y="1011087"/>
                    <a:pt x="1465955" y="1249819"/>
                    <a:pt x="1223061" y="1585590"/>
                  </a:cubicBezTo>
                  <a:cubicBezTo>
                    <a:pt x="1154375" y="1680490"/>
                    <a:pt x="1087756" y="1766217"/>
                    <a:pt x="1023311" y="1849089"/>
                  </a:cubicBezTo>
                  <a:cubicBezTo>
                    <a:pt x="765853" y="2180172"/>
                    <a:pt x="652067" y="2338069"/>
                    <a:pt x="652067" y="2610233"/>
                  </a:cubicBezTo>
                  <a:cubicBezTo>
                    <a:pt x="652067" y="2895038"/>
                    <a:pt x="727707" y="3176887"/>
                    <a:pt x="876921" y="3447930"/>
                  </a:cubicBezTo>
                  <a:cubicBezTo>
                    <a:pt x="1022224" y="3711838"/>
                    <a:pt x="1239145" y="3964023"/>
                    <a:pt x="1504428" y="4177169"/>
                  </a:cubicBezTo>
                  <a:lnTo>
                    <a:pt x="1689053" y="4312749"/>
                  </a:lnTo>
                  <a:lnTo>
                    <a:pt x="729636" y="4312749"/>
                  </a:lnTo>
                  <a:lnTo>
                    <a:pt x="638463" y="4216521"/>
                  </a:lnTo>
                  <a:cubicBezTo>
                    <a:pt x="243716" y="3758034"/>
                    <a:pt x="0" y="3205314"/>
                    <a:pt x="0" y="2610335"/>
                  </a:cubicBezTo>
                  <a:cubicBezTo>
                    <a:pt x="0" y="2015344"/>
                    <a:pt x="351790" y="1700877"/>
                    <a:pt x="683474" y="1242376"/>
                  </a:cubicBezTo>
                  <a:cubicBezTo>
                    <a:pt x="1236211" y="478174"/>
                    <a:pt x="1925445" y="0"/>
                    <a:pt x="29870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 useBgFill="1">
          <p:nvSpPr>
            <p:cNvPr id="40" name="Freeform: Shape 39">
              <a:extLst>
                <a:ext uri="{FF2B5EF4-FFF2-40B4-BE49-F238E27FC236}">
                  <a16:creationId xmlns:a16="http://schemas.microsoft.com/office/drawing/2014/main" id="{1B601DD5-55A8-F30B-D0F8-B065FCE6DD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75903" y="2463723"/>
              <a:ext cx="4315791" cy="4312749"/>
            </a:xfrm>
            <a:custGeom>
              <a:avLst/>
              <a:gdLst>
                <a:gd name="connsiteX0" fmla="*/ 2987009 w 4315791"/>
                <a:gd name="connsiteY0" fmla="*/ 0 h 4312749"/>
                <a:gd name="connsiteX1" fmla="*/ 4136908 w 4315791"/>
                <a:gd name="connsiteY1" fmla="*/ 333995 h 4312749"/>
                <a:gd name="connsiteX2" fmla="*/ 4315791 w 4315791"/>
                <a:gd name="connsiteY2" fmla="*/ 445229 h 4312749"/>
                <a:gd name="connsiteX3" fmla="*/ 4315791 w 4315791"/>
                <a:gd name="connsiteY3" fmla="*/ 1079495 h 4312749"/>
                <a:gd name="connsiteX4" fmla="*/ 4206793 w 4315791"/>
                <a:gd name="connsiteY4" fmla="*/ 1000737 h 4312749"/>
                <a:gd name="connsiteX5" fmla="*/ 2987119 w 4315791"/>
                <a:gd name="connsiteY5" fmla="*/ 509571 h 4312749"/>
                <a:gd name="connsiteX6" fmla="*/ 1133184 w 4315791"/>
                <a:gd name="connsiteY6" fmla="*/ 1528405 h 4312749"/>
                <a:gd name="connsiteX7" fmla="*/ 935607 w 4315791"/>
                <a:gd name="connsiteY7" fmla="*/ 1789050 h 4312749"/>
                <a:gd name="connsiteX8" fmla="*/ 543498 w 4315791"/>
                <a:gd name="connsiteY8" fmla="*/ 2610233 h 4312749"/>
                <a:gd name="connsiteX9" fmla="*/ 780416 w 4315791"/>
                <a:gd name="connsiteY9" fmla="*/ 3494616 h 4312749"/>
                <a:gd name="connsiteX10" fmla="*/ 1433786 w 4315791"/>
                <a:gd name="connsiteY10" fmla="*/ 4254537 h 4312749"/>
                <a:gd name="connsiteX11" fmla="*/ 1513041 w 4315791"/>
                <a:gd name="connsiteY11" fmla="*/ 4312749 h 4312749"/>
                <a:gd name="connsiteX12" fmla="*/ 729636 w 4315791"/>
                <a:gd name="connsiteY12" fmla="*/ 4312749 h 4312749"/>
                <a:gd name="connsiteX13" fmla="*/ 638463 w 4315791"/>
                <a:gd name="connsiteY13" fmla="*/ 4216521 h 4312749"/>
                <a:gd name="connsiteX14" fmla="*/ 0 w 4315791"/>
                <a:gd name="connsiteY14" fmla="*/ 2610335 h 4312749"/>
                <a:gd name="connsiteX15" fmla="*/ 683474 w 4315791"/>
                <a:gd name="connsiteY15" fmla="*/ 1242376 h 4312749"/>
                <a:gd name="connsiteX16" fmla="*/ 2987009 w 4315791"/>
                <a:gd name="connsiteY16" fmla="*/ 0 h 43127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4315791" h="4312749">
                  <a:moveTo>
                    <a:pt x="2987009" y="0"/>
                  </a:moveTo>
                  <a:cubicBezTo>
                    <a:pt x="3434423" y="0"/>
                    <a:pt x="3798884" y="137413"/>
                    <a:pt x="4136908" y="333995"/>
                  </a:cubicBezTo>
                  <a:lnTo>
                    <a:pt x="4315791" y="445229"/>
                  </a:lnTo>
                  <a:lnTo>
                    <a:pt x="4315791" y="1079495"/>
                  </a:lnTo>
                  <a:lnTo>
                    <a:pt x="4206793" y="1000737"/>
                  </a:lnTo>
                  <a:cubicBezTo>
                    <a:pt x="3781561" y="699607"/>
                    <a:pt x="3436718" y="509571"/>
                    <a:pt x="2987119" y="509571"/>
                  </a:cubicBezTo>
                  <a:cubicBezTo>
                    <a:pt x="2204204" y="509571"/>
                    <a:pt x="1649730" y="814251"/>
                    <a:pt x="1133184" y="1528405"/>
                  </a:cubicBezTo>
                  <a:cubicBezTo>
                    <a:pt x="1065585" y="1621878"/>
                    <a:pt x="999510" y="1706892"/>
                    <a:pt x="935607" y="1789050"/>
                  </a:cubicBezTo>
                  <a:cubicBezTo>
                    <a:pt x="670760" y="2129716"/>
                    <a:pt x="543498" y="2306877"/>
                    <a:pt x="543498" y="2610233"/>
                  </a:cubicBezTo>
                  <a:cubicBezTo>
                    <a:pt x="543498" y="2911449"/>
                    <a:pt x="623267" y="3208997"/>
                    <a:pt x="780416" y="3494616"/>
                  </a:cubicBezTo>
                  <a:cubicBezTo>
                    <a:pt x="934194" y="3774018"/>
                    <a:pt x="1154050" y="4029772"/>
                    <a:pt x="1433786" y="4254537"/>
                  </a:cubicBezTo>
                  <a:lnTo>
                    <a:pt x="1513041" y="4312749"/>
                  </a:lnTo>
                  <a:lnTo>
                    <a:pt x="729636" y="4312749"/>
                  </a:lnTo>
                  <a:lnTo>
                    <a:pt x="638463" y="4216521"/>
                  </a:lnTo>
                  <a:cubicBezTo>
                    <a:pt x="243716" y="3758034"/>
                    <a:pt x="0" y="3205314"/>
                    <a:pt x="0" y="2610335"/>
                  </a:cubicBezTo>
                  <a:cubicBezTo>
                    <a:pt x="0" y="2015344"/>
                    <a:pt x="351790" y="1700877"/>
                    <a:pt x="683474" y="1242376"/>
                  </a:cubicBezTo>
                  <a:cubicBezTo>
                    <a:pt x="1236211" y="478174"/>
                    <a:pt x="1925445" y="0"/>
                    <a:pt x="29870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 useBgFill="1">
          <p:nvSpPr>
            <p:cNvPr id="41" name="Freeform: Shape 40">
              <a:extLst>
                <a:ext uri="{FF2B5EF4-FFF2-40B4-BE49-F238E27FC236}">
                  <a16:creationId xmlns:a16="http://schemas.microsoft.com/office/drawing/2014/main" id="{930F11C3-1834-7D65-B92E-97CB6602C2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77037" y="2411531"/>
              <a:ext cx="4314657" cy="4364939"/>
            </a:xfrm>
            <a:custGeom>
              <a:avLst/>
              <a:gdLst>
                <a:gd name="connsiteX0" fmla="*/ 3028307 w 4314657"/>
                <a:gd name="connsiteY0" fmla="*/ 21 h 4364939"/>
                <a:gd name="connsiteX1" fmla="*/ 3066670 w 4314657"/>
                <a:gd name="connsiteY1" fmla="*/ 836 h 4364939"/>
                <a:gd name="connsiteX2" fmla="*/ 3220125 w 4314657"/>
                <a:gd name="connsiteY2" fmla="*/ 9909 h 4364939"/>
                <a:gd name="connsiteX3" fmla="*/ 3816113 w 4314657"/>
                <a:gd name="connsiteY3" fmla="*/ 150272 h 4364939"/>
                <a:gd name="connsiteX4" fmla="*/ 4089981 w 4314657"/>
                <a:gd name="connsiteY4" fmla="*/ 272287 h 4364939"/>
                <a:gd name="connsiteX5" fmla="*/ 4314657 w 4314657"/>
                <a:gd name="connsiteY5" fmla="*/ 398926 h 4364939"/>
                <a:gd name="connsiteX6" fmla="*/ 4314657 w 4314657"/>
                <a:gd name="connsiteY6" fmla="*/ 911199 h 4364939"/>
                <a:gd name="connsiteX7" fmla="*/ 4310597 w 4314657"/>
                <a:gd name="connsiteY7" fmla="*/ 908154 h 4364939"/>
                <a:gd name="connsiteX8" fmla="*/ 4203223 w 4314657"/>
                <a:gd name="connsiteY8" fmla="*/ 829562 h 4364939"/>
                <a:gd name="connsiteX9" fmla="*/ 4095850 w 4314657"/>
                <a:gd name="connsiteY9" fmla="*/ 753520 h 4364939"/>
                <a:gd name="connsiteX10" fmla="*/ 3652987 w 4314657"/>
                <a:gd name="connsiteY10" fmla="*/ 494811 h 4364939"/>
                <a:gd name="connsiteX11" fmla="*/ 3173610 w 4314657"/>
                <a:gd name="connsiteY11" fmla="*/ 347209 h 4364939"/>
                <a:gd name="connsiteX12" fmla="*/ 3047760 w 4314657"/>
                <a:gd name="connsiteY12" fmla="*/ 332632 h 4364939"/>
                <a:gd name="connsiteX13" fmla="*/ 3016027 w 4314657"/>
                <a:gd name="connsiteY13" fmla="*/ 330186 h 4364939"/>
                <a:gd name="connsiteX14" fmla="*/ 2984184 w 4314657"/>
                <a:gd name="connsiteY14" fmla="*/ 328658 h 4364939"/>
                <a:gd name="connsiteX15" fmla="*/ 2952233 w 4314657"/>
                <a:gd name="connsiteY15" fmla="*/ 327332 h 4364939"/>
                <a:gd name="connsiteX16" fmla="*/ 2919085 w 4314657"/>
                <a:gd name="connsiteY16" fmla="*/ 327026 h 4364939"/>
                <a:gd name="connsiteX17" fmla="*/ 2852901 w 4314657"/>
                <a:gd name="connsiteY17" fmla="*/ 326720 h 4364939"/>
                <a:gd name="connsiteX18" fmla="*/ 2786826 w 4314657"/>
                <a:gd name="connsiteY18" fmla="*/ 328148 h 4364939"/>
                <a:gd name="connsiteX19" fmla="*/ 2720965 w 4314657"/>
                <a:gd name="connsiteY19" fmla="*/ 331409 h 4364939"/>
                <a:gd name="connsiteX20" fmla="*/ 2655325 w 4314657"/>
                <a:gd name="connsiteY20" fmla="*/ 336098 h 4364939"/>
                <a:gd name="connsiteX21" fmla="*/ 2524803 w 4314657"/>
                <a:gd name="connsiteY21" fmla="*/ 350573 h 4364939"/>
                <a:gd name="connsiteX22" fmla="*/ 2460139 w 4314657"/>
                <a:gd name="connsiteY22" fmla="*/ 360664 h 4364939"/>
                <a:gd name="connsiteX23" fmla="*/ 2396019 w 4314657"/>
                <a:gd name="connsiteY23" fmla="*/ 372693 h 4364939"/>
                <a:gd name="connsiteX24" fmla="*/ 2145843 w 4314657"/>
                <a:gd name="connsiteY24" fmla="*/ 440989 h 4364939"/>
                <a:gd name="connsiteX25" fmla="*/ 1698635 w 4314657"/>
                <a:gd name="connsiteY25" fmla="*/ 682676 h 4364939"/>
                <a:gd name="connsiteX26" fmla="*/ 1498450 w 4314657"/>
                <a:gd name="connsiteY26" fmla="*/ 835474 h 4364939"/>
                <a:gd name="connsiteX27" fmla="*/ 1307285 w 4314657"/>
                <a:gd name="connsiteY27" fmla="*/ 1001220 h 4364939"/>
                <a:gd name="connsiteX28" fmla="*/ 947780 w 4314657"/>
                <a:gd name="connsiteY28" fmla="*/ 1369612 h 4364939"/>
                <a:gd name="connsiteX29" fmla="*/ 905939 w 4314657"/>
                <a:gd name="connsiteY29" fmla="*/ 1419458 h 4364939"/>
                <a:gd name="connsiteX30" fmla="*/ 863228 w 4314657"/>
                <a:gd name="connsiteY30" fmla="*/ 1471545 h 4364939"/>
                <a:gd name="connsiteX31" fmla="*/ 774330 w 4314657"/>
                <a:gd name="connsiteY31" fmla="*/ 1577659 h 4364939"/>
                <a:gd name="connsiteX32" fmla="*/ 595554 w 4314657"/>
                <a:gd name="connsiteY32" fmla="*/ 1780916 h 4364939"/>
                <a:gd name="connsiteX33" fmla="*/ 430365 w 4314657"/>
                <a:gd name="connsiteY33" fmla="*/ 1982644 h 4364939"/>
                <a:gd name="connsiteX34" fmla="*/ 358855 w 4314657"/>
                <a:gd name="connsiteY34" fmla="*/ 2087025 h 4364939"/>
                <a:gd name="connsiteX35" fmla="*/ 296583 w 4314657"/>
                <a:gd name="connsiteY35" fmla="*/ 2194872 h 4364939"/>
                <a:gd name="connsiteX36" fmla="*/ 207358 w 4314657"/>
                <a:gd name="connsiteY36" fmla="*/ 2423918 h 4364939"/>
                <a:gd name="connsiteX37" fmla="*/ 177146 w 4314657"/>
                <a:gd name="connsiteY37" fmla="*/ 2668765 h 4364939"/>
                <a:gd name="connsiteX38" fmla="*/ 248763 w 4314657"/>
                <a:gd name="connsiteY38" fmla="*/ 3168854 h 4364939"/>
                <a:gd name="connsiteX39" fmla="*/ 445688 w 4314657"/>
                <a:gd name="connsiteY39" fmla="*/ 3637956 h 4364939"/>
                <a:gd name="connsiteX40" fmla="*/ 735859 w 4314657"/>
                <a:gd name="connsiteY40" fmla="*/ 4062310 h 4364939"/>
                <a:gd name="connsiteX41" fmla="*/ 910884 w 4314657"/>
                <a:gd name="connsiteY41" fmla="*/ 4254366 h 4364939"/>
                <a:gd name="connsiteX42" fmla="*/ 1030507 w 4314657"/>
                <a:gd name="connsiteY42" fmla="*/ 4364939 h 4364939"/>
                <a:gd name="connsiteX43" fmla="*/ 676755 w 4314657"/>
                <a:gd name="connsiteY43" fmla="*/ 4364939 h 4364939"/>
                <a:gd name="connsiteX44" fmla="*/ 538105 w 4314657"/>
                <a:gd name="connsiteY44" fmla="*/ 4202315 h 4364939"/>
                <a:gd name="connsiteX45" fmla="*/ 241592 w 4314657"/>
                <a:gd name="connsiteY45" fmla="*/ 3731226 h 4364939"/>
                <a:gd name="connsiteX46" fmla="*/ 60317 w 4314657"/>
                <a:gd name="connsiteY46" fmla="*/ 3211362 h 4364939"/>
                <a:gd name="connsiteX47" fmla="*/ 0 w 4314657"/>
                <a:gd name="connsiteY47" fmla="*/ 2668765 h 4364939"/>
                <a:gd name="connsiteX48" fmla="*/ 21736 w 4314657"/>
                <a:gd name="connsiteY48" fmla="*/ 2390280 h 4364939"/>
                <a:gd name="connsiteX49" fmla="*/ 27605 w 4314657"/>
                <a:gd name="connsiteY49" fmla="*/ 2355521 h 4364939"/>
                <a:gd name="connsiteX50" fmla="*/ 34669 w 4314657"/>
                <a:gd name="connsiteY50" fmla="*/ 2320862 h 4364939"/>
                <a:gd name="connsiteX51" fmla="*/ 50753 w 4314657"/>
                <a:gd name="connsiteY51" fmla="*/ 2251750 h 4364939"/>
                <a:gd name="connsiteX52" fmla="*/ 93899 w 4314657"/>
                <a:gd name="connsiteY52" fmla="*/ 2116179 h 4364939"/>
                <a:gd name="connsiteX53" fmla="*/ 150194 w 4314657"/>
                <a:gd name="connsiteY53" fmla="*/ 1985498 h 4364939"/>
                <a:gd name="connsiteX54" fmla="*/ 216486 w 4314657"/>
                <a:gd name="connsiteY54" fmla="*/ 1860628 h 4364939"/>
                <a:gd name="connsiteX55" fmla="*/ 363527 w 4314657"/>
                <a:gd name="connsiteY55" fmla="*/ 1625058 h 4364939"/>
                <a:gd name="connsiteX56" fmla="*/ 514155 w 4314657"/>
                <a:gd name="connsiteY56" fmla="*/ 1402231 h 4364939"/>
                <a:gd name="connsiteX57" fmla="*/ 586861 w 4314657"/>
                <a:gd name="connsiteY57" fmla="*/ 1293160 h 4364939"/>
                <a:gd name="connsiteX58" fmla="*/ 623702 w 4314657"/>
                <a:gd name="connsiteY58" fmla="*/ 1236892 h 4364939"/>
                <a:gd name="connsiteX59" fmla="*/ 662283 w 4314657"/>
                <a:gd name="connsiteY59" fmla="*/ 1178892 h 4364939"/>
                <a:gd name="connsiteX60" fmla="*/ 827364 w 4314657"/>
                <a:gd name="connsiteY60" fmla="*/ 951170 h 4364939"/>
                <a:gd name="connsiteX61" fmla="*/ 1016355 w 4314657"/>
                <a:gd name="connsiteY61" fmla="*/ 736089 h 4364939"/>
                <a:gd name="connsiteX62" fmla="*/ 1482474 w 4314657"/>
                <a:gd name="connsiteY62" fmla="*/ 378707 h 4364939"/>
                <a:gd name="connsiteX63" fmla="*/ 2035644 w 4314657"/>
                <a:gd name="connsiteY63" fmla="*/ 149151 h 4364939"/>
                <a:gd name="connsiteX64" fmla="*/ 2324619 w 4314657"/>
                <a:gd name="connsiteY64" fmla="*/ 72802 h 4364939"/>
                <a:gd name="connsiteX65" fmla="*/ 2618809 w 4314657"/>
                <a:gd name="connsiteY65" fmla="*/ 24078 h 4364939"/>
                <a:gd name="connsiteX66" fmla="*/ 2914849 w 4314657"/>
                <a:gd name="connsiteY66" fmla="*/ 1957 h 4364939"/>
                <a:gd name="connsiteX67" fmla="*/ 2951907 w 4314657"/>
                <a:gd name="connsiteY67" fmla="*/ 633 h 4364939"/>
                <a:gd name="connsiteX68" fmla="*/ 2990052 w 4314657"/>
                <a:gd name="connsiteY68" fmla="*/ 224 h 4364939"/>
                <a:gd name="connsiteX69" fmla="*/ 3028307 w 4314657"/>
                <a:gd name="connsiteY69" fmla="*/ 21 h 4364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314657" h="4364939">
                  <a:moveTo>
                    <a:pt x="3028307" y="21"/>
                  </a:moveTo>
                  <a:lnTo>
                    <a:pt x="3066670" y="836"/>
                  </a:lnTo>
                  <a:cubicBezTo>
                    <a:pt x="3117749" y="1856"/>
                    <a:pt x="3168937" y="5320"/>
                    <a:pt x="3220125" y="9909"/>
                  </a:cubicBezTo>
                  <a:cubicBezTo>
                    <a:pt x="3424763" y="29073"/>
                    <a:pt x="3627448" y="77898"/>
                    <a:pt x="3816113" y="150272"/>
                  </a:cubicBezTo>
                  <a:cubicBezTo>
                    <a:pt x="3910880" y="185950"/>
                    <a:pt x="4001951" y="227538"/>
                    <a:pt x="4089981" y="272287"/>
                  </a:cubicBezTo>
                  <a:lnTo>
                    <a:pt x="4314657" y="398926"/>
                  </a:lnTo>
                  <a:lnTo>
                    <a:pt x="4314657" y="911199"/>
                  </a:lnTo>
                  <a:lnTo>
                    <a:pt x="4310597" y="908154"/>
                  </a:lnTo>
                  <a:cubicBezTo>
                    <a:pt x="4274842" y="881549"/>
                    <a:pt x="4239087" y="855352"/>
                    <a:pt x="4203223" y="829562"/>
                  </a:cubicBezTo>
                  <a:cubicBezTo>
                    <a:pt x="4167576" y="803773"/>
                    <a:pt x="4131821" y="778086"/>
                    <a:pt x="4095850" y="753520"/>
                  </a:cubicBezTo>
                  <a:cubicBezTo>
                    <a:pt x="3951852" y="654949"/>
                    <a:pt x="3806115" y="565043"/>
                    <a:pt x="3652987" y="494811"/>
                  </a:cubicBezTo>
                  <a:cubicBezTo>
                    <a:pt x="3500404" y="423761"/>
                    <a:pt x="3340213" y="373101"/>
                    <a:pt x="3173610" y="347209"/>
                  </a:cubicBezTo>
                  <a:cubicBezTo>
                    <a:pt x="3131987" y="341093"/>
                    <a:pt x="3090036" y="335792"/>
                    <a:pt x="3047760" y="332632"/>
                  </a:cubicBezTo>
                  <a:lnTo>
                    <a:pt x="3016027" y="330186"/>
                  </a:lnTo>
                  <a:cubicBezTo>
                    <a:pt x="3005485" y="329472"/>
                    <a:pt x="2994834" y="329168"/>
                    <a:pt x="2984184" y="328658"/>
                  </a:cubicBezTo>
                  <a:cubicBezTo>
                    <a:pt x="2973533" y="328249"/>
                    <a:pt x="2962992" y="327638"/>
                    <a:pt x="2952233" y="327332"/>
                  </a:cubicBezTo>
                  <a:lnTo>
                    <a:pt x="2919085" y="327026"/>
                  </a:lnTo>
                  <a:cubicBezTo>
                    <a:pt x="2897025" y="326925"/>
                    <a:pt x="2874854" y="326212"/>
                    <a:pt x="2852901" y="326720"/>
                  </a:cubicBezTo>
                  <a:lnTo>
                    <a:pt x="2786826" y="328148"/>
                  </a:lnTo>
                  <a:cubicBezTo>
                    <a:pt x="2764763" y="328759"/>
                    <a:pt x="2742919" y="330391"/>
                    <a:pt x="2720965" y="331409"/>
                  </a:cubicBezTo>
                  <a:cubicBezTo>
                    <a:pt x="2699013" y="332326"/>
                    <a:pt x="2677170" y="334162"/>
                    <a:pt x="2655325" y="336098"/>
                  </a:cubicBezTo>
                  <a:cubicBezTo>
                    <a:pt x="2611528" y="339463"/>
                    <a:pt x="2568165" y="345170"/>
                    <a:pt x="2524803" y="350573"/>
                  </a:cubicBezTo>
                  <a:lnTo>
                    <a:pt x="2460139" y="360664"/>
                  </a:lnTo>
                  <a:cubicBezTo>
                    <a:pt x="2438622" y="364130"/>
                    <a:pt x="2417430" y="368717"/>
                    <a:pt x="2396019" y="372693"/>
                  </a:cubicBezTo>
                  <a:cubicBezTo>
                    <a:pt x="2310709" y="389513"/>
                    <a:pt x="2226809" y="411836"/>
                    <a:pt x="2145843" y="440989"/>
                  </a:cubicBezTo>
                  <a:cubicBezTo>
                    <a:pt x="1983479" y="499295"/>
                    <a:pt x="1835678" y="585838"/>
                    <a:pt x="1698635" y="682676"/>
                  </a:cubicBezTo>
                  <a:cubicBezTo>
                    <a:pt x="1629841" y="730992"/>
                    <a:pt x="1563549" y="782367"/>
                    <a:pt x="1498450" y="835474"/>
                  </a:cubicBezTo>
                  <a:cubicBezTo>
                    <a:pt x="1433352" y="888583"/>
                    <a:pt x="1369775" y="943932"/>
                    <a:pt x="1307285" y="1001220"/>
                  </a:cubicBezTo>
                  <a:cubicBezTo>
                    <a:pt x="1182958" y="1116304"/>
                    <a:pt x="1060588" y="1237708"/>
                    <a:pt x="947780" y="1369612"/>
                  </a:cubicBezTo>
                  <a:cubicBezTo>
                    <a:pt x="933325" y="1385818"/>
                    <a:pt x="919958" y="1402841"/>
                    <a:pt x="905939" y="1419458"/>
                  </a:cubicBezTo>
                  <a:lnTo>
                    <a:pt x="863228" y="1471545"/>
                  </a:lnTo>
                  <a:cubicBezTo>
                    <a:pt x="833776" y="1507529"/>
                    <a:pt x="804215" y="1543001"/>
                    <a:pt x="774330" y="1577659"/>
                  </a:cubicBezTo>
                  <a:cubicBezTo>
                    <a:pt x="714665" y="1647178"/>
                    <a:pt x="653806" y="1714046"/>
                    <a:pt x="595554" y="1780916"/>
                  </a:cubicBezTo>
                  <a:cubicBezTo>
                    <a:pt x="537303" y="1847683"/>
                    <a:pt x="481009" y="1914144"/>
                    <a:pt x="430365" y="1982644"/>
                  </a:cubicBezTo>
                  <a:cubicBezTo>
                    <a:pt x="405369" y="2016995"/>
                    <a:pt x="381351" y="2051756"/>
                    <a:pt x="358855" y="2087025"/>
                  </a:cubicBezTo>
                  <a:cubicBezTo>
                    <a:pt x="336685" y="2122396"/>
                    <a:pt x="315601" y="2158277"/>
                    <a:pt x="296583" y="2194872"/>
                  </a:cubicBezTo>
                  <a:cubicBezTo>
                    <a:pt x="258980" y="2268161"/>
                    <a:pt x="227572" y="2344307"/>
                    <a:pt x="207358" y="2423918"/>
                  </a:cubicBezTo>
                  <a:cubicBezTo>
                    <a:pt x="186817" y="2503426"/>
                    <a:pt x="178124" y="2585790"/>
                    <a:pt x="177146" y="2668765"/>
                  </a:cubicBezTo>
                  <a:cubicBezTo>
                    <a:pt x="177037" y="2837670"/>
                    <a:pt x="201490" y="3006472"/>
                    <a:pt x="248763" y="3168854"/>
                  </a:cubicBezTo>
                  <a:cubicBezTo>
                    <a:pt x="295931" y="3331644"/>
                    <a:pt x="363962" y="3488316"/>
                    <a:pt x="445688" y="3637956"/>
                  </a:cubicBezTo>
                  <a:cubicBezTo>
                    <a:pt x="527413" y="3787697"/>
                    <a:pt x="625115" y="3929794"/>
                    <a:pt x="735859" y="4062310"/>
                  </a:cubicBezTo>
                  <a:cubicBezTo>
                    <a:pt x="791121" y="4128668"/>
                    <a:pt x="849589" y="4192733"/>
                    <a:pt x="910884" y="4254366"/>
                  </a:cubicBezTo>
                  <a:lnTo>
                    <a:pt x="1030507" y="4364939"/>
                  </a:lnTo>
                  <a:lnTo>
                    <a:pt x="676755" y="4364939"/>
                  </a:lnTo>
                  <a:lnTo>
                    <a:pt x="538105" y="4202315"/>
                  </a:lnTo>
                  <a:cubicBezTo>
                    <a:pt x="423518" y="4054791"/>
                    <a:pt x="323372" y="3897379"/>
                    <a:pt x="241592" y="3731226"/>
                  </a:cubicBezTo>
                  <a:cubicBezTo>
                    <a:pt x="160193" y="3565073"/>
                    <a:pt x="99768" y="3389950"/>
                    <a:pt x="60317" y="3211362"/>
                  </a:cubicBezTo>
                  <a:cubicBezTo>
                    <a:pt x="20759" y="3032669"/>
                    <a:pt x="435" y="2850716"/>
                    <a:pt x="0" y="2668765"/>
                  </a:cubicBezTo>
                  <a:cubicBezTo>
                    <a:pt x="0" y="2576309"/>
                    <a:pt x="6413" y="2483039"/>
                    <a:pt x="21736" y="2390280"/>
                  </a:cubicBezTo>
                  <a:lnTo>
                    <a:pt x="27605" y="2355521"/>
                  </a:lnTo>
                  <a:lnTo>
                    <a:pt x="34669" y="2320862"/>
                  </a:lnTo>
                  <a:cubicBezTo>
                    <a:pt x="39343" y="2297723"/>
                    <a:pt x="45102" y="2274686"/>
                    <a:pt x="50753" y="2251750"/>
                  </a:cubicBezTo>
                  <a:cubicBezTo>
                    <a:pt x="62708" y="2205881"/>
                    <a:pt x="77379" y="2160723"/>
                    <a:pt x="93899" y="2116179"/>
                  </a:cubicBezTo>
                  <a:cubicBezTo>
                    <a:pt x="110744" y="2071734"/>
                    <a:pt x="129762" y="2028209"/>
                    <a:pt x="150194" y="1985498"/>
                  </a:cubicBezTo>
                  <a:cubicBezTo>
                    <a:pt x="170734" y="1942890"/>
                    <a:pt x="193229" y="1901402"/>
                    <a:pt x="216486" y="1860628"/>
                  </a:cubicBezTo>
                  <a:cubicBezTo>
                    <a:pt x="263109" y="1779183"/>
                    <a:pt x="312993" y="1701000"/>
                    <a:pt x="363527" y="1625058"/>
                  </a:cubicBezTo>
                  <a:lnTo>
                    <a:pt x="514155" y="1402231"/>
                  </a:lnTo>
                  <a:cubicBezTo>
                    <a:pt x="538825" y="1365636"/>
                    <a:pt x="563277" y="1329551"/>
                    <a:pt x="586861" y="1293160"/>
                  </a:cubicBezTo>
                  <a:lnTo>
                    <a:pt x="623702" y="1236892"/>
                  </a:lnTo>
                  <a:cubicBezTo>
                    <a:pt x="636526" y="1217525"/>
                    <a:pt x="649025" y="1198055"/>
                    <a:pt x="662283" y="1178892"/>
                  </a:cubicBezTo>
                  <a:cubicBezTo>
                    <a:pt x="713905" y="1101523"/>
                    <a:pt x="769222" y="1025786"/>
                    <a:pt x="827364" y="951170"/>
                  </a:cubicBezTo>
                  <a:cubicBezTo>
                    <a:pt x="885834" y="876861"/>
                    <a:pt x="947997" y="804283"/>
                    <a:pt x="1016355" y="736089"/>
                  </a:cubicBezTo>
                  <a:cubicBezTo>
                    <a:pt x="1152311" y="599497"/>
                    <a:pt x="1308047" y="476054"/>
                    <a:pt x="1482474" y="378707"/>
                  </a:cubicBezTo>
                  <a:cubicBezTo>
                    <a:pt x="1656793" y="281156"/>
                    <a:pt x="1845132" y="207966"/>
                    <a:pt x="2035644" y="149151"/>
                  </a:cubicBezTo>
                  <a:cubicBezTo>
                    <a:pt x="2131063" y="119997"/>
                    <a:pt x="2227460" y="94412"/>
                    <a:pt x="2324619" y="72802"/>
                  </a:cubicBezTo>
                  <a:cubicBezTo>
                    <a:pt x="2421885" y="51396"/>
                    <a:pt x="2520239" y="35291"/>
                    <a:pt x="2618809" y="24078"/>
                  </a:cubicBezTo>
                  <a:cubicBezTo>
                    <a:pt x="2717272" y="12252"/>
                    <a:pt x="2816168" y="4914"/>
                    <a:pt x="2914849" y="1957"/>
                  </a:cubicBezTo>
                  <a:lnTo>
                    <a:pt x="2951907" y="633"/>
                  </a:lnTo>
                  <a:lnTo>
                    <a:pt x="2990052" y="224"/>
                  </a:lnTo>
                  <a:cubicBezTo>
                    <a:pt x="3002768" y="224"/>
                    <a:pt x="3015592" y="-81"/>
                    <a:pt x="3028307" y="2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 useBgFill="1">
          <p:nvSpPr>
            <p:cNvPr id="42" name="Freeform: Shape 41">
              <a:extLst>
                <a:ext uri="{FF2B5EF4-FFF2-40B4-BE49-F238E27FC236}">
                  <a16:creationId xmlns:a16="http://schemas.microsoft.com/office/drawing/2014/main" id="{86C0A84D-AD60-1BBF-7E65-6CCA2084F6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55526" y="2145638"/>
              <a:ext cx="4336168" cy="4630833"/>
            </a:xfrm>
            <a:custGeom>
              <a:avLst/>
              <a:gdLst>
                <a:gd name="connsiteX0" fmla="*/ 3053738 w 4336168"/>
                <a:gd name="connsiteY0" fmla="*/ 111 h 4630833"/>
                <a:gd name="connsiteX1" fmla="*/ 3093948 w 4336168"/>
                <a:gd name="connsiteY1" fmla="*/ 316 h 4630833"/>
                <a:gd name="connsiteX2" fmla="*/ 3134268 w 4336168"/>
                <a:gd name="connsiteY2" fmla="*/ 1743 h 4630833"/>
                <a:gd name="connsiteX3" fmla="*/ 3295438 w 4336168"/>
                <a:gd name="connsiteY3" fmla="*/ 13058 h 4630833"/>
                <a:gd name="connsiteX4" fmla="*/ 3918813 w 4336168"/>
                <a:gd name="connsiteY4" fmla="*/ 169935 h 4630833"/>
                <a:gd name="connsiteX5" fmla="*/ 4203331 w 4336168"/>
                <a:gd name="connsiteY5" fmla="*/ 305405 h 4630833"/>
                <a:gd name="connsiteX6" fmla="*/ 4336168 w 4336168"/>
                <a:gd name="connsiteY6" fmla="*/ 386579 h 4630833"/>
                <a:gd name="connsiteX7" fmla="*/ 4336168 w 4336168"/>
                <a:gd name="connsiteY7" fmla="*/ 772673 h 4630833"/>
                <a:gd name="connsiteX8" fmla="*/ 4270820 w 4336168"/>
                <a:gd name="connsiteY8" fmla="*/ 728127 h 4630833"/>
                <a:gd name="connsiteX9" fmla="*/ 4030208 w 4336168"/>
                <a:gd name="connsiteY9" fmla="*/ 587253 h 4630833"/>
                <a:gd name="connsiteX10" fmla="*/ 3781010 w 4336168"/>
                <a:gd name="connsiteY10" fmla="*/ 471455 h 4630833"/>
                <a:gd name="connsiteX11" fmla="*/ 3254466 w 4336168"/>
                <a:gd name="connsiteY11" fmla="*/ 338024 h 4630833"/>
                <a:gd name="connsiteX12" fmla="*/ 3117966 w 4336168"/>
                <a:gd name="connsiteY12" fmla="*/ 326812 h 4630833"/>
                <a:gd name="connsiteX13" fmla="*/ 3083625 w 4336168"/>
                <a:gd name="connsiteY13" fmla="*/ 325179 h 4630833"/>
                <a:gd name="connsiteX14" fmla="*/ 3049173 w 4336168"/>
                <a:gd name="connsiteY14" fmla="*/ 324366 h 4630833"/>
                <a:gd name="connsiteX15" fmla="*/ 2978858 w 4336168"/>
                <a:gd name="connsiteY15" fmla="*/ 323855 h 4630833"/>
                <a:gd name="connsiteX16" fmla="*/ 2695862 w 4336168"/>
                <a:gd name="connsiteY16" fmla="*/ 335373 h 4630833"/>
                <a:gd name="connsiteX17" fmla="*/ 2417972 w 4336168"/>
                <a:gd name="connsiteY17" fmla="*/ 372070 h 4630833"/>
                <a:gd name="connsiteX18" fmla="*/ 2148451 w 4336168"/>
                <a:gd name="connsiteY18" fmla="*/ 437613 h 4630833"/>
                <a:gd name="connsiteX19" fmla="*/ 1889690 w 4336168"/>
                <a:gd name="connsiteY19" fmla="*/ 532515 h 4630833"/>
                <a:gd name="connsiteX20" fmla="*/ 1644512 w 4336168"/>
                <a:gd name="connsiteY20" fmla="*/ 658098 h 4630833"/>
                <a:gd name="connsiteX21" fmla="*/ 1200999 w 4336168"/>
                <a:gd name="connsiteY21" fmla="*/ 992137 h 4630833"/>
                <a:gd name="connsiteX22" fmla="*/ 1003531 w 4336168"/>
                <a:gd name="connsiteY22" fmla="*/ 1192234 h 4630833"/>
                <a:gd name="connsiteX23" fmla="*/ 910394 w 4336168"/>
                <a:gd name="connsiteY23" fmla="*/ 1298347 h 4630833"/>
                <a:gd name="connsiteX24" fmla="*/ 821278 w 4336168"/>
                <a:gd name="connsiteY24" fmla="*/ 1408233 h 4630833"/>
                <a:gd name="connsiteX25" fmla="*/ 732162 w 4336168"/>
                <a:gd name="connsiteY25" fmla="*/ 1521993 h 4630833"/>
                <a:gd name="connsiteX26" fmla="*/ 640548 w 4336168"/>
                <a:gd name="connsiteY26" fmla="*/ 1634323 h 4630833"/>
                <a:gd name="connsiteX27" fmla="*/ 457317 w 4336168"/>
                <a:gd name="connsiteY27" fmla="*/ 1855930 h 4630833"/>
                <a:gd name="connsiteX28" fmla="*/ 369288 w 4336168"/>
                <a:gd name="connsiteY28" fmla="*/ 1967955 h 4630833"/>
                <a:gd name="connsiteX29" fmla="*/ 287128 w 4336168"/>
                <a:gd name="connsiteY29" fmla="*/ 2083243 h 4630833"/>
                <a:gd name="connsiteX30" fmla="*/ 212683 w 4336168"/>
                <a:gd name="connsiteY30" fmla="*/ 2202607 h 4630833"/>
                <a:gd name="connsiteX31" fmla="*/ 179101 w 4336168"/>
                <a:gd name="connsiteY31" fmla="*/ 2264177 h 4630833"/>
                <a:gd name="connsiteX32" fmla="*/ 148890 w 4336168"/>
                <a:gd name="connsiteY32" fmla="*/ 2327172 h 4630833"/>
                <a:gd name="connsiteX33" fmla="*/ 61295 w 4336168"/>
                <a:gd name="connsiteY33" fmla="*/ 2590672 h 4630833"/>
                <a:gd name="connsiteX34" fmla="*/ 32604 w 4336168"/>
                <a:gd name="connsiteY34" fmla="*/ 2866202 h 4630833"/>
                <a:gd name="connsiteX35" fmla="*/ 100853 w 4336168"/>
                <a:gd name="connsiteY35" fmla="*/ 3418074 h 4630833"/>
                <a:gd name="connsiteX36" fmla="*/ 184971 w 4336168"/>
                <a:gd name="connsiteY36" fmla="*/ 3684428 h 4630833"/>
                <a:gd name="connsiteX37" fmla="*/ 210836 w 4336168"/>
                <a:gd name="connsiteY37" fmla="*/ 3749462 h 4630833"/>
                <a:gd name="connsiteX38" fmla="*/ 238440 w 4336168"/>
                <a:gd name="connsiteY38" fmla="*/ 3813783 h 4630833"/>
                <a:gd name="connsiteX39" fmla="*/ 252894 w 4336168"/>
                <a:gd name="connsiteY39" fmla="*/ 3845688 h 4630833"/>
                <a:gd name="connsiteX40" fmla="*/ 268109 w 4336168"/>
                <a:gd name="connsiteY40" fmla="*/ 3877287 h 4630833"/>
                <a:gd name="connsiteX41" fmla="*/ 299409 w 4336168"/>
                <a:gd name="connsiteY41" fmla="*/ 3939978 h 4630833"/>
                <a:gd name="connsiteX42" fmla="*/ 440689 w 4336168"/>
                <a:gd name="connsiteY42" fmla="*/ 4182378 h 4630833"/>
                <a:gd name="connsiteX43" fmla="*/ 606640 w 4336168"/>
                <a:gd name="connsiteY43" fmla="*/ 4409488 h 4630833"/>
                <a:gd name="connsiteX44" fmla="*/ 792425 w 4336168"/>
                <a:gd name="connsiteY44" fmla="*/ 4621205 h 4630833"/>
                <a:gd name="connsiteX45" fmla="*/ 802442 w 4336168"/>
                <a:gd name="connsiteY45" fmla="*/ 4630833 h 4630833"/>
                <a:gd name="connsiteX46" fmla="*/ 592561 w 4336168"/>
                <a:gd name="connsiteY46" fmla="*/ 4630833 h 4630833"/>
                <a:gd name="connsiteX47" fmla="*/ 489377 w 4336168"/>
                <a:gd name="connsiteY47" fmla="*/ 4483185 h 4630833"/>
                <a:gd name="connsiteX48" fmla="*/ 344944 w 4336168"/>
                <a:gd name="connsiteY48" fmla="*/ 4231611 h 4630833"/>
                <a:gd name="connsiteX49" fmla="*/ 224311 w 4336168"/>
                <a:gd name="connsiteY49" fmla="*/ 3970456 h 4630833"/>
                <a:gd name="connsiteX50" fmla="*/ 0 w 4336168"/>
                <a:gd name="connsiteY50" fmla="*/ 2866202 h 4630833"/>
                <a:gd name="connsiteX51" fmla="*/ 25105 w 4336168"/>
                <a:gd name="connsiteY51" fmla="*/ 2584351 h 4630833"/>
                <a:gd name="connsiteX52" fmla="*/ 105200 w 4336168"/>
                <a:gd name="connsiteY52" fmla="*/ 2310863 h 4630833"/>
                <a:gd name="connsiteX53" fmla="*/ 232245 w 4336168"/>
                <a:gd name="connsiteY53" fmla="*/ 2053172 h 4630833"/>
                <a:gd name="connsiteX54" fmla="*/ 307667 w 4336168"/>
                <a:gd name="connsiteY54" fmla="*/ 1930341 h 4630833"/>
                <a:gd name="connsiteX55" fmla="*/ 386893 w 4336168"/>
                <a:gd name="connsiteY55" fmla="*/ 1810161 h 4630833"/>
                <a:gd name="connsiteX56" fmla="*/ 548823 w 4336168"/>
                <a:gd name="connsiteY56" fmla="*/ 1573876 h 4630833"/>
                <a:gd name="connsiteX57" fmla="*/ 626419 w 4336168"/>
                <a:gd name="connsiteY57" fmla="*/ 1455224 h 4630833"/>
                <a:gd name="connsiteX58" fmla="*/ 701081 w 4336168"/>
                <a:gd name="connsiteY58" fmla="*/ 1334534 h 4630833"/>
                <a:gd name="connsiteX59" fmla="*/ 861162 w 4336168"/>
                <a:gd name="connsiteY59" fmla="*/ 1091320 h 4630833"/>
                <a:gd name="connsiteX60" fmla="*/ 1042329 w 4336168"/>
                <a:gd name="connsiteY60" fmla="*/ 858093 h 4630833"/>
                <a:gd name="connsiteX61" fmla="*/ 1487799 w 4336168"/>
                <a:gd name="connsiteY61" fmla="*/ 446686 h 4630833"/>
                <a:gd name="connsiteX62" fmla="*/ 1754060 w 4336168"/>
                <a:gd name="connsiteY62" fmla="*/ 283388 h 4630833"/>
                <a:gd name="connsiteX63" fmla="*/ 2044121 w 4336168"/>
                <a:gd name="connsiteY63" fmla="*/ 157906 h 4630833"/>
                <a:gd name="connsiteX64" fmla="*/ 2349287 w 4336168"/>
                <a:gd name="connsiteY64" fmla="*/ 71364 h 4630833"/>
                <a:gd name="connsiteX65" fmla="*/ 2661411 w 4336168"/>
                <a:gd name="connsiteY65" fmla="*/ 21213 h 4630833"/>
                <a:gd name="connsiteX66" fmla="*/ 2818124 w 4336168"/>
                <a:gd name="connsiteY66" fmla="*/ 7146 h 4630833"/>
                <a:gd name="connsiteX67" fmla="*/ 2974728 w 4336168"/>
                <a:gd name="connsiteY67" fmla="*/ 1029 h 4630833"/>
                <a:gd name="connsiteX68" fmla="*/ 3053738 w 4336168"/>
                <a:gd name="connsiteY68" fmla="*/ 111 h 46308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</a:cxnLst>
              <a:rect l="l" t="t" r="r" b="b"/>
              <a:pathLst>
                <a:path w="4336168" h="4630833">
                  <a:moveTo>
                    <a:pt x="3053738" y="111"/>
                  </a:moveTo>
                  <a:lnTo>
                    <a:pt x="3093948" y="316"/>
                  </a:lnTo>
                  <a:lnTo>
                    <a:pt x="3134268" y="1743"/>
                  </a:lnTo>
                  <a:cubicBezTo>
                    <a:pt x="3187955" y="3475"/>
                    <a:pt x="3241749" y="7756"/>
                    <a:pt x="3295438" y="13058"/>
                  </a:cubicBezTo>
                  <a:cubicBezTo>
                    <a:pt x="3510076" y="35585"/>
                    <a:pt x="3722324" y="89406"/>
                    <a:pt x="3918813" y="169935"/>
                  </a:cubicBezTo>
                  <a:cubicBezTo>
                    <a:pt x="4017384" y="209689"/>
                    <a:pt x="4111933" y="255763"/>
                    <a:pt x="4203331" y="305405"/>
                  </a:cubicBezTo>
                  <a:lnTo>
                    <a:pt x="4336168" y="386579"/>
                  </a:lnTo>
                  <a:lnTo>
                    <a:pt x="4336168" y="772673"/>
                  </a:lnTo>
                  <a:lnTo>
                    <a:pt x="4270820" y="728127"/>
                  </a:lnTo>
                  <a:cubicBezTo>
                    <a:pt x="4191920" y="677771"/>
                    <a:pt x="4111825" y="630168"/>
                    <a:pt x="4030208" y="587253"/>
                  </a:cubicBezTo>
                  <a:cubicBezTo>
                    <a:pt x="3948699" y="544136"/>
                    <a:pt x="3865886" y="504687"/>
                    <a:pt x="3781010" y="471455"/>
                  </a:cubicBezTo>
                  <a:cubicBezTo>
                    <a:pt x="3611688" y="404384"/>
                    <a:pt x="3435522" y="358818"/>
                    <a:pt x="3254466" y="338024"/>
                  </a:cubicBezTo>
                  <a:cubicBezTo>
                    <a:pt x="3209255" y="333029"/>
                    <a:pt x="3163720" y="328748"/>
                    <a:pt x="3117966" y="326812"/>
                  </a:cubicBezTo>
                  <a:lnTo>
                    <a:pt x="3083625" y="325179"/>
                  </a:lnTo>
                  <a:lnTo>
                    <a:pt x="3049173" y="324366"/>
                  </a:lnTo>
                  <a:cubicBezTo>
                    <a:pt x="3026568" y="323447"/>
                    <a:pt x="3002550" y="323855"/>
                    <a:pt x="2978858" y="323855"/>
                  </a:cubicBezTo>
                  <a:cubicBezTo>
                    <a:pt x="2883983" y="323956"/>
                    <a:pt x="2789434" y="327423"/>
                    <a:pt x="2695862" y="335373"/>
                  </a:cubicBezTo>
                  <a:cubicBezTo>
                    <a:pt x="2602290" y="343223"/>
                    <a:pt x="2509371" y="354945"/>
                    <a:pt x="2417972" y="372070"/>
                  </a:cubicBezTo>
                  <a:cubicBezTo>
                    <a:pt x="2326683" y="389500"/>
                    <a:pt x="2236697" y="411009"/>
                    <a:pt x="2148451" y="437613"/>
                  </a:cubicBezTo>
                  <a:cubicBezTo>
                    <a:pt x="2060204" y="464116"/>
                    <a:pt x="1973588" y="495411"/>
                    <a:pt x="1889690" y="532515"/>
                  </a:cubicBezTo>
                  <a:cubicBezTo>
                    <a:pt x="1805247" y="568599"/>
                    <a:pt x="1723848" y="611411"/>
                    <a:pt x="1644512" y="658098"/>
                  </a:cubicBezTo>
                  <a:cubicBezTo>
                    <a:pt x="1486169" y="751979"/>
                    <a:pt x="1338149" y="865229"/>
                    <a:pt x="1200999" y="992137"/>
                  </a:cubicBezTo>
                  <a:cubicBezTo>
                    <a:pt x="1132531" y="1055744"/>
                    <a:pt x="1066782" y="1122715"/>
                    <a:pt x="1003531" y="1192234"/>
                  </a:cubicBezTo>
                  <a:cubicBezTo>
                    <a:pt x="971688" y="1226790"/>
                    <a:pt x="941150" y="1262568"/>
                    <a:pt x="910394" y="1298347"/>
                  </a:cubicBezTo>
                  <a:cubicBezTo>
                    <a:pt x="880507" y="1334738"/>
                    <a:pt x="850187" y="1370925"/>
                    <a:pt x="821278" y="1408233"/>
                  </a:cubicBezTo>
                  <a:cubicBezTo>
                    <a:pt x="792152" y="1444624"/>
                    <a:pt x="762266" y="1484480"/>
                    <a:pt x="732162" y="1521993"/>
                  </a:cubicBezTo>
                  <a:cubicBezTo>
                    <a:pt x="701950" y="1559810"/>
                    <a:pt x="671302" y="1597219"/>
                    <a:pt x="640548" y="1634323"/>
                  </a:cubicBezTo>
                  <a:cubicBezTo>
                    <a:pt x="579362" y="1708838"/>
                    <a:pt x="516980" y="1781618"/>
                    <a:pt x="457317" y="1855930"/>
                  </a:cubicBezTo>
                  <a:cubicBezTo>
                    <a:pt x="427540" y="1893033"/>
                    <a:pt x="397870" y="1930239"/>
                    <a:pt x="369288" y="1967955"/>
                  </a:cubicBezTo>
                  <a:cubicBezTo>
                    <a:pt x="341141" y="2005976"/>
                    <a:pt x="313211" y="2044100"/>
                    <a:pt x="287128" y="2083243"/>
                  </a:cubicBezTo>
                  <a:cubicBezTo>
                    <a:pt x="260936" y="2122284"/>
                    <a:pt x="235506" y="2161835"/>
                    <a:pt x="212683" y="2202607"/>
                  </a:cubicBezTo>
                  <a:cubicBezTo>
                    <a:pt x="200728" y="2222791"/>
                    <a:pt x="190187" y="2243586"/>
                    <a:pt x="179101" y="2264177"/>
                  </a:cubicBezTo>
                  <a:cubicBezTo>
                    <a:pt x="168886" y="2285072"/>
                    <a:pt x="158127" y="2305867"/>
                    <a:pt x="148890" y="2327172"/>
                  </a:cubicBezTo>
                  <a:cubicBezTo>
                    <a:pt x="109982" y="2411777"/>
                    <a:pt x="81183" y="2500256"/>
                    <a:pt x="61295" y="2590672"/>
                  </a:cubicBezTo>
                  <a:cubicBezTo>
                    <a:pt x="42386" y="2681292"/>
                    <a:pt x="33147" y="2773643"/>
                    <a:pt x="32604" y="2866202"/>
                  </a:cubicBezTo>
                  <a:cubicBezTo>
                    <a:pt x="32495" y="3051925"/>
                    <a:pt x="55643" y="3237650"/>
                    <a:pt x="100853" y="3418074"/>
                  </a:cubicBezTo>
                  <a:cubicBezTo>
                    <a:pt x="123133" y="3508490"/>
                    <a:pt x="151498" y="3597377"/>
                    <a:pt x="184971" y="3684428"/>
                  </a:cubicBezTo>
                  <a:cubicBezTo>
                    <a:pt x="192796" y="3706344"/>
                    <a:pt x="202250" y="3727751"/>
                    <a:pt x="210836" y="3749462"/>
                  </a:cubicBezTo>
                  <a:cubicBezTo>
                    <a:pt x="219421" y="3771175"/>
                    <a:pt x="228985" y="3792479"/>
                    <a:pt x="238440" y="3813783"/>
                  </a:cubicBezTo>
                  <a:lnTo>
                    <a:pt x="252894" y="3845688"/>
                  </a:lnTo>
                  <a:lnTo>
                    <a:pt x="268109" y="3877287"/>
                  </a:lnTo>
                  <a:cubicBezTo>
                    <a:pt x="278215" y="3898287"/>
                    <a:pt x="288432" y="3919284"/>
                    <a:pt x="299409" y="3939978"/>
                  </a:cubicBezTo>
                  <a:cubicBezTo>
                    <a:pt x="341792" y="4023258"/>
                    <a:pt x="389828" y="4103787"/>
                    <a:pt x="440689" y="4182378"/>
                  </a:cubicBezTo>
                  <a:cubicBezTo>
                    <a:pt x="492420" y="4260561"/>
                    <a:pt x="547953" y="4336299"/>
                    <a:pt x="606640" y="4409488"/>
                  </a:cubicBezTo>
                  <a:cubicBezTo>
                    <a:pt x="665381" y="4482677"/>
                    <a:pt x="727435" y="4553292"/>
                    <a:pt x="792425" y="4621205"/>
                  </a:cubicBezTo>
                  <a:lnTo>
                    <a:pt x="802442" y="4630833"/>
                  </a:lnTo>
                  <a:lnTo>
                    <a:pt x="592561" y="4630833"/>
                  </a:lnTo>
                  <a:lnTo>
                    <a:pt x="489377" y="4483185"/>
                  </a:lnTo>
                  <a:cubicBezTo>
                    <a:pt x="437212" y="4401230"/>
                    <a:pt x="388850" y="4317339"/>
                    <a:pt x="344944" y="4231611"/>
                  </a:cubicBezTo>
                  <a:cubicBezTo>
                    <a:pt x="300386" y="4146191"/>
                    <a:pt x="260828" y="4058731"/>
                    <a:pt x="224311" y="3970456"/>
                  </a:cubicBezTo>
                  <a:cubicBezTo>
                    <a:pt x="78901" y="3617049"/>
                    <a:pt x="1413" y="3242136"/>
                    <a:pt x="0" y="2866202"/>
                  </a:cubicBezTo>
                  <a:cubicBezTo>
                    <a:pt x="0" y="2771912"/>
                    <a:pt x="8043" y="2677417"/>
                    <a:pt x="25105" y="2584351"/>
                  </a:cubicBezTo>
                  <a:cubicBezTo>
                    <a:pt x="42928" y="2491285"/>
                    <a:pt x="69446" y="2399444"/>
                    <a:pt x="105200" y="2310863"/>
                  </a:cubicBezTo>
                  <a:cubicBezTo>
                    <a:pt x="140304" y="2221974"/>
                    <a:pt x="184318" y="2136351"/>
                    <a:pt x="232245" y="2053172"/>
                  </a:cubicBezTo>
                  <a:cubicBezTo>
                    <a:pt x="256154" y="2011379"/>
                    <a:pt x="281802" y="1970810"/>
                    <a:pt x="307667" y="1930341"/>
                  </a:cubicBezTo>
                  <a:cubicBezTo>
                    <a:pt x="333533" y="1889873"/>
                    <a:pt x="360049" y="1849915"/>
                    <a:pt x="386893" y="1810161"/>
                  </a:cubicBezTo>
                  <a:lnTo>
                    <a:pt x="548823" y="1573876"/>
                  </a:lnTo>
                  <a:cubicBezTo>
                    <a:pt x="575341" y="1534529"/>
                    <a:pt x="601098" y="1494877"/>
                    <a:pt x="626419" y="1455224"/>
                  </a:cubicBezTo>
                  <a:cubicBezTo>
                    <a:pt x="651959" y="1415266"/>
                    <a:pt x="675434" y="1376225"/>
                    <a:pt x="701081" y="1334534"/>
                  </a:cubicBezTo>
                  <a:cubicBezTo>
                    <a:pt x="751290" y="1252070"/>
                    <a:pt x="804324" y="1170828"/>
                    <a:pt x="861162" y="1091320"/>
                  </a:cubicBezTo>
                  <a:cubicBezTo>
                    <a:pt x="917894" y="1011810"/>
                    <a:pt x="977884" y="933729"/>
                    <a:pt x="1042329" y="858093"/>
                  </a:cubicBezTo>
                  <a:cubicBezTo>
                    <a:pt x="1171765" y="707536"/>
                    <a:pt x="1319348" y="566764"/>
                    <a:pt x="1487799" y="446686"/>
                  </a:cubicBezTo>
                  <a:cubicBezTo>
                    <a:pt x="1571699" y="386340"/>
                    <a:pt x="1661031" y="332010"/>
                    <a:pt x="1754060" y="283388"/>
                  </a:cubicBezTo>
                  <a:cubicBezTo>
                    <a:pt x="1847414" y="235478"/>
                    <a:pt x="1944463" y="193278"/>
                    <a:pt x="2044121" y="157906"/>
                  </a:cubicBezTo>
                  <a:cubicBezTo>
                    <a:pt x="2143778" y="122638"/>
                    <a:pt x="2245936" y="93789"/>
                    <a:pt x="2349287" y="71364"/>
                  </a:cubicBezTo>
                  <a:cubicBezTo>
                    <a:pt x="2452641" y="48939"/>
                    <a:pt x="2556971" y="32935"/>
                    <a:pt x="2661411" y="21213"/>
                  </a:cubicBezTo>
                  <a:cubicBezTo>
                    <a:pt x="2713576" y="14994"/>
                    <a:pt x="2765850" y="11222"/>
                    <a:pt x="2818124" y="7146"/>
                  </a:cubicBezTo>
                  <a:cubicBezTo>
                    <a:pt x="2870290" y="4596"/>
                    <a:pt x="2922672" y="1640"/>
                    <a:pt x="2974728" y="1029"/>
                  </a:cubicBezTo>
                  <a:cubicBezTo>
                    <a:pt x="3000811" y="519"/>
                    <a:pt x="3026568" y="-296"/>
                    <a:pt x="3053738" y="111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CA061DEE-FE07-3C73-6308-2832F4B24F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5112326" y="0"/>
            <a:ext cx="4683941" cy="3456291"/>
            <a:chOff x="4345582" y="0"/>
            <a:chExt cx="5069918" cy="3741104"/>
          </a:xfrm>
          <a:solidFill>
            <a:schemeClr val="accent5">
              <a:alpha val="5000"/>
            </a:schemeClr>
          </a:solidFill>
        </p:grpSpPr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718B5595-149D-630F-C381-604A83B47C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45582" y="1"/>
              <a:ext cx="5069918" cy="3741103"/>
            </a:xfrm>
            <a:custGeom>
              <a:avLst/>
              <a:gdLst>
                <a:gd name="connsiteX0" fmla="*/ 475344 w 5069918"/>
                <a:gd name="connsiteY0" fmla="*/ 0 h 3741103"/>
                <a:gd name="connsiteX1" fmla="*/ 643707 w 5069918"/>
                <a:gd name="connsiteY1" fmla="*/ 0 h 3741103"/>
                <a:gd name="connsiteX2" fmla="*/ 635672 w 5069918"/>
                <a:gd name="connsiteY2" fmla="*/ 7778 h 3741103"/>
                <a:gd name="connsiteX3" fmla="*/ 486638 w 5069918"/>
                <a:gd name="connsiteY3" fmla="*/ 178818 h 3741103"/>
                <a:gd name="connsiteX4" fmla="*/ 353514 w 5069918"/>
                <a:gd name="connsiteY4" fmla="*/ 362293 h 3741103"/>
                <a:gd name="connsiteX5" fmla="*/ 240181 w 5069918"/>
                <a:gd name="connsiteY5" fmla="*/ 558120 h 3741103"/>
                <a:gd name="connsiteX6" fmla="*/ 215073 w 5069918"/>
                <a:gd name="connsiteY6" fmla="*/ 608766 h 3741103"/>
                <a:gd name="connsiteX7" fmla="*/ 202868 w 5069918"/>
                <a:gd name="connsiteY7" fmla="*/ 634294 h 3741103"/>
                <a:gd name="connsiteX8" fmla="*/ 191273 w 5069918"/>
                <a:gd name="connsiteY8" fmla="*/ 660069 h 3741103"/>
                <a:gd name="connsiteX9" fmla="*/ 169129 w 5069918"/>
                <a:gd name="connsiteY9" fmla="*/ 712032 h 3741103"/>
                <a:gd name="connsiteX10" fmla="*/ 148381 w 5069918"/>
                <a:gd name="connsiteY10" fmla="*/ 764571 h 3741103"/>
                <a:gd name="connsiteX11" fmla="*/ 80903 w 5069918"/>
                <a:gd name="connsiteY11" fmla="*/ 979750 h 3741103"/>
                <a:gd name="connsiteX12" fmla="*/ 26154 w 5069918"/>
                <a:gd name="connsiteY12" fmla="*/ 1425590 h 3741103"/>
                <a:gd name="connsiteX13" fmla="*/ 49170 w 5069918"/>
                <a:gd name="connsiteY13" fmla="*/ 1648182 h 3741103"/>
                <a:gd name="connsiteX14" fmla="*/ 119437 w 5069918"/>
                <a:gd name="connsiteY14" fmla="*/ 1861055 h 3741103"/>
                <a:gd name="connsiteX15" fmla="*/ 143672 w 5069918"/>
                <a:gd name="connsiteY15" fmla="*/ 1911947 h 3741103"/>
                <a:gd name="connsiteX16" fmla="*/ 170611 w 5069918"/>
                <a:gd name="connsiteY16" fmla="*/ 1961687 h 3741103"/>
                <a:gd name="connsiteX17" fmla="*/ 230330 w 5069918"/>
                <a:gd name="connsiteY17" fmla="*/ 2058118 h 3741103"/>
                <a:gd name="connsiteX18" fmla="*/ 296237 w 5069918"/>
                <a:gd name="connsiteY18" fmla="*/ 2151255 h 3741103"/>
                <a:gd name="connsiteX19" fmla="*/ 366853 w 5069918"/>
                <a:gd name="connsiteY19" fmla="*/ 2241757 h 3741103"/>
                <a:gd name="connsiteX20" fmla="*/ 513838 w 5069918"/>
                <a:gd name="connsiteY20" fmla="*/ 2420786 h 3741103"/>
                <a:gd name="connsiteX21" fmla="*/ 587330 w 5069918"/>
                <a:gd name="connsiteY21" fmla="*/ 2511534 h 3741103"/>
                <a:gd name="connsiteX22" fmla="*/ 658817 w 5069918"/>
                <a:gd name="connsiteY22" fmla="*/ 2603437 h 3741103"/>
                <a:gd name="connsiteX23" fmla="*/ 730305 w 5069918"/>
                <a:gd name="connsiteY23" fmla="*/ 2692210 h 3741103"/>
                <a:gd name="connsiteX24" fmla="*/ 805018 w 5069918"/>
                <a:gd name="connsiteY24" fmla="*/ 2777936 h 3741103"/>
                <a:gd name="connsiteX25" fmla="*/ 963424 w 5069918"/>
                <a:gd name="connsiteY25" fmla="*/ 2939588 h 3741103"/>
                <a:gd name="connsiteX26" fmla="*/ 1319204 w 5069918"/>
                <a:gd name="connsiteY26" fmla="*/ 3209447 h 3741103"/>
                <a:gd name="connsiteX27" fmla="*/ 1515882 w 5069918"/>
                <a:gd name="connsiteY27" fmla="*/ 3310902 h 3741103"/>
                <a:gd name="connsiteX28" fmla="*/ 1723456 w 5069918"/>
                <a:gd name="connsiteY28" fmla="*/ 3387570 h 3741103"/>
                <a:gd name="connsiteX29" fmla="*/ 1939662 w 5069918"/>
                <a:gd name="connsiteY29" fmla="*/ 3440520 h 3741103"/>
                <a:gd name="connsiteX30" fmla="*/ 2162581 w 5069918"/>
                <a:gd name="connsiteY30" fmla="*/ 3470167 h 3741103"/>
                <a:gd name="connsiteX31" fmla="*/ 2389597 w 5069918"/>
                <a:gd name="connsiteY31" fmla="*/ 3479472 h 3741103"/>
                <a:gd name="connsiteX32" fmla="*/ 2446002 w 5069918"/>
                <a:gd name="connsiteY32" fmla="*/ 3479059 h 3741103"/>
                <a:gd name="connsiteX33" fmla="*/ 2473639 w 5069918"/>
                <a:gd name="connsiteY33" fmla="*/ 3478402 h 3741103"/>
                <a:gd name="connsiteX34" fmla="*/ 2501187 w 5069918"/>
                <a:gd name="connsiteY34" fmla="*/ 3477083 h 3741103"/>
                <a:gd name="connsiteX35" fmla="*/ 2610685 w 5069918"/>
                <a:gd name="connsiteY35" fmla="*/ 3468025 h 3741103"/>
                <a:gd name="connsiteX36" fmla="*/ 3033071 w 5069918"/>
                <a:gd name="connsiteY36" fmla="*/ 3360230 h 3741103"/>
                <a:gd name="connsiteX37" fmla="*/ 3232974 w 5069918"/>
                <a:gd name="connsiteY37" fmla="*/ 3266681 h 3741103"/>
                <a:gd name="connsiteX38" fmla="*/ 3425990 w 5069918"/>
                <a:gd name="connsiteY38" fmla="*/ 3152873 h 3741103"/>
                <a:gd name="connsiteX39" fmla="*/ 3613601 w 5069918"/>
                <a:gd name="connsiteY39" fmla="*/ 3024078 h 3741103"/>
                <a:gd name="connsiteX40" fmla="*/ 3706185 w 5069918"/>
                <a:gd name="connsiteY40" fmla="*/ 2955893 h 3741103"/>
                <a:gd name="connsiteX41" fmla="*/ 3799729 w 5069918"/>
                <a:gd name="connsiteY41" fmla="*/ 2885155 h 3741103"/>
                <a:gd name="connsiteX42" fmla="*/ 4175561 w 5069918"/>
                <a:gd name="connsiteY42" fmla="*/ 2606072 h 3741103"/>
                <a:gd name="connsiteX43" fmla="*/ 4517132 w 5069918"/>
                <a:gd name="connsiteY43" fmla="*/ 2312331 h 3741103"/>
                <a:gd name="connsiteX44" fmla="*/ 4659758 w 5069918"/>
                <a:gd name="connsiteY44" fmla="*/ 2148703 h 3741103"/>
                <a:gd name="connsiteX45" fmla="*/ 4773178 w 5069918"/>
                <a:gd name="connsiteY45" fmla="*/ 1969674 h 3741103"/>
                <a:gd name="connsiteX46" fmla="*/ 4892092 w 5069918"/>
                <a:gd name="connsiteY46" fmla="*/ 1567562 h 3741103"/>
                <a:gd name="connsiteX47" fmla="*/ 4898804 w 5069918"/>
                <a:gd name="connsiteY47" fmla="*/ 1460754 h 3741103"/>
                <a:gd name="connsiteX48" fmla="*/ 4899153 w 5069918"/>
                <a:gd name="connsiteY48" fmla="*/ 1406239 h 3741103"/>
                <a:gd name="connsiteX49" fmla="*/ 4898456 w 5069918"/>
                <a:gd name="connsiteY49" fmla="*/ 1350735 h 3741103"/>
                <a:gd name="connsiteX50" fmla="*/ 4886774 w 5069918"/>
                <a:gd name="connsiteY50" fmla="*/ 1128886 h 3741103"/>
                <a:gd name="connsiteX51" fmla="*/ 4815896 w 5069918"/>
                <a:gd name="connsiteY51" fmla="*/ 689221 h 3741103"/>
                <a:gd name="connsiteX52" fmla="*/ 4673183 w 5069918"/>
                <a:gd name="connsiteY52" fmla="*/ 264874 h 3741103"/>
                <a:gd name="connsiteX53" fmla="*/ 4625496 w 5069918"/>
                <a:gd name="connsiteY53" fmla="*/ 162925 h 3741103"/>
                <a:gd name="connsiteX54" fmla="*/ 4572490 w 5069918"/>
                <a:gd name="connsiteY54" fmla="*/ 63364 h 3741103"/>
                <a:gd name="connsiteX55" fmla="*/ 4532299 w 5069918"/>
                <a:gd name="connsiteY55" fmla="*/ 0 h 3741103"/>
                <a:gd name="connsiteX56" fmla="*/ 4626680 w 5069918"/>
                <a:gd name="connsiteY56" fmla="*/ 0 h 3741103"/>
                <a:gd name="connsiteX57" fmla="*/ 4643978 w 5069918"/>
                <a:gd name="connsiteY57" fmla="*/ 26636 h 3741103"/>
                <a:gd name="connsiteX58" fmla="*/ 4700644 w 5069918"/>
                <a:gd name="connsiteY58" fmla="*/ 128338 h 3741103"/>
                <a:gd name="connsiteX59" fmla="*/ 4753214 w 5069918"/>
                <a:gd name="connsiteY59" fmla="*/ 232016 h 3741103"/>
                <a:gd name="connsiteX60" fmla="*/ 4921297 w 5069918"/>
                <a:gd name="connsiteY60" fmla="*/ 663363 h 3741103"/>
                <a:gd name="connsiteX61" fmla="*/ 5027482 w 5069918"/>
                <a:gd name="connsiteY61" fmla="*/ 1112991 h 3741103"/>
                <a:gd name="connsiteX62" fmla="*/ 5058082 w 5069918"/>
                <a:gd name="connsiteY62" fmla="*/ 1342088 h 3741103"/>
                <a:gd name="connsiteX63" fmla="*/ 5063486 w 5069918"/>
                <a:gd name="connsiteY63" fmla="*/ 1399651 h 3741103"/>
                <a:gd name="connsiteX64" fmla="*/ 5067846 w 5069918"/>
                <a:gd name="connsiteY64" fmla="*/ 1458284 h 3741103"/>
                <a:gd name="connsiteX65" fmla="*/ 5069414 w 5069918"/>
                <a:gd name="connsiteY65" fmla="*/ 1577772 h 3741103"/>
                <a:gd name="connsiteX66" fmla="*/ 5040732 w 5069918"/>
                <a:gd name="connsiteY66" fmla="*/ 1817822 h 3741103"/>
                <a:gd name="connsiteX67" fmla="*/ 4964102 w 5069918"/>
                <a:gd name="connsiteY67" fmla="*/ 2050871 h 3741103"/>
                <a:gd name="connsiteX68" fmla="*/ 4689486 w 5069918"/>
                <a:gd name="connsiteY68" fmla="*/ 2458008 h 3741103"/>
                <a:gd name="connsiteX69" fmla="*/ 4333792 w 5069918"/>
                <a:gd name="connsiteY69" fmla="*/ 2784606 h 3741103"/>
                <a:gd name="connsiteX70" fmla="*/ 3965197 w 5069918"/>
                <a:gd name="connsiteY70" fmla="*/ 3076041 h 3741103"/>
                <a:gd name="connsiteX71" fmla="*/ 3873745 w 5069918"/>
                <a:gd name="connsiteY71" fmla="*/ 3149167 h 3741103"/>
                <a:gd name="connsiteX72" fmla="*/ 3779416 w 5069918"/>
                <a:gd name="connsiteY72" fmla="*/ 3222705 h 3741103"/>
                <a:gd name="connsiteX73" fmla="*/ 3582739 w 5069918"/>
                <a:gd name="connsiteY73" fmla="*/ 3364594 h 3741103"/>
                <a:gd name="connsiteX74" fmla="*/ 3371851 w 5069918"/>
                <a:gd name="connsiteY74" fmla="*/ 3494377 h 3741103"/>
                <a:gd name="connsiteX75" fmla="*/ 3143615 w 5069918"/>
                <a:gd name="connsiteY75" fmla="*/ 3603819 h 3741103"/>
                <a:gd name="connsiteX76" fmla="*/ 2643552 w 5069918"/>
                <a:gd name="connsiteY76" fmla="*/ 3730555 h 3741103"/>
                <a:gd name="connsiteX77" fmla="*/ 2514264 w 5069918"/>
                <a:gd name="connsiteY77" fmla="*/ 3739696 h 3741103"/>
                <a:gd name="connsiteX78" fmla="*/ 2481920 w 5069918"/>
                <a:gd name="connsiteY78" fmla="*/ 3740849 h 3741103"/>
                <a:gd name="connsiteX79" fmla="*/ 2449664 w 5069918"/>
                <a:gd name="connsiteY79" fmla="*/ 3741014 h 3741103"/>
                <a:gd name="connsiteX80" fmla="*/ 2386284 w 5069918"/>
                <a:gd name="connsiteY80" fmla="*/ 3740273 h 3741103"/>
                <a:gd name="connsiteX81" fmla="*/ 2260658 w 5069918"/>
                <a:gd name="connsiteY81" fmla="*/ 3735331 h 3741103"/>
                <a:gd name="connsiteX82" fmla="*/ 2134945 w 5069918"/>
                <a:gd name="connsiteY82" fmla="*/ 3723967 h 3741103"/>
                <a:gd name="connsiteX83" fmla="*/ 1884564 w 5069918"/>
                <a:gd name="connsiteY83" fmla="*/ 3683451 h 3741103"/>
                <a:gd name="connsiteX84" fmla="*/ 1639764 w 5069918"/>
                <a:gd name="connsiteY84" fmla="*/ 3613537 h 3741103"/>
                <a:gd name="connsiteX85" fmla="*/ 1407081 w 5069918"/>
                <a:gd name="connsiteY85" fmla="*/ 3512164 h 3741103"/>
                <a:gd name="connsiteX86" fmla="*/ 1193491 w 5069918"/>
                <a:gd name="connsiteY86" fmla="*/ 3380240 h 3741103"/>
                <a:gd name="connsiteX87" fmla="*/ 836141 w 5069918"/>
                <a:gd name="connsiteY87" fmla="*/ 3047878 h 3741103"/>
                <a:gd name="connsiteX88" fmla="*/ 690812 w 5069918"/>
                <a:gd name="connsiteY88" fmla="*/ 2859461 h 3741103"/>
                <a:gd name="connsiteX89" fmla="*/ 562397 w 5069918"/>
                <a:gd name="connsiteY89" fmla="*/ 2662976 h 3741103"/>
                <a:gd name="connsiteX90" fmla="*/ 502504 w 5069918"/>
                <a:gd name="connsiteY90" fmla="*/ 2565474 h 3741103"/>
                <a:gd name="connsiteX91" fmla="*/ 440258 w 5069918"/>
                <a:gd name="connsiteY91" fmla="*/ 2469619 h 3741103"/>
                <a:gd name="connsiteX92" fmla="*/ 310360 w 5069918"/>
                <a:gd name="connsiteY92" fmla="*/ 2278732 h 3741103"/>
                <a:gd name="connsiteX93" fmla="*/ 246806 w 5069918"/>
                <a:gd name="connsiteY93" fmla="*/ 2181642 h 3741103"/>
                <a:gd name="connsiteX94" fmla="*/ 186303 w 5069918"/>
                <a:gd name="connsiteY94" fmla="*/ 2082411 h 3741103"/>
                <a:gd name="connsiteX95" fmla="*/ 84390 w 5069918"/>
                <a:gd name="connsiteY95" fmla="*/ 1874231 h 3741103"/>
                <a:gd name="connsiteX96" fmla="*/ 20139 w 5069918"/>
                <a:gd name="connsiteY96" fmla="*/ 1653288 h 3741103"/>
                <a:gd name="connsiteX97" fmla="*/ 0 w 5069918"/>
                <a:gd name="connsiteY97" fmla="*/ 1425590 h 3741103"/>
                <a:gd name="connsiteX98" fmla="*/ 179939 w 5069918"/>
                <a:gd name="connsiteY98" fmla="*/ 533498 h 3741103"/>
                <a:gd name="connsiteX99" fmla="*/ 276709 w 5069918"/>
                <a:gd name="connsiteY99" fmla="*/ 322519 h 3741103"/>
                <a:gd name="connsiteX100" fmla="*/ 392571 w 5069918"/>
                <a:gd name="connsiteY100" fmla="*/ 119280 h 37411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5069918" h="3741103">
                  <a:moveTo>
                    <a:pt x="475344" y="0"/>
                  </a:moveTo>
                  <a:lnTo>
                    <a:pt x="643707" y="0"/>
                  </a:lnTo>
                  <a:lnTo>
                    <a:pt x="635672" y="7778"/>
                  </a:lnTo>
                  <a:cubicBezTo>
                    <a:pt x="583538" y="62643"/>
                    <a:pt x="533759" y="119691"/>
                    <a:pt x="486638" y="178818"/>
                  </a:cubicBezTo>
                  <a:cubicBezTo>
                    <a:pt x="439560" y="237945"/>
                    <a:pt x="395012" y="299131"/>
                    <a:pt x="353514" y="362293"/>
                  </a:cubicBezTo>
                  <a:cubicBezTo>
                    <a:pt x="312714" y="425784"/>
                    <a:pt x="274180" y="490841"/>
                    <a:pt x="240181" y="558120"/>
                  </a:cubicBezTo>
                  <a:cubicBezTo>
                    <a:pt x="231376" y="574838"/>
                    <a:pt x="223180" y="591801"/>
                    <a:pt x="215073" y="608766"/>
                  </a:cubicBezTo>
                  <a:lnTo>
                    <a:pt x="202868" y="634294"/>
                  </a:lnTo>
                  <a:lnTo>
                    <a:pt x="191273" y="660069"/>
                  </a:lnTo>
                  <a:cubicBezTo>
                    <a:pt x="183688" y="677280"/>
                    <a:pt x="176016" y="694491"/>
                    <a:pt x="169129" y="712032"/>
                  </a:cubicBezTo>
                  <a:cubicBezTo>
                    <a:pt x="162242" y="729572"/>
                    <a:pt x="154658" y="746866"/>
                    <a:pt x="148381" y="764571"/>
                  </a:cubicBezTo>
                  <a:cubicBezTo>
                    <a:pt x="121529" y="834897"/>
                    <a:pt x="98775" y="906706"/>
                    <a:pt x="80903" y="979750"/>
                  </a:cubicBezTo>
                  <a:cubicBezTo>
                    <a:pt x="44636" y="1125509"/>
                    <a:pt x="26067" y="1275550"/>
                    <a:pt x="26154" y="1425590"/>
                  </a:cubicBezTo>
                  <a:cubicBezTo>
                    <a:pt x="26590" y="1500365"/>
                    <a:pt x="34001" y="1574973"/>
                    <a:pt x="49170" y="1648182"/>
                  </a:cubicBezTo>
                  <a:cubicBezTo>
                    <a:pt x="65124" y="1721226"/>
                    <a:pt x="88226" y="1792705"/>
                    <a:pt x="119437" y="1861055"/>
                  </a:cubicBezTo>
                  <a:cubicBezTo>
                    <a:pt x="126847" y="1878267"/>
                    <a:pt x="135478" y="1895066"/>
                    <a:pt x="143672" y="1911947"/>
                  </a:cubicBezTo>
                  <a:cubicBezTo>
                    <a:pt x="152565" y="1928582"/>
                    <a:pt x="161021" y="1945381"/>
                    <a:pt x="170611" y="1961687"/>
                  </a:cubicBezTo>
                  <a:cubicBezTo>
                    <a:pt x="188919" y="1994626"/>
                    <a:pt x="209319" y="2026578"/>
                    <a:pt x="230330" y="2058118"/>
                  </a:cubicBezTo>
                  <a:cubicBezTo>
                    <a:pt x="251253" y="2089740"/>
                    <a:pt x="273658" y="2120539"/>
                    <a:pt x="296237" y="2151255"/>
                  </a:cubicBezTo>
                  <a:cubicBezTo>
                    <a:pt x="319165" y="2181725"/>
                    <a:pt x="342966" y="2211782"/>
                    <a:pt x="366853" y="2241757"/>
                  </a:cubicBezTo>
                  <a:cubicBezTo>
                    <a:pt x="414714" y="2301791"/>
                    <a:pt x="464756" y="2360588"/>
                    <a:pt x="513838" y="2420786"/>
                  </a:cubicBezTo>
                  <a:cubicBezTo>
                    <a:pt x="538509" y="2450761"/>
                    <a:pt x="563094" y="2480983"/>
                    <a:pt x="587330" y="2511534"/>
                  </a:cubicBezTo>
                  <a:cubicBezTo>
                    <a:pt x="611479" y="2541839"/>
                    <a:pt x="635453" y="2574038"/>
                    <a:pt x="658817" y="2603437"/>
                  </a:cubicBezTo>
                  <a:cubicBezTo>
                    <a:pt x="682008" y="2633577"/>
                    <a:pt x="706330" y="2662811"/>
                    <a:pt x="730305" y="2692210"/>
                  </a:cubicBezTo>
                  <a:cubicBezTo>
                    <a:pt x="754977" y="2721115"/>
                    <a:pt x="779474" y="2750019"/>
                    <a:pt x="805018" y="2777936"/>
                  </a:cubicBezTo>
                  <a:cubicBezTo>
                    <a:pt x="855757" y="2834098"/>
                    <a:pt x="908500" y="2888202"/>
                    <a:pt x="963424" y="2939588"/>
                  </a:cubicBezTo>
                  <a:cubicBezTo>
                    <a:pt x="1073444" y="3042113"/>
                    <a:pt x="1192183" y="3133604"/>
                    <a:pt x="1319204" y="3209447"/>
                  </a:cubicBezTo>
                  <a:cubicBezTo>
                    <a:pt x="1382846" y="3247164"/>
                    <a:pt x="1448143" y="3281751"/>
                    <a:pt x="1515882" y="3310902"/>
                  </a:cubicBezTo>
                  <a:cubicBezTo>
                    <a:pt x="1583184" y="3340877"/>
                    <a:pt x="1652666" y="3366159"/>
                    <a:pt x="1723456" y="3387570"/>
                  </a:cubicBezTo>
                  <a:cubicBezTo>
                    <a:pt x="1794246" y="3409063"/>
                    <a:pt x="1866431" y="3426439"/>
                    <a:pt x="1939662" y="3440520"/>
                  </a:cubicBezTo>
                  <a:cubicBezTo>
                    <a:pt x="2012981" y="3454355"/>
                    <a:pt x="2087519" y="3463825"/>
                    <a:pt x="2162581" y="3470167"/>
                  </a:cubicBezTo>
                  <a:cubicBezTo>
                    <a:pt x="2237643" y="3476589"/>
                    <a:pt x="2313489" y="3479390"/>
                    <a:pt x="2389597" y="3479472"/>
                  </a:cubicBezTo>
                  <a:cubicBezTo>
                    <a:pt x="2408602" y="3479472"/>
                    <a:pt x="2427869" y="3479801"/>
                    <a:pt x="2446002" y="3479059"/>
                  </a:cubicBezTo>
                  <a:lnTo>
                    <a:pt x="2473639" y="3478402"/>
                  </a:lnTo>
                  <a:lnTo>
                    <a:pt x="2501187" y="3477083"/>
                  </a:lnTo>
                  <a:cubicBezTo>
                    <a:pt x="2537890" y="3475519"/>
                    <a:pt x="2574418" y="3472060"/>
                    <a:pt x="2610685" y="3468025"/>
                  </a:cubicBezTo>
                  <a:cubicBezTo>
                    <a:pt x="2755926" y="3451226"/>
                    <a:pt x="2897244" y="3414415"/>
                    <a:pt x="3033071" y="3360230"/>
                  </a:cubicBezTo>
                  <a:cubicBezTo>
                    <a:pt x="3101158" y="3333383"/>
                    <a:pt x="3167589" y="3301514"/>
                    <a:pt x="3232974" y="3266681"/>
                  </a:cubicBezTo>
                  <a:cubicBezTo>
                    <a:pt x="3298446" y="3232011"/>
                    <a:pt x="3362697" y="3193554"/>
                    <a:pt x="3425990" y="3152873"/>
                  </a:cubicBezTo>
                  <a:cubicBezTo>
                    <a:pt x="3489282" y="3112110"/>
                    <a:pt x="3551529" y="3068712"/>
                    <a:pt x="3613601" y="3024078"/>
                  </a:cubicBezTo>
                  <a:cubicBezTo>
                    <a:pt x="3644549" y="3001762"/>
                    <a:pt x="3675411" y="2978868"/>
                    <a:pt x="3706185" y="2955893"/>
                  </a:cubicBezTo>
                  <a:lnTo>
                    <a:pt x="3799729" y="2885155"/>
                  </a:lnTo>
                  <a:cubicBezTo>
                    <a:pt x="3926402" y="2790205"/>
                    <a:pt x="4053597" y="2699374"/>
                    <a:pt x="4175561" y="2606072"/>
                  </a:cubicBezTo>
                  <a:cubicBezTo>
                    <a:pt x="4297526" y="2512852"/>
                    <a:pt x="4414084" y="2416833"/>
                    <a:pt x="4517132" y="2312331"/>
                  </a:cubicBezTo>
                  <a:cubicBezTo>
                    <a:pt x="4568480" y="2259956"/>
                    <a:pt x="4616604" y="2205689"/>
                    <a:pt x="4659758" y="2148703"/>
                  </a:cubicBezTo>
                  <a:cubicBezTo>
                    <a:pt x="4702650" y="2091634"/>
                    <a:pt x="4741184" y="2032096"/>
                    <a:pt x="4773178" y="1969674"/>
                  </a:cubicBezTo>
                  <a:cubicBezTo>
                    <a:pt x="4837865" y="1845080"/>
                    <a:pt x="4877446" y="1709038"/>
                    <a:pt x="4892092" y="1567562"/>
                  </a:cubicBezTo>
                  <a:cubicBezTo>
                    <a:pt x="4895666" y="1532233"/>
                    <a:pt x="4897845" y="1496576"/>
                    <a:pt x="4898804" y="1460754"/>
                  </a:cubicBezTo>
                  <a:cubicBezTo>
                    <a:pt x="4899066" y="1442884"/>
                    <a:pt x="4899414" y="1425015"/>
                    <a:pt x="4899153" y="1406239"/>
                  </a:cubicBezTo>
                  <a:cubicBezTo>
                    <a:pt x="4898979" y="1387711"/>
                    <a:pt x="4899066" y="1369263"/>
                    <a:pt x="4898456" y="1350735"/>
                  </a:cubicBezTo>
                  <a:cubicBezTo>
                    <a:pt x="4896974" y="1276703"/>
                    <a:pt x="4893226" y="1202753"/>
                    <a:pt x="4886774" y="1128886"/>
                  </a:cubicBezTo>
                  <a:cubicBezTo>
                    <a:pt x="4873610" y="981232"/>
                    <a:pt x="4851030" y="833991"/>
                    <a:pt x="4815896" y="689221"/>
                  </a:cubicBezTo>
                  <a:cubicBezTo>
                    <a:pt x="4780676" y="544533"/>
                    <a:pt x="4733860" y="402068"/>
                    <a:pt x="4673183" y="264874"/>
                  </a:cubicBezTo>
                  <a:cubicBezTo>
                    <a:pt x="4658101" y="230533"/>
                    <a:pt x="4642147" y="196605"/>
                    <a:pt x="4625496" y="162925"/>
                  </a:cubicBezTo>
                  <a:cubicBezTo>
                    <a:pt x="4608583" y="129326"/>
                    <a:pt x="4590885" y="96222"/>
                    <a:pt x="4572490" y="63364"/>
                  </a:cubicBezTo>
                  <a:lnTo>
                    <a:pt x="4532299" y="0"/>
                  </a:lnTo>
                  <a:lnTo>
                    <a:pt x="4626680" y="0"/>
                  </a:lnTo>
                  <a:lnTo>
                    <a:pt x="4643978" y="26636"/>
                  </a:lnTo>
                  <a:cubicBezTo>
                    <a:pt x="4663594" y="60152"/>
                    <a:pt x="4682598" y="94080"/>
                    <a:pt x="4700644" y="128338"/>
                  </a:cubicBezTo>
                  <a:cubicBezTo>
                    <a:pt x="4718866" y="162595"/>
                    <a:pt x="4736476" y="197100"/>
                    <a:pt x="4753214" y="232016"/>
                  </a:cubicBezTo>
                  <a:cubicBezTo>
                    <a:pt x="4820082" y="371681"/>
                    <a:pt x="4875964" y="515957"/>
                    <a:pt x="4921297" y="663363"/>
                  </a:cubicBezTo>
                  <a:cubicBezTo>
                    <a:pt x="4966630" y="810687"/>
                    <a:pt x="5002460" y="960975"/>
                    <a:pt x="5027482" y="1112991"/>
                  </a:cubicBezTo>
                  <a:cubicBezTo>
                    <a:pt x="5040123" y="1189000"/>
                    <a:pt x="5050323" y="1265421"/>
                    <a:pt x="5058082" y="1342088"/>
                  </a:cubicBezTo>
                  <a:cubicBezTo>
                    <a:pt x="5060261" y="1361276"/>
                    <a:pt x="5061743" y="1380464"/>
                    <a:pt x="5063486" y="1399651"/>
                  </a:cubicBezTo>
                  <a:cubicBezTo>
                    <a:pt x="5065318" y="1418591"/>
                    <a:pt x="5066625" y="1438437"/>
                    <a:pt x="5067846" y="1458284"/>
                  </a:cubicBezTo>
                  <a:cubicBezTo>
                    <a:pt x="5069851" y="1497894"/>
                    <a:pt x="5070461" y="1537751"/>
                    <a:pt x="5069414" y="1577772"/>
                  </a:cubicBezTo>
                  <a:cubicBezTo>
                    <a:pt x="5067060" y="1657734"/>
                    <a:pt x="5057820" y="1738272"/>
                    <a:pt x="5040732" y="1817822"/>
                  </a:cubicBezTo>
                  <a:cubicBezTo>
                    <a:pt x="5023123" y="1897289"/>
                    <a:pt x="4997578" y="1975686"/>
                    <a:pt x="4964102" y="2050871"/>
                  </a:cubicBezTo>
                  <a:cubicBezTo>
                    <a:pt x="4897409" y="2201736"/>
                    <a:pt x="4799942" y="2338271"/>
                    <a:pt x="4689486" y="2458008"/>
                  </a:cubicBezTo>
                  <a:cubicBezTo>
                    <a:pt x="4579116" y="2578485"/>
                    <a:pt x="4456716" y="2684139"/>
                    <a:pt x="4333792" y="2784606"/>
                  </a:cubicBezTo>
                  <a:cubicBezTo>
                    <a:pt x="4210520" y="2884908"/>
                    <a:pt x="4085853" y="2979775"/>
                    <a:pt x="3965197" y="3076041"/>
                  </a:cubicBezTo>
                  <a:lnTo>
                    <a:pt x="3873745" y="3149167"/>
                  </a:lnTo>
                  <a:cubicBezTo>
                    <a:pt x="3842621" y="3173790"/>
                    <a:pt x="3811325" y="3198413"/>
                    <a:pt x="3779416" y="3222705"/>
                  </a:cubicBezTo>
                  <a:cubicBezTo>
                    <a:pt x="3715863" y="3271374"/>
                    <a:pt x="3650652" y="3319055"/>
                    <a:pt x="3582739" y="3364594"/>
                  </a:cubicBezTo>
                  <a:cubicBezTo>
                    <a:pt x="3514913" y="3410051"/>
                    <a:pt x="3445170" y="3454190"/>
                    <a:pt x="3371851" y="3494377"/>
                  </a:cubicBezTo>
                  <a:cubicBezTo>
                    <a:pt x="3298533" y="3534481"/>
                    <a:pt x="3222687" y="3571703"/>
                    <a:pt x="3143615" y="3603819"/>
                  </a:cubicBezTo>
                  <a:cubicBezTo>
                    <a:pt x="2985994" y="3668876"/>
                    <a:pt x="2815732" y="3712356"/>
                    <a:pt x="2643552" y="3730555"/>
                  </a:cubicBezTo>
                  <a:cubicBezTo>
                    <a:pt x="2600484" y="3734838"/>
                    <a:pt x="2557331" y="3738297"/>
                    <a:pt x="2514264" y="3739696"/>
                  </a:cubicBezTo>
                  <a:lnTo>
                    <a:pt x="2481920" y="3740849"/>
                  </a:lnTo>
                  <a:lnTo>
                    <a:pt x="2449664" y="3741014"/>
                  </a:lnTo>
                  <a:cubicBezTo>
                    <a:pt x="2427869" y="3741343"/>
                    <a:pt x="2407207" y="3740685"/>
                    <a:pt x="2386284" y="3740273"/>
                  </a:cubicBezTo>
                  <a:cubicBezTo>
                    <a:pt x="2344525" y="3739779"/>
                    <a:pt x="2302505" y="3737391"/>
                    <a:pt x="2260658" y="3735331"/>
                  </a:cubicBezTo>
                  <a:cubicBezTo>
                    <a:pt x="2218725" y="3732038"/>
                    <a:pt x="2176791" y="3728991"/>
                    <a:pt x="2134945" y="3723967"/>
                  </a:cubicBezTo>
                  <a:cubicBezTo>
                    <a:pt x="2051165" y="3714497"/>
                    <a:pt x="1967473" y="3701568"/>
                    <a:pt x="1884564" y="3683451"/>
                  </a:cubicBezTo>
                  <a:cubicBezTo>
                    <a:pt x="1801657" y="3665335"/>
                    <a:pt x="1719708" y="3642029"/>
                    <a:pt x="1639764" y="3613537"/>
                  </a:cubicBezTo>
                  <a:cubicBezTo>
                    <a:pt x="1559820" y="3584961"/>
                    <a:pt x="1481969" y="3550869"/>
                    <a:pt x="1407081" y="3512164"/>
                  </a:cubicBezTo>
                  <a:cubicBezTo>
                    <a:pt x="1332455" y="3472884"/>
                    <a:pt x="1260794" y="3428992"/>
                    <a:pt x="1193491" y="3380240"/>
                  </a:cubicBezTo>
                  <a:cubicBezTo>
                    <a:pt x="1058362" y="3283233"/>
                    <a:pt x="939973" y="3169508"/>
                    <a:pt x="836141" y="3047878"/>
                  </a:cubicBezTo>
                  <a:cubicBezTo>
                    <a:pt x="784444" y="2986774"/>
                    <a:pt x="736321" y="2923695"/>
                    <a:pt x="690812" y="2859461"/>
                  </a:cubicBezTo>
                  <a:cubicBezTo>
                    <a:pt x="645217" y="2795229"/>
                    <a:pt x="602674" y="2729596"/>
                    <a:pt x="562397" y="2662976"/>
                  </a:cubicBezTo>
                  <a:cubicBezTo>
                    <a:pt x="541823" y="2629295"/>
                    <a:pt x="522992" y="2597755"/>
                    <a:pt x="502504" y="2565474"/>
                  </a:cubicBezTo>
                  <a:cubicBezTo>
                    <a:pt x="482192" y="2533440"/>
                    <a:pt x="461530" y="2501406"/>
                    <a:pt x="440258" y="2469619"/>
                  </a:cubicBezTo>
                  <a:lnTo>
                    <a:pt x="310360" y="2278732"/>
                  </a:lnTo>
                  <a:cubicBezTo>
                    <a:pt x="288826" y="2246616"/>
                    <a:pt x="267555" y="2214335"/>
                    <a:pt x="246806" y="2181642"/>
                  </a:cubicBezTo>
                  <a:cubicBezTo>
                    <a:pt x="226057" y="2148949"/>
                    <a:pt x="205483" y="2116174"/>
                    <a:pt x="186303" y="2082411"/>
                  </a:cubicBezTo>
                  <a:cubicBezTo>
                    <a:pt x="147857" y="2015213"/>
                    <a:pt x="112550" y="1946041"/>
                    <a:pt x="84390" y="1874231"/>
                  </a:cubicBezTo>
                  <a:cubicBezTo>
                    <a:pt x="55708" y="1802669"/>
                    <a:pt x="34436" y="1728473"/>
                    <a:pt x="20139" y="1653288"/>
                  </a:cubicBezTo>
                  <a:cubicBezTo>
                    <a:pt x="6452" y="1578103"/>
                    <a:pt x="0" y="1501764"/>
                    <a:pt x="0" y="1425590"/>
                  </a:cubicBezTo>
                  <a:cubicBezTo>
                    <a:pt x="1133" y="1121885"/>
                    <a:pt x="63293" y="819004"/>
                    <a:pt x="179939" y="533498"/>
                  </a:cubicBezTo>
                  <a:cubicBezTo>
                    <a:pt x="209232" y="462183"/>
                    <a:pt x="240965" y="391527"/>
                    <a:pt x="276709" y="322519"/>
                  </a:cubicBezTo>
                  <a:cubicBezTo>
                    <a:pt x="311930" y="253262"/>
                    <a:pt x="350725" y="185489"/>
                    <a:pt x="392571" y="11928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B9721EA4-0C9C-010C-87CA-E265B4F85B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62838" y="1"/>
              <a:ext cx="4960548" cy="3526297"/>
            </a:xfrm>
            <a:custGeom>
              <a:avLst/>
              <a:gdLst>
                <a:gd name="connsiteX0" fmla="*/ 542883 w 4960548"/>
                <a:gd name="connsiteY0" fmla="*/ 0 h 3526297"/>
                <a:gd name="connsiteX1" fmla="*/ 826658 w 4960548"/>
                <a:gd name="connsiteY1" fmla="*/ 0 h 3526297"/>
                <a:gd name="connsiteX2" fmla="*/ 730698 w 4960548"/>
                <a:gd name="connsiteY2" fmla="*/ 89329 h 3526297"/>
                <a:gd name="connsiteX3" fmla="*/ 590295 w 4960548"/>
                <a:gd name="connsiteY3" fmla="*/ 244485 h 3526297"/>
                <a:gd name="connsiteX4" fmla="*/ 357524 w 4960548"/>
                <a:gd name="connsiteY4" fmla="*/ 587307 h 3526297"/>
                <a:gd name="connsiteX5" fmla="*/ 199554 w 4960548"/>
                <a:gd name="connsiteY5" fmla="*/ 966280 h 3526297"/>
                <a:gd name="connsiteX6" fmla="*/ 142104 w 4960548"/>
                <a:gd name="connsiteY6" fmla="*/ 1370286 h 3526297"/>
                <a:gd name="connsiteX7" fmla="*/ 166339 w 4960548"/>
                <a:gd name="connsiteY7" fmla="*/ 1568090 h 3526297"/>
                <a:gd name="connsiteX8" fmla="*/ 237914 w 4960548"/>
                <a:gd name="connsiteY8" fmla="*/ 1753129 h 3526297"/>
                <a:gd name="connsiteX9" fmla="*/ 287868 w 4960548"/>
                <a:gd name="connsiteY9" fmla="*/ 1840255 h 3526297"/>
                <a:gd name="connsiteX10" fmla="*/ 345232 w 4960548"/>
                <a:gd name="connsiteY10" fmla="*/ 1924581 h 3526297"/>
                <a:gd name="connsiteX11" fmla="*/ 477745 w 4960548"/>
                <a:gd name="connsiteY11" fmla="*/ 2087551 h 3526297"/>
                <a:gd name="connsiteX12" fmla="*/ 621156 w 4960548"/>
                <a:gd name="connsiteY12" fmla="*/ 2251756 h 3526297"/>
                <a:gd name="connsiteX13" fmla="*/ 692469 w 4960548"/>
                <a:gd name="connsiteY13" fmla="*/ 2337482 h 3526297"/>
                <a:gd name="connsiteX14" fmla="*/ 726731 w 4960548"/>
                <a:gd name="connsiteY14" fmla="*/ 2379562 h 3526297"/>
                <a:gd name="connsiteX15" fmla="*/ 760295 w 4960548"/>
                <a:gd name="connsiteY15" fmla="*/ 2419831 h 3526297"/>
                <a:gd name="connsiteX16" fmla="*/ 1048685 w 4960548"/>
                <a:gd name="connsiteY16" fmla="*/ 2717443 h 3526297"/>
                <a:gd name="connsiteX17" fmla="*/ 1202035 w 4960548"/>
                <a:gd name="connsiteY17" fmla="*/ 2851344 h 3526297"/>
                <a:gd name="connsiteX18" fmla="*/ 1362620 w 4960548"/>
                <a:gd name="connsiteY18" fmla="*/ 2974785 h 3526297"/>
                <a:gd name="connsiteX19" fmla="*/ 1721364 w 4960548"/>
                <a:gd name="connsiteY19" fmla="*/ 3170036 h 3526297"/>
                <a:gd name="connsiteX20" fmla="*/ 1922052 w 4960548"/>
                <a:gd name="connsiteY20" fmla="*/ 3225210 h 3526297"/>
                <a:gd name="connsiteX21" fmla="*/ 1973488 w 4960548"/>
                <a:gd name="connsiteY21" fmla="*/ 3234928 h 3526297"/>
                <a:gd name="connsiteX22" fmla="*/ 2025360 w 4960548"/>
                <a:gd name="connsiteY22" fmla="*/ 3243080 h 3526297"/>
                <a:gd name="connsiteX23" fmla="*/ 2130063 w 4960548"/>
                <a:gd name="connsiteY23" fmla="*/ 3254774 h 3526297"/>
                <a:gd name="connsiteX24" fmla="*/ 2182719 w 4960548"/>
                <a:gd name="connsiteY24" fmla="*/ 3258562 h 3526297"/>
                <a:gd name="connsiteX25" fmla="*/ 2235551 w 4960548"/>
                <a:gd name="connsiteY25" fmla="*/ 3261197 h 3526297"/>
                <a:gd name="connsiteX26" fmla="*/ 2288556 w 4960548"/>
                <a:gd name="connsiteY26" fmla="*/ 3262350 h 3526297"/>
                <a:gd name="connsiteX27" fmla="*/ 2341648 w 4960548"/>
                <a:gd name="connsiteY27" fmla="*/ 3262103 h 3526297"/>
                <a:gd name="connsiteX28" fmla="*/ 2368238 w 4960548"/>
                <a:gd name="connsiteY28" fmla="*/ 3261856 h 3526297"/>
                <a:gd name="connsiteX29" fmla="*/ 2393869 w 4960548"/>
                <a:gd name="connsiteY29" fmla="*/ 3260785 h 3526297"/>
                <a:gd name="connsiteX30" fmla="*/ 2419413 w 4960548"/>
                <a:gd name="connsiteY30" fmla="*/ 3259550 h 3526297"/>
                <a:gd name="connsiteX31" fmla="*/ 2444869 w 4960548"/>
                <a:gd name="connsiteY31" fmla="*/ 3257574 h 3526297"/>
                <a:gd name="connsiteX32" fmla="*/ 2545824 w 4960548"/>
                <a:gd name="connsiteY32" fmla="*/ 3245798 h 3526297"/>
                <a:gd name="connsiteX33" fmla="*/ 2930373 w 4960548"/>
                <a:gd name="connsiteY33" fmla="*/ 3126555 h 3526297"/>
                <a:gd name="connsiteX34" fmla="*/ 3285631 w 4960548"/>
                <a:gd name="connsiteY34" fmla="*/ 2917552 h 3526297"/>
                <a:gd name="connsiteX35" fmla="*/ 3371764 w 4960548"/>
                <a:gd name="connsiteY35" fmla="*/ 2856120 h 3526297"/>
                <a:gd name="connsiteX36" fmla="*/ 3457898 w 4960548"/>
                <a:gd name="connsiteY36" fmla="*/ 2792628 h 3526297"/>
                <a:gd name="connsiteX37" fmla="*/ 3632344 w 4960548"/>
                <a:gd name="connsiteY37" fmla="*/ 2660869 h 3526297"/>
                <a:gd name="connsiteX38" fmla="*/ 3990915 w 4960548"/>
                <a:gd name="connsiteY38" fmla="*/ 2405832 h 3526297"/>
                <a:gd name="connsiteX39" fmla="*/ 4324988 w 4960548"/>
                <a:gd name="connsiteY39" fmla="*/ 2152196 h 3526297"/>
                <a:gd name="connsiteX40" fmla="*/ 4592106 w 4960548"/>
                <a:gd name="connsiteY40" fmla="*/ 1861501 h 3526297"/>
                <a:gd name="connsiteX41" fmla="*/ 4683122 w 4960548"/>
                <a:gd name="connsiteY41" fmla="*/ 1692521 h 3526297"/>
                <a:gd name="connsiteX42" fmla="*/ 4738568 w 4960548"/>
                <a:gd name="connsiteY42" fmla="*/ 1507893 h 3526297"/>
                <a:gd name="connsiteX43" fmla="*/ 4753912 w 4960548"/>
                <a:gd name="connsiteY43" fmla="*/ 1411050 h 3526297"/>
                <a:gd name="connsiteX44" fmla="*/ 4756440 w 4960548"/>
                <a:gd name="connsiteY44" fmla="*/ 1386509 h 3526297"/>
                <a:gd name="connsiteX45" fmla="*/ 4758358 w 4960548"/>
                <a:gd name="connsiteY45" fmla="*/ 1361475 h 3526297"/>
                <a:gd name="connsiteX46" fmla="*/ 4761148 w 4960548"/>
                <a:gd name="connsiteY46" fmla="*/ 1309759 h 3526297"/>
                <a:gd name="connsiteX47" fmla="*/ 4756354 w 4960548"/>
                <a:gd name="connsiteY47" fmla="*/ 1102980 h 3526297"/>
                <a:gd name="connsiteX48" fmla="*/ 4725578 w 4960548"/>
                <a:gd name="connsiteY48" fmla="*/ 898753 h 3526297"/>
                <a:gd name="connsiteX49" fmla="*/ 4673358 w 4960548"/>
                <a:gd name="connsiteY49" fmla="*/ 699384 h 3526297"/>
                <a:gd name="connsiteX50" fmla="*/ 4538491 w 4960548"/>
                <a:gd name="connsiteY50" fmla="*/ 312754 h 3526297"/>
                <a:gd name="connsiteX51" fmla="*/ 4446604 w 4960548"/>
                <a:gd name="connsiteY51" fmla="*/ 129196 h 3526297"/>
                <a:gd name="connsiteX52" fmla="*/ 4419840 w 4960548"/>
                <a:gd name="connsiteY52" fmla="*/ 85222 h 3526297"/>
                <a:gd name="connsiteX53" fmla="*/ 4391680 w 4960548"/>
                <a:gd name="connsiteY53" fmla="*/ 42071 h 3526297"/>
                <a:gd name="connsiteX54" fmla="*/ 4361930 w 4960548"/>
                <a:gd name="connsiteY54" fmla="*/ 0 h 3526297"/>
                <a:gd name="connsiteX55" fmla="*/ 4588871 w 4960548"/>
                <a:gd name="connsiteY55" fmla="*/ 0 h 3526297"/>
                <a:gd name="connsiteX56" fmla="*/ 4613640 w 4960548"/>
                <a:gd name="connsiteY56" fmla="*/ 38859 h 3526297"/>
                <a:gd name="connsiteX57" fmla="*/ 4724445 w 4960548"/>
                <a:gd name="connsiteY57" fmla="*/ 234687 h 3526297"/>
                <a:gd name="connsiteX58" fmla="*/ 4876138 w 4960548"/>
                <a:gd name="connsiteY58" fmla="*/ 653022 h 3526297"/>
                <a:gd name="connsiteX59" fmla="*/ 4911707 w 4960548"/>
                <a:gd name="connsiteY59" fmla="*/ 870671 h 3526297"/>
                <a:gd name="connsiteX60" fmla="*/ 4934810 w 4960548"/>
                <a:gd name="connsiteY60" fmla="*/ 1088487 h 3526297"/>
                <a:gd name="connsiteX61" fmla="*/ 4953206 w 4960548"/>
                <a:gd name="connsiteY61" fmla="*/ 1306301 h 3526297"/>
                <a:gd name="connsiteX62" fmla="*/ 4956954 w 4960548"/>
                <a:gd name="connsiteY62" fmla="*/ 1360899 h 3526297"/>
                <a:gd name="connsiteX63" fmla="*/ 4958610 w 4960548"/>
                <a:gd name="connsiteY63" fmla="*/ 1388980 h 3526297"/>
                <a:gd name="connsiteX64" fmla="*/ 4959830 w 4960548"/>
                <a:gd name="connsiteY64" fmla="*/ 1417555 h 3526297"/>
                <a:gd name="connsiteX65" fmla="*/ 4958174 w 4960548"/>
                <a:gd name="connsiteY65" fmla="*/ 1532680 h 3526297"/>
                <a:gd name="connsiteX66" fmla="*/ 4834030 w 4960548"/>
                <a:gd name="connsiteY66" fmla="*/ 1984861 h 3526297"/>
                <a:gd name="connsiteX67" fmla="*/ 4558106 w 4960548"/>
                <a:gd name="connsiteY67" fmla="*/ 2368857 h 3526297"/>
                <a:gd name="connsiteX68" fmla="*/ 4389936 w 4960548"/>
                <a:gd name="connsiteY68" fmla="*/ 2528945 h 3526297"/>
                <a:gd name="connsiteX69" fmla="*/ 4214618 w 4960548"/>
                <a:gd name="connsiteY69" fmla="*/ 2674457 h 3526297"/>
                <a:gd name="connsiteX70" fmla="*/ 3858489 w 4960548"/>
                <a:gd name="connsiteY70" fmla="*/ 2936658 h 3526297"/>
                <a:gd name="connsiteX71" fmla="*/ 3768868 w 4960548"/>
                <a:gd name="connsiteY71" fmla="*/ 3000643 h 3526297"/>
                <a:gd name="connsiteX72" fmla="*/ 3676806 w 4960548"/>
                <a:gd name="connsiteY72" fmla="*/ 3065040 h 3526297"/>
                <a:gd name="connsiteX73" fmla="*/ 3582477 w 4960548"/>
                <a:gd name="connsiteY73" fmla="*/ 3128614 h 3526297"/>
                <a:gd name="connsiteX74" fmla="*/ 3485185 w 4960548"/>
                <a:gd name="connsiteY74" fmla="*/ 3190377 h 3526297"/>
                <a:gd name="connsiteX75" fmla="*/ 3280923 w 4960548"/>
                <a:gd name="connsiteY75" fmla="*/ 3306325 h 3526297"/>
                <a:gd name="connsiteX76" fmla="*/ 3061230 w 4960548"/>
                <a:gd name="connsiteY76" fmla="*/ 3404897 h 3526297"/>
                <a:gd name="connsiteX77" fmla="*/ 2583137 w 4960548"/>
                <a:gd name="connsiteY77" fmla="*/ 3518292 h 3526297"/>
                <a:gd name="connsiteX78" fmla="*/ 2460038 w 4960548"/>
                <a:gd name="connsiteY78" fmla="*/ 3525622 h 3526297"/>
                <a:gd name="connsiteX79" fmla="*/ 2429264 w 4960548"/>
                <a:gd name="connsiteY79" fmla="*/ 3526280 h 3526297"/>
                <a:gd name="connsiteX80" fmla="*/ 2398576 w 4960548"/>
                <a:gd name="connsiteY80" fmla="*/ 3526116 h 3526297"/>
                <a:gd name="connsiteX81" fmla="*/ 2367977 w 4960548"/>
                <a:gd name="connsiteY81" fmla="*/ 3525786 h 3526297"/>
                <a:gd name="connsiteX82" fmla="*/ 2338249 w 4960548"/>
                <a:gd name="connsiteY82" fmla="*/ 3524716 h 3526297"/>
                <a:gd name="connsiteX83" fmla="*/ 2100770 w 4960548"/>
                <a:gd name="connsiteY83" fmla="*/ 3506845 h 3526297"/>
                <a:gd name="connsiteX84" fmla="*/ 1864776 w 4960548"/>
                <a:gd name="connsiteY84" fmla="*/ 3467483 h 3526297"/>
                <a:gd name="connsiteX85" fmla="*/ 1632964 w 4960548"/>
                <a:gd name="connsiteY85" fmla="*/ 3405803 h 3526297"/>
                <a:gd name="connsiteX86" fmla="*/ 1189219 w 4960548"/>
                <a:gd name="connsiteY86" fmla="*/ 3220352 h 3526297"/>
                <a:gd name="connsiteX87" fmla="*/ 815305 w 4960548"/>
                <a:gd name="connsiteY87" fmla="*/ 2931634 h 3526297"/>
                <a:gd name="connsiteX88" fmla="*/ 663699 w 4960548"/>
                <a:gd name="connsiteY88" fmla="*/ 2757877 h 3526297"/>
                <a:gd name="connsiteX89" fmla="*/ 531274 w 4960548"/>
                <a:gd name="connsiteY89" fmla="*/ 2573907 h 3526297"/>
                <a:gd name="connsiteX90" fmla="*/ 500325 w 4960548"/>
                <a:gd name="connsiteY90" fmla="*/ 2527051 h 3526297"/>
                <a:gd name="connsiteX91" fmla="*/ 470771 w 4960548"/>
                <a:gd name="connsiteY91" fmla="*/ 2481594 h 3526297"/>
                <a:gd name="connsiteX92" fmla="*/ 412448 w 4960548"/>
                <a:gd name="connsiteY92" fmla="*/ 2393479 h 3526297"/>
                <a:gd name="connsiteX93" fmla="*/ 291616 w 4960548"/>
                <a:gd name="connsiteY93" fmla="*/ 2213464 h 3526297"/>
                <a:gd name="connsiteX94" fmla="*/ 173662 w 4960548"/>
                <a:gd name="connsiteY94" fmla="*/ 2023154 h 3526297"/>
                <a:gd name="connsiteX95" fmla="*/ 120483 w 4960548"/>
                <a:gd name="connsiteY95" fmla="*/ 1922276 h 3526297"/>
                <a:gd name="connsiteX96" fmla="*/ 75324 w 4960548"/>
                <a:gd name="connsiteY96" fmla="*/ 1816703 h 3526297"/>
                <a:gd name="connsiteX97" fmla="*/ 40713 w 4960548"/>
                <a:gd name="connsiteY97" fmla="*/ 1707179 h 3526297"/>
                <a:gd name="connsiteX98" fmla="*/ 27811 w 4960548"/>
                <a:gd name="connsiteY98" fmla="*/ 1651346 h 3526297"/>
                <a:gd name="connsiteX99" fmla="*/ 22144 w 4960548"/>
                <a:gd name="connsiteY99" fmla="*/ 1623346 h 3526297"/>
                <a:gd name="connsiteX100" fmla="*/ 17436 w 4960548"/>
                <a:gd name="connsiteY100" fmla="*/ 1595265 h 3526297"/>
                <a:gd name="connsiteX101" fmla="*/ 0 w 4960548"/>
                <a:gd name="connsiteY101" fmla="*/ 1370286 h 3526297"/>
                <a:gd name="connsiteX102" fmla="*/ 48385 w 4960548"/>
                <a:gd name="connsiteY102" fmla="*/ 931939 h 3526297"/>
                <a:gd name="connsiteX103" fmla="*/ 193801 w 4960548"/>
                <a:gd name="connsiteY103" fmla="*/ 511957 h 3526297"/>
                <a:gd name="connsiteX104" fmla="*/ 431660 w 4960548"/>
                <a:gd name="connsiteY104" fmla="*/ 131379 h 3526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</a:cxnLst>
              <a:rect l="l" t="t" r="r" b="b"/>
              <a:pathLst>
                <a:path w="4960548" h="3526297">
                  <a:moveTo>
                    <a:pt x="542883" y="0"/>
                  </a:moveTo>
                  <a:lnTo>
                    <a:pt x="826658" y="0"/>
                  </a:lnTo>
                  <a:lnTo>
                    <a:pt x="730698" y="89329"/>
                  </a:lnTo>
                  <a:cubicBezTo>
                    <a:pt x="681528" y="139120"/>
                    <a:pt x="634626" y="190876"/>
                    <a:pt x="590295" y="244485"/>
                  </a:cubicBezTo>
                  <a:cubicBezTo>
                    <a:pt x="501458" y="351540"/>
                    <a:pt x="423083" y="466336"/>
                    <a:pt x="357524" y="587307"/>
                  </a:cubicBezTo>
                  <a:cubicBezTo>
                    <a:pt x="291965" y="708196"/>
                    <a:pt x="237391" y="834767"/>
                    <a:pt x="199554" y="966280"/>
                  </a:cubicBezTo>
                  <a:cubicBezTo>
                    <a:pt x="161632" y="1097463"/>
                    <a:pt x="142016" y="1233833"/>
                    <a:pt x="142104" y="1370286"/>
                  </a:cubicBezTo>
                  <a:cubicBezTo>
                    <a:pt x="142888" y="1437319"/>
                    <a:pt x="149862" y="1503858"/>
                    <a:pt x="166339" y="1568090"/>
                  </a:cubicBezTo>
                  <a:cubicBezTo>
                    <a:pt x="182555" y="1632405"/>
                    <a:pt x="207750" y="1693921"/>
                    <a:pt x="237914" y="1753129"/>
                  </a:cubicBezTo>
                  <a:cubicBezTo>
                    <a:pt x="253170" y="1782693"/>
                    <a:pt x="270084" y="1811680"/>
                    <a:pt x="287868" y="1840255"/>
                  </a:cubicBezTo>
                  <a:cubicBezTo>
                    <a:pt x="305914" y="1868748"/>
                    <a:pt x="325181" y="1896830"/>
                    <a:pt x="345232" y="1924581"/>
                  </a:cubicBezTo>
                  <a:cubicBezTo>
                    <a:pt x="385858" y="1979920"/>
                    <a:pt x="431017" y="2033612"/>
                    <a:pt x="477745" y="2087551"/>
                  </a:cubicBezTo>
                  <a:cubicBezTo>
                    <a:pt x="524474" y="2141573"/>
                    <a:pt x="573294" y="2195594"/>
                    <a:pt x="621156" y="2251756"/>
                  </a:cubicBezTo>
                  <a:cubicBezTo>
                    <a:pt x="645130" y="2279755"/>
                    <a:pt x="668843" y="2308412"/>
                    <a:pt x="692469" y="2337482"/>
                  </a:cubicBezTo>
                  <a:lnTo>
                    <a:pt x="726731" y="2379562"/>
                  </a:lnTo>
                  <a:cubicBezTo>
                    <a:pt x="737977" y="2392986"/>
                    <a:pt x="748700" y="2406738"/>
                    <a:pt x="760295" y="2419831"/>
                  </a:cubicBezTo>
                  <a:cubicBezTo>
                    <a:pt x="850788" y="2526392"/>
                    <a:pt x="948952" y="2624470"/>
                    <a:pt x="1048685" y="2717443"/>
                  </a:cubicBezTo>
                  <a:cubicBezTo>
                    <a:pt x="1098814" y="2763724"/>
                    <a:pt x="1149814" y="2808439"/>
                    <a:pt x="1202035" y="2851344"/>
                  </a:cubicBezTo>
                  <a:cubicBezTo>
                    <a:pt x="1254256" y="2894248"/>
                    <a:pt x="1307435" y="2935752"/>
                    <a:pt x="1362620" y="2974785"/>
                  </a:cubicBezTo>
                  <a:cubicBezTo>
                    <a:pt x="1472554" y="3053017"/>
                    <a:pt x="1591118" y="3122932"/>
                    <a:pt x="1721364" y="3170036"/>
                  </a:cubicBezTo>
                  <a:cubicBezTo>
                    <a:pt x="1786314" y="3193588"/>
                    <a:pt x="1853617" y="3211622"/>
                    <a:pt x="1922052" y="3225210"/>
                  </a:cubicBezTo>
                  <a:cubicBezTo>
                    <a:pt x="1939227" y="3228422"/>
                    <a:pt x="1956227" y="3232128"/>
                    <a:pt x="1973488" y="3234928"/>
                  </a:cubicBezTo>
                  <a:lnTo>
                    <a:pt x="2025360" y="3243080"/>
                  </a:lnTo>
                  <a:cubicBezTo>
                    <a:pt x="2060145" y="3247445"/>
                    <a:pt x="2094930" y="3252056"/>
                    <a:pt x="2130063" y="3254774"/>
                  </a:cubicBezTo>
                  <a:cubicBezTo>
                    <a:pt x="2147587" y="3256338"/>
                    <a:pt x="2165109" y="3257821"/>
                    <a:pt x="2182719" y="3258562"/>
                  </a:cubicBezTo>
                  <a:cubicBezTo>
                    <a:pt x="2200330" y="3259385"/>
                    <a:pt x="2217853" y="3260703"/>
                    <a:pt x="2235551" y="3261197"/>
                  </a:cubicBezTo>
                  <a:lnTo>
                    <a:pt x="2288556" y="3262350"/>
                  </a:lnTo>
                  <a:cubicBezTo>
                    <a:pt x="2306166" y="3262761"/>
                    <a:pt x="2323951" y="3262185"/>
                    <a:pt x="2341648" y="3262103"/>
                  </a:cubicBezTo>
                  <a:lnTo>
                    <a:pt x="2368238" y="3261856"/>
                  </a:lnTo>
                  <a:cubicBezTo>
                    <a:pt x="2376869" y="3261609"/>
                    <a:pt x="2385325" y="3261115"/>
                    <a:pt x="2393869" y="3260785"/>
                  </a:cubicBezTo>
                  <a:cubicBezTo>
                    <a:pt x="2402412" y="3260373"/>
                    <a:pt x="2410956" y="3260127"/>
                    <a:pt x="2419413" y="3259550"/>
                  </a:cubicBezTo>
                  <a:lnTo>
                    <a:pt x="2444869" y="3257574"/>
                  </a:lnTo>
                  <a:cubicBezTo>
                    <a:pt x="2478782" y="3255021"/>
                    <a:pt x="2512434" y="3250739"/>
                    <a:pt x="2545824" y="3245798"/>
                  </a:cubicBezTo>
                  <a:cubicBezTo>
                    <a:pt x="2679470" y="3224881"/>
                    <a:pt x="2807973" y="3183954"/>
                    <a:pt x="2930373" y="3126555"/>
                  </a:cubicBezTo>
                  <a:cubicBezTo>
                    <a:pt x="3053210" y="3069817"/>
                    <a:pt x="3170118" y="2997184"/>
                    <a:pt x="3285631" y="2917552"/>
                  </a:cubicBezTo>
                  <a:cubicBezTo>
                    <a:pt x="3314487" y="2897706"/>
                    <a:pt x="3343169" y="2876954"/>
                    <a:pt x="3371764" y="2856120"/>
                  </a:cubicBezTo>
                  <a:cubicBezTo>
                    <a:pt x="3400534" y="2835285"/>
                    <a:pt x="3429216" y="2814121"/>
                    <a:pt x="3457898" y="2792628"/>
                  </a:cubicBezTo>
                  <a:lnTo>
                    <a:pt x="3632344" y="2660869"/>
                  </a:lnTo>
                  <a:cubicBezTo>
                    <a:pt x="3752043" y="2571190"/>
                    <a:pt x="3872873" y="2487687"/>
                    <a:pt x="3990915" y="2405832"/>
                  </a:cubicBezTo>
                  <a:cubicBezTo>
                    <a:pt x="4108869" y="2323976"/>
                    <a:pt x="4222378" y="2241297"/>
                    <a:pt x="4324988" y="2152196"/>
                  </a:cubicBezTo>
                  <a:cubicBezTo>
                    <a:pt x="4427598" y="2063258"/>
                    <a:pt x="4520270" y="1968474"/>
                    <a:pt x="4592106" y="1861501"/>
                  </a:cubicBezTo>
                  <a:cubicBezTo>
                    <a:pt x="4628024" y="1808057"/>
                    <a:pt x="4658712" y="1751730"/>
                    <a:pt x="4683122" y="1692521"/>
                  </a:cubicBezTo>
                  <a:cubicBezTo>
                    <a:pt x="4707706" y="1633393"/>
                    <a:pt x="4725404" y="1571467"/>
                    <a:pt x="4738568" y="1507893"/>
                  </a:cubicBezTo>
                  <a:cubicBezTo>
                    <a:pt x="4745106" y="1476106"/>
                    <a:pt x="4750338" y="1443742"/>
                    <a:pt x="4753912" y="1411050"/>
                  </a:cubicBezTo>
                  <a:cubicBezTo>
                    <a:pt x="4754958" y="1402897"/>
                    <a:pt x="4755656" y="1394662"/>
                    <a:pt x="4756440" y="1386509"/>
                  </a:cubicBezTo>
                  <a:cubicBezTo>
                    <a:pt x="4757138" y="1378274"/>
                    <a:pt x="4758010" y="1370204"/>
                    <a:pt x="4758358" y="1361475"/>
                  </a:cubicBezTo>
                  <a:lnTo>
                    <a:pt x="4761148" y="1309759"/>
                  </a:lnTo>
                  <a:cubicBezTo>
                    <a:pt x="4763676" y="1240751"/>
                    <a:pt x="4762106" y="1171659"/>
                    <a:pt x="4756354" y="1102980"/>
                  </a:cubicBezTo>
                  <a:cubicBezTo>
                    <a:pt x="4750774" y="1034218"/>
                    <a:pt x="4740050" y="966033"/>
                    <a:pt x="4725578" y="898753"/>
                  </a:cubicBezTo>
                  <a:cubicBezTo>
                    <a:pt x="4710932" y="831473"/>
                    <a:pt x="4692624" y="765100"/>
                    <a:pt x="4673358" y="699384"/>
                  </a:cubicBezTo>
                  <a:cubicBezTo>
                    <a:pt x="4634912" y="568037"/>
                    <a:pt x="4592456" y="438419"/>
                    <a:pt x="4538491" y="312754"/>
                  </a:cubicBezTo>
                  <a:cubicBezTo>
                    <a:pt x="4511464" y="250003"/>
                    <a:pt x="4481301" y="188406"/>
                    <a:pt x="4446604" y="129196"/>
                  </a:cubicBezTo>
                  <a:cubicBezTo>
                    <a:pt x="4438147" y="114291"/>
                    <a:pt x="4428819" y="99798"/>
                    <a:pt x="4419840" y="85222"/>
                  </a:cubicBezTo>
                  <a:cubicBezTo>
                    <a:pt x="4410598" y="70728"/>
                    <a:pt x="4401008" y="56482"/>
                    <a:pt x="4391680" y="42071"/>
                  </a:cubicBezTo>
                  <a:lnTo>
                    <a:pt x="4361930" y="0"/>
                  </a:lnTo>
                  <a:lnTo>
                    <a:pt x="4588871" y="0"/>
                  </a:lnTo>
                  <a:lnTo>
                    <a:pt x="4613640" y="38859"/>
                  </a:lnTo>
                  <a:cubicBezTo>
                    <a:pt x="4653306" y="102762"/>
                    <a:pt x="4690706" y="167901"/>
                    <a:pt x="4724445" y="234687"/>
                  </a:cubicBezTo>
                  <a:cubicBezTo>
                    <a:pt x="4792096" y="368257"/>
                    <a:pt x="4844230" y="508828"/>
                    <a:pt x="4876138" y="653022"/>
                  </a:cubicBezTo>
                  <a:cubicBezTo>
                    <a:pt x="4892005" y="725161"/>
                    <a:pt x="4903077" y="797874"/>
                    <a:pt x="4911707" y="870671"/>
                  </a:cubicBezTo>
                  <a:cubicBezTo>
                    <a:pt x="4920513" y="943386"/>
                    <a:pt x="4927574" y="1016019"/>
                    <a:pt x="4934810" y="1088487"/>
                  </a:cubicBezTo>
                  <a:cubicBezTo>
                    <a:pt x="4941697" y="1161036"/>
                    <a:pt x="4947799" y="1233586"/>
                    <a:pt x="4953206" y="1306301"/>
                  </a:cubicBezTo>
                  <a:lnTo>
                    <a:pt x="4956954" y="1360899"/>
                  </a:lnTo>
                  <a:cubicBezTo>
                    <a:pt x="4957651" y="1369875"/>
                    <a:pt x="4958087" y="1379510"/>
                    <a:pt x="4958610" y="1388980"/>
                  </a:cubicBezTo>
                  <a:cubicBezTo>
                    <a:pt x="4959133" y="1398450"/>
                    <a:pt x="4959656" y="1408003"/>
                    <a:pt x="4959830" y="1417555"/>
                  </a:cubicBezTo>
                  <a:cubicBezTo>
                    <a:pt x="4961138" y="1455683"/>
                    <a:pt x="4960702" y="1494140"/>
                    <a:pt x="4958174" y="1532680"/>
                  </a:cubicBezTo>
                  <a:cubicBezTo>
                    <a:pt x="4948760" y="1686920"/>
                    <a:pt x="4904908" y="1842314"/>
                    <a:pt x="4834030" y="1984861"/>
                  </a:cubicBezTo>
                  <a:cubicBezTo>
                    <a:pt x="4763328" y="2127820"/>
                    <a:pt x="4665860" y="2256121"/>
                    <a:pt x="4558106" y="2368857"/>
                  </a:cubicBezTo>
                  <a:cubicBezTo>
                    <a:pt x="4504230" y="2425432"/>
                    <a:pt x="4447650" y="2478465"/>
                    <a:pt x="4389936" y="2528945"/>
                  </a:cubicBezTo>
                  <a:cubicBezTo>
                    <a:pt x="4332223" y="2579425"/>
                    <a:pt x="4273726" y="2628011"/>
                    <a:pt x="4214618" y="2674457"/>
                  </a:cubicBezTo>
                  <a:cubicBezTo>
                    <a:pt x="4096664" y="2767759"/>
                    <a:pt x="3976094" y="2852826"/>
                    <a:pt x="3858489" y="2936658"/>
                  </a:cubicBezTo>
                  <a:lnTo>
                    <a:pt x="3768868" y="3000643"/>
                  </a:lnTo>
                  <a:cubicBezTo>
                    <a:pt x="3738530" y="3022136"/>
                    <a:pt x="3707929" y="3043794"/>
                    <a:pt x="3676806" y="3065040"/>
                  </a:cubicBezTo>
                  <a:cubicBezTo>
                    <a:pt x="3645770" y="3086369"/>
                    <a:pt x="3614386" y="3107615"/>
                    <a:pt x="3582477" y="3128614"/>
                  </a:cubicBezTo>
                  <a:cubicBezTo>
                    <a:pt x="3550483" y="3149449"/>
                    <a:pt x="3518226" y="3170118"/>
                    <a:pt x="3485185" y="3190377"/>
                  </a:cubicBezTo>
                  <a:cubicBezTo>
                    <a:pt x="3419452" y="3230975"/>
                    <a:pt x="3351625" y="3270338"/>
                    <a:pt x="3280923" y="3306325"/>
                  </a:cubicBezTo>
                  <a:cubicBezTo>
                    <a:pt x="3210307" y="3342476"/>
                    <a:pt x="3137251" y="3376074"/>
                    <a:pt x="3061230" y="3404897"/>
                  </a:cubicBezTo>
                  <a:cubicBezTo>
                    <a:pt x="2909886" y="3463366"/>
                    <a:pt x="2747295" y="3502810"/>
                    <a:pt x="2583137" y="3518292"/>
                  </a:cubicBezTo>
                  <a:cubicBezTo>
                    <a:pt x="2542075" y="3521999"/>
                    <a:pt x="2501013" y="3524798"/>
                    <a:pt x="2460038" y="3525622"/>
                  </a:cubicBezTo>
                  <a:lnTo>
                    <a:pt x="2429264" y="3526280"/>
                  </a:lnTo>
                  <a:cubicBezTo>
                    <a:pt x="2419064" y="3526363"/>
                    <a:pt x="2408777" y="3526116"/>
                    <a:pt x="2398576" y="3526116"/>
                  </a:cubicBezTo>
                  <a:lnTo>
                    <a:pt x="2367977" y="3525786"/>
                  </a:lnTo>
                  <a:lnTo>
                    <a:pt x="2338249" y="3524716"/>
                  </a:lnTo>
                  <a:cubicBezTo>
                    <a:pt x="2259089" y="3522327"/>
                    <a:pt x="2179756" y="3516399"/>
                    <a:pt x="2100770" y="3506845"/>
                  </a:cubicBezTo>
                  <a:cubicBezTo>
                    <a:pt x="2021699" y="3497787"/>
                    <a:pt x="1942801" y="3484776"/>
                    <a:pt x="1864776" y="3467483"/>
                  </a:cubicBezTo>
                  <a:cubicBezTo>
                    <a:pt x="1786836" y="3450025"/>
                    <a:pt x="1709508" y="3429355"/>
                    <a:pt x="1632964" y="3405803"/>
                  </a:cubicBezTo>
                  <a:cubicBezTo>
                    <a:pt x="1480138" y="3358288"/>
                    <a:pt x="1329055" y="3299160"/>
                    <a:pt x="1189219" y="3220352"/>
                  </a:cubicBezTo>
                  <a:cubicBezTo>
                    <a:pt x="1049296" y="3141708"/>
                    <a:pt x="924367" y="3041982"/>
                    <a:pt x="815305" y="2931634"/>
                  </a:cubicBezTo>
                  <a:cubicBezTo>
                    <a:pt x="760469" y="2876542"/>
                    <a:pt x="710603" y="2817909"/>
                    <a:pt x="663699" y="2757877"/>
                  </a:cubicBezTo>
                  <a:cubicBezTo>
                    <a:pt x="617059" y="2697597"/>
                    <a:pt x="572684" y="2636411"/>
                    <a:pt x="531274" y="2573907"/>
                  </a:cubicBezTo>
                  <a:cubicBezTo>
                    <a:pt x="520638" y="2558426"/>
                    <a:pt x="510612" y="2542697"/>
                    <a:pt x="500325" y="2527051"/>
                  </a:cubicBezTo>
                  <a:lnTo>
                    <a:pt x="470771" y="2481594"/>
                  </a:lnTo>
                  <a:cubicBezTo>
                    <a:pt x="451853" y="2452195"/>
                    <a:pt x="432238" y="2423043"/>
                    <a:pt x="412448" y="2393479"/>
                  </a:cubicBezTo>
                  <a:lnTo>
                    <a:pt x="291616" y="2213464"/>
                  </a:lnTo>
                  <a:cubicBezTo>
                    <a:pt x="251078" y="2152113"/>
                    <a:pt x="211062" y="2088951"/>
                    <a:pt x="173662" y="2023154"/>
                  </a:cubicBezTo>
                  <a:cubicBezTo>
                    <a:pt x="155005" y="1990214"/>
                    <a:pt x="136960" y="1956697"/>
                    <a:pt x="120483" y="1922276"/>
                  </a:cubicBezTo>
                  <a:cubicBezTo>
                    <a:pt x="104093" y="1887771"/>
                    <a:pt x="88837" y="1852608"/>
                    <a:pt x="75324" y="1816703"/>
                  </a:cubicBezTo>
                  <a:cubicBezTo>
                    <a:pt x="62072" y="1780717"/>
                    <a:pt x="50303" y="1744235"/>
                    <a:pt x="40713" y="1707179"/>
                  </a:cubicBezTo>
                  <a:cubicBezTo>
                    <a:pt x="36180" y="1688650"/>
                    <a:pt x="31560" y="1670039"/>
                    <a:pt x="27811" y="1651346"/>
                  </a:cubicBezTo>
                  <a:lnTo>
                    <a:pt x="22144" y="1623346"/>
                  </a:lnTo>
                  <a:lnTo>
                    <a:pt x="17436" y="1595265"/>
                  </a:lnTo>
                  <a:cubicBezTo>
                    <a:pt x="5144" y="1520328"/>
                    <a:pt x="0" y="1444978"/>
                    <a:pt x="0" y="1370286"/>
                  </a:cubicBezTo>
                  <a:cubicBezTo>
                    <a:pt x="349" y="1223293"/>
                    <a:pt x="16652" y="1076299"/>
                    <a:pt x="48385" y="931939"/>
                  </a:cubicBezTo>
                  <a:cubicBezTo>
                    <a:pt x="80032" y="787663"/>
                    <a:pt x="128504" y="646187"/>
                    <a:pt x="193801" y="511957"/>
                  </a:cubicBezTo>
                  <a:cubicBezTo>
                    <a:pt x="259404" y="377727"/>
                    <a:pt x="339740" y="250559"/>
                    <a:pt x="431660" y="13137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B06F44DB-FA6C-1242-506F-C5BCD6CBAD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61928" y="0"/>
              <a:ext cx="4934374" cy="3484134"/>
            </a:xfrm>
            <a:custGeom>
              <a:avLst/>
              <a:gdLst>
                <a:gd name="connsiteX0" fmla="*/ 585303 w 4934374"/>
                <a:gd name="connsiteY0" fmla="*/ 0 h 3484134"/>
                <a:gd name="connsiteX1" fmla="*/ 1213739 w 4934374"/>
                <a:gd name="connsiteY1" fmla="*/ 0 h 3484134"/>
                <a:gd name="connsiteX2" fmla="*/ 1150162 w 4934374"/>
                <a:gd name="connsiteY2" fmla="*/ 47028 h 3484134"/>
                <a:gd name="connsiteX3" fmla="*/ 626038 w 4934374"/>
                <a:gd name="connsiteY3" fmla="*/ 660944 h 3484134"/>
                <a:gd name="connsiteX4" fmla="*/ 435986 w 4934374"/>
                <a:gd name="connsiteY4" fmla="*/ 1375409 h 3484134"/>
                <a:gd name="connsiteX5" fmla="*/ 750530 w 4934374"/>
                <a:gd name="connsiteY5" fmla="*/ 2038817 h 3484134"/>
                <a:gd name="connsiteX6" fmla="*/ 909024 w 4934374"/>
                <a:gd name="connsiteY6" fmla="*/ 2249384 h 3484134"/>
                <a:gd name="connsiteX7" fmla="*/ 2396223 w 4934374"/>
                <a:gd name="connsiteY7" fmla="*/ 3072468 h 3484134"/>
                <a:gd name="connsiteX8" fmla="*/ 3525201 w 4934374"/>
                <a:gd name="connsiteY8" fmla="*/ 2566101 h 3484134"/>
                <a:gd name="connsiteX9" fmla="*/ 3662596 w 4934374"/>
                <a:gd name="connsiteY9" fmla="*/ 2465552 h 3484134"/>
                <a:gd name="connsiteX10" fmla="*/ 4287500 w 4934374"/>
                <a:gd name="connsiteY10" fmla="*/ 1939915 h 3484134"/>
                <a:gd name="connsiteX11" fmla="*/ 4498563 w 4934374"/>
                <a:gd name="connsiteY11" fmla="*/ 1375409 h 3484134"/>
                <a:gd name="connsiteX12" fmla="*/ 4132831 w 4934374"/>
                <a:gd name="connsiteY12" fmla="*/ 134540 h 3484134"/>
                <a:gd name="connsiteX13" fmla="*/ 4025590 w 4934374"/>
                <a:gd name="connsiteY13" fmla="*/ 0 h 3484134"/>
                <a:gd name="connsiteX14" fmla="*/ 4555675 w 4934374"/>
                <a:gd name="connsiteY14" fmla="*/ 0 h 3484134"/>
                <a:gd name="connsiteX15" fmla="*/ 4605933 w 4934374"/>
                <a:gd name="connsiteY15" fmla="*/ 77740 h 3484134"/>
                <a:gd name="connsiteX16" fmla="*/ 4934374 w 4934374"/>
                <a:gd name="connsiteY16" fmla="*/ 1375327 h 3484134"/>
                <a:gd name="connsiteX17" fmla="*/ 3793540 w 4934374"/>
                <a:gd name="connsiteY17" fmla="*/ 2890475 h 3484134"/>
                <a:gd name="connsiteX18" fmla="*/ 2396135 w 4934374"/>
                <a:gd name="connsiteY18" fmla="*/ 3484134 h 3484134"/>
                <a:gd name="connsiteX19" fmla="*/ 548273 w 4934374"/>
                <a:gd name="connsiteY19" fmla="*/ 2480458 h 3484134"/>
                <a:gd name="connsiteX20" fmla="*/ 0 w 4934374"/>
                <a:gd name="connsiteY20" fmla="*/ 1375327 h 3484134"/>
                <a:gd name="connsiteX21" fmla="*/ 512166 w 4934374"/>
                <a:gd name="connsiteY21" fmla="*/ 77740 h 3484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934374" h="3484134">
                  <a:moveTo>
                    <a:pt x="585303" y="0"/>
                  </a:moveTo>
                  <a:lnTo>
                    <a:pt x="1213739" y="0"/>
                  </a:lnTo>
                  <a:lnTo>
                    <a:pt x="1150162" y="47028"/>
                  </a:lnTo>
                  <a:cubicBezTo>
                    <a:pt x="925762" y="228608"/>
                    <a:pt x="749397" y="435224"/>
                    <a:pt x="626038" y="660944"/>
                  </a:cubicBezTo>
                  <a:cubicBezTo>
                    <a:pt x="499976" y="891687"/>
                    <a:pt x="435986" y="1132066"/>
                    <a:pt x="435986" y="1375409"/>
                  </a:cubicBezTo>
                  <a:cubicBezTo>
                    <a:pt x="435986" y="1620481"/>
                    <a:pt x="538074" y="1763604"/>
                    <a:pt x="750530" y="2038817"/>
                  </a:cubicBezTo>
                  <a:cubicBezTo>
                    <a:pt x="801792" y="2105190"/>
                    <a:pt x="854797" y="2173870"/>
                    <a:pt x="909024" y="2249384"/>
                  </a:cubicBezTo>
                  <a:cubicBezTo>
                    <a:pt x="1323389" y="2826326"/>
                    <a:pt x="1768180" y="3072468"/>
                    <a:pt x="2396223" y="3072468"/>
                  </a:cubicBezTo>
                  <a:cubicBezTo>
                    <a:pt x="2808409" y="3072468"/>
                    <a:pt x="3110835" y="2871947"/>
                    <a:pt x="3525201" y="2566101"/>
                  </a:cubicBezTo>
                  <a:cubicBezTo>
                    <a:pt x="3571493" y="2531926"/>
                    <a:pt x="3617786" y="2498162"/>
                    <a:pt x="3662596" y="2465552"/>
                  </a:cubicBezTo>
                  <a:cubicBezTo>
                    <a:pt x="3905479" y="2288583"/>
                    <a:pt x="4134849" y="2121414"/>
                    <a:pt x="4287500" y="1939915"/>
                  </a:cubicBezTo>
                  <a:cubicBezTo>
                    <a:pt x="4433440" y="1766404"/>
                    <a:pt x="4498563" y="1592317"/>
                    <a:pt x="4498563" y="1375409"/>
                  </a:cubicBezTo>
                  <a:cubicBezTo>
                    <a:pt x="4498563" y="899696"/>
                    <a:pt x="4369741" y="465973"/>
                    <a:pt x="4132831" y="134540"/>
                  </a:cubicBezTo>
                  <a:lnTo>
                    <a:pt x="4025590" y="0"/>
                  </a:lnTo>
                  <a:lnTo>
                    <a:pt x="4555675" y="0"/>
                  </a:lnTo>
                  <a:lnTo>
                    <a:pt x="4605933" y="77740"/>
                  </a:lnTo>
                  <a:cubicBezTo>
                    <a:pt x="4820335" y="448137"/>
                    <a:pt x="4934374" y="894662"/>
                    <a:pt x="4934374" y="1375327"/>
                  </a:cubicBezTo>
                  <a:cubicBezTo>
                    <a:pt x="4934374" y="2116884"/>
                    <a:pt x="4369100" y="2465635"/>
                    <a:pt x="3793540" y="2890475"/>
                  </a:cubicBezTo>
                  <a:cubicBezTo>
                    <a:pt x="3374293" y="3199945"/>
                    <a:pt x="2970389" y="3484134"/>
                    <a:pt x="2396135" y="3484134"/>
                  </a:cubicBezTo>
                  <a:cubicBezTo>
                    <a:pt x="1544564" y="3484134"/>
                    <a:pt x="991670" y="3097832"/>
                    <a:pt x="548273" y="2480458"/>
                  </a:cubicBezTo>
                  <a:cubicBezTo>
                    <a:pt x="282201" y="2110049"/>
                    <a:pt x="0" y="1856001"/>
                    <a:pt x="0" y="1375327"/>
                  </a:cubicBezTo>
                  <a:cubicBezTo>
                    <a:pt x="0" y="894662"/>
                    <a:pt x="195505" y="448137"/>
                    <a:pt x="512166" y="777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9221A686-EDBE-A1E0-E604-100C800D3C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61928" y="0"/>
              <a:ext cx="4934374" cy="3484134"/>
            </a:xfrm>
            <a:custGeom>
              <a:avLst/>
              <a:gdLst>
                <a:gd name="connsiteX0" fmla="*/ 585303 w 4934374"/>
                <a:gd name="connsiteY0" fmla="*/ 0 h 3484134"/>
                <a:gd name="connsiteX1" fmla="*/ 1354934 w 4934374"/>
                <a:gd name="connsiteY1" fmla="*/ 0 h 3484134"/>
                <a:gd name="connsiteX2" fmla="*/ 1206830 w 4934374"/>
                <a:gd name="connsiteY2" fmla="*/ 109531 h 3484134"/>
                <a:gd name="connsiteX3" fmla="*/ 703453 w 4934374"/>
                <a:gd name="connsiteY3" fmla="*/ 698660 h 3484134"/>
                <a:gd name="connsiteX4" fmla="*/ 523079 w 4934374"/>
                <a:gd name="connsiteY4" fmla="*/ 1375409 h 3484134"/>
                <a:gd name="connsiteX5" fmla="*/ 820885 w 4934374"/>
                <a:gd name="connsiteY5" fmla="*/ 1990313 h 3484134"/>
                <a:gd name="connsiteX6" fmla="*/ 981122 w 4934374"/>
                <a:gd name="connsiteY6" fmla="*/ 2203186 h 3484134"/>
                <a:gd name="connsiteX7" fmla="*/ 1592426 w 4934374"/>
                <a:gd name="connsiteY7" fmla="*/ 2792645 h 3484134"/>
                <a:gd name="connsiteX8" fmla="*/ 2396135 w 4934374"/>
                <a:gd name="connsiteY8" fmla="*/ 2990119 h 3484134"/>
                <a:gd name="connsiteX9" fmla="*/ 2913112 w 4934374"/>
                <a:gd name="connsiteY9" fmla="*/ 2864371 h 3484134"/>
                <a:gd name="connsiteX10" fmla="*/ 3471411 w 4934374"/>
                <a:gd name="connsiteY10" fmla="*/ 2501292 h 3484134"/>
                <a:gd name="connsiteX11" fmla="*/ 3609242 w 4934374"/>
                <a:gd name="connsiteY11" fmla="*/ 2400414 h 3484134"/>
                <a:gd name="connsiteX12" fmla="*/ 4219151 w 4934374"/>
                <a:gd name="connsiteY12" fmla="*/ 1888693 h 3484134"/>
                <a:gd name="connsiteX13" fmla="*/ 4411296 w 4934374"/>
                <a:gd name="connsiteY13" fmla="*/ 1375409 h 3484134"/>
                <a:gd name="connsiteX14" fmla="*/ 3957874 w 4934374"/>
                <a:gd name="connsiteY14" fmla="*/ 51887 h 3484134"/>
                <a:gd name="connsiteX15" fmla="*/ 3906637 w 4934374"/>
                <a:gd name="connsiteY15" fmla="*/ 0 h 3484134"/>
                <a:gd name="connsiteX16" fmla="*/ 4555675 w 4934374"/>
                <a:gd name="connsiteY16" fmla="*/ 0 h 3484134"/>
                <a:gd name="connsiteX17" fmla="*/ 4605933 w 4934374"/>
                <a:gd name="connsiteY17" fmla="*/ 77740 h 3484134"/>
                <a:gd name="connsiteX18" fmla="*/ 4934374 w 4934374"/>
                <a:gd name="connsiteY18" fmla="*/ 1375327 h 3484134"/>
                <a:gd name="connsiteX19" fmla="*/ 3793540 w 4934374"/>
                <a:gd name="connsiteY19" fmla="*/ 2890475 h 3484134"/>
                <a:gd name="connsiteX20" fmla="*/ 2396135 w 4934374"/>
                <a:gd name="connsiteY20" fmla="*/ 3484134 h 3484134"/>
                <a:gd name="connsiteX21" fmla="*/ 548273 w 4934374"/>
                <a:gd name="connsiteY21" fmla="*/ 2480458 h 3484134"/>
                <a:gd name="connsiteX22" fmla="*/ 0 w 4934374"/>
                <a:gd name="connsiteY22" fmla="*/ 1375327 h 3484134"/>
                <a:gd name="connsiteX23" fmla="*/ 512166 w 4934374"/>
                <a:gd name="connsiteY23" fmla="*/ 77740 h 34841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4934374" h="3484134">
                  <a:moveTo>
                    <a:pt x="585303" y="0"/>
                  </a:moveTo>
                  <a:lnTo>
                    <a:pt x="1354934" y="0"/>
                  </a:lnTo>
                  <a:lnTo>
                    <a:pt x="1206830" y="109531"/>
                  </a:lnTo>
                  <a:cubicBezTo>
                    <a:pt x="994024" y="281725"/>
                    <a:pt x="820013" y="485457"/>
                    <a:pt x="703453" y="698660"/>
                  </a:cubicBezTo>
                  <a:cubicBezTo>
                    <a:pt x="583756" y="917627"/>
                    <a:pt x="523079" y="1145324"/>
                    <a:pt x="523079" y="1375409"/>
                  </a:cubicBezTo>
                  <a:cubicBezTo>
                    <a:pt x="523079" y="1595282"/>
                    <a:pt x="614356" y="1722842"/>
                    <a:pt x="820885" y="1990313"/>
                  </a:cubicBezTo>
                  <a:cubicBezTo>
                    <a:pt x="872582" y="2057263"/>
                    <a:pt x="926023" y="2126519"/>
                    <a:pt x="981122" y="2203186"/>
                  </a:cubicBezTo>
                  <a:cubicBezTo>
                    <a:pt x="1175968" y="2474445"/>
                    <a:pt x="1375871" y="2667309"/>
                    <a:pt x="1592426" y="2792645"/>
                  </a:cubicBezTo>
                  <a:cubicBezTo>
                    <a:pt x="1821970" y="2925557"/>
                    <a:pt x="2084904" y="2990119"/>
                    <a:pt x="2396135" y="2990119"/>
                  </a:cubicBezTo>
                  <a:cubicBezTo>
                    <a:pt x="2572762" y="2990119"/>
                    <a:pt x="2737009" y="2950179"/>
                    <a:pt x="2913112" y="2864371"/>
                  </a:cubicBezTo>
                  <a:cubicBezTo>
                    <a:pt x="3093922" y="2776257"/>
                    <a:pt x="3272903" y="2647792"/>
                    <a:pt x="3471411" y="2501292"/>
                  </a:cubicBezTo>
                  <a:cubicBezTo>
                    <a:pt x="3517964" y="2466952"/>
                    <a:pt x="3564344" y="2433106"/>
                    <a:pt x="3609242" y="2400414"/>
                  </a:cubicBezTo>
                  <a:cubicBezTo>
                    <a:pt x="3847766" y="2226574"/>
                    <a:pt x="4073038" y="2062368"/>
                    <a:pt x="4219151" y="1888693"/>
                  </a:cubicBezTo>
                  <a:cubicBezTo>
                    <a:pt x="4353844" y="1728606"/>
                    <a:pt x="4411296" y="1575106"/>
                    <a:pt x="4411296" y="1375409"/>
                  </a:cubicBezTo>
                  <a:cubicBezTo>
                    <a:pt x="4411296" y="851089"/>
                    <a:pt x="4250274" y="381038"/>
                    <a:pt x="3957874" y="51887"/>
                  </a:cubicBezTo>
                  <a:lnTo>
                    <a:pt x="3906637" y="0"/>
                  </a:lnTo>
                  <a:lnTo>
                    <a:pt x="4555675" y="0"/>
                  </a:lnTo>
                  <a:lnTo>
                    <a:pt x="4605933" y="77740"/>
                  </a:lnTo>
                  <a:cubicBezTo>
                    <a:pt x="4820335" y="448137"/>
                    <a:pt x="4934374" y="894662"/>
                    <a:pt x="4934374" y="1375327"/>
                  </a:cubicBezTo>
                  <a:cubicBezTo>
                    <a:pt x="4934374" y="2116884"/>
                    <a:pt x="4369100" y="2465635"/>
                    <a:pt x="3793540" y="2890475"/>
                  </a:cubicBezTo>
                  <a:cubicBezTo>
                    <a:pt x="3374293" y="3199945"/>
                    <a:pt x="2970389" y="3484134"/>
                    <a:pt x="2396135" y="3484134"/>
                  </a:cubicBezTo>
                  <a:cubicBezTo>
                    <a:pt x="1544564" y="3484134"/>
                    <a:pt x="991670" y="3097832"/>
                    <a:pt x="548273" y="2480458"/>
                  </a:cubicBezTo>
                  <a:cubicBezTo>
                    <a:pt x="282201" y="2110049"/>
                    <a:pt x="0" y="1856001"/>
                    <a:pt x="0" y="1375327"/>
                  </a:cubicBezTo>
                  <a:cubicBezTo>
                    <a:pt x="0" y="894662"/>
                    <a:pt x="195505" y="448137"/>
                    <a:pt x="512166" y="7774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ACCD628C-AB24-EA1C-243C-082E0959BAA8}"/>
              </a:ext>
            </a:extLst>
          </p:cNvPr>
          <p:cNvSpPr txBox="1"/>
          <p:nvPr/>
        </p:nvSpPr>
        <p:spPr>
          <a:xfrm>
            <a:off x="728860" y="649534"/>
            <a:ext cx="5368188" cy="14465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400" b="1" dirty="0" err="1"/>
              <a:t>Plany</a:t>
            </a:r>
            <a:r>
              <a:rPr lang="en-US" sz="4400" b="1" dirty="0"/>
              <a:t> </a:t>
            </a:r>
            <a:r>
              <a:rPr lang="en-US" sz="4400" b="1" dirty="0" err="1"/>
              <a:t>na</a:t>
            </a:r>
            <a:r>
              <a:rPr lang="en-US" sz="4400" b="1" dirty="0"/>
              <a:t> </a:t>
            </a:r>
            <a:endParaRPr lang="en-US" dirty="0"/>
          </a:p>
          <a:p>
            <a:r>
              <a:rPr lang="en-US" sz="4400" b="1" dirty="0" err="1"/>
              <a:t>przyszłość</a:t>
            </a:r>
            <a:r>
              <a:rPr lang="en-US" sz="4400" b="1" dirty="0"/>
              <a:t>:</a:t>
            </a:r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8D047917-4F32-27D6-9EA2-9BF4019CF5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32865" y="2520390"/>
            <a:ext cx="4753534" cy="4045189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457200" indent="-457200">
              <a:buFont typeface="Courier New" panose="020B0604020202020204" pitchFamily="34" charset="0"/>
              <a:buChar char="o"/>
            </a:pPr>
            <a:r>
              <a:rPr lang="en-US" sz="2400" dirty="0" err="1"/>
              <a:t>Dokończenie</a:t>
            </a:r>
            <a:r>
              <a:rPr lang="en-US" sz="2400" dirty="0"/>
              <a:t> </a:t>
            </a:r>
            <a:r>
              <a:rPr lang="en-US" sz="2400" dirty="0" err="1"/>
              <a:t>integracji</a:t>
            </a:r>
            <a:r>
              <a:rPr lang="en-US" sz="2400" dirty="0"/>
              <a:t> z Firebase</a:t>
            </a:r>
          </a:p>
          <a:p>
            <a:pPr marL="457200" indent="-457200">
              <a:buFont typeface="Courier New" panose="020B0604020202020204" pitchFamily="34" charset="0"/>
              <a:buChar char="o"/>
            </a:pPr>
            <a:r>
              <a:rPr lang="en-US" sz="2400" dirty="0"/>
              <a:t>System </a:t>
            </a:r>
            <a:r>
              <a:rPr lang="en-US" sz="2400" dirty="0" err="1"/>
              <a:t>grywalizacji</a:t>
            </a:r>
            <a:r>
              <a:rPr lang="en-US" sz="2400" dirty="0"/>
              <a:t>, </a:t>
            </a:r>
            <a:r>
              <a:rPr lang="en-US" sz="2400" dirty="0" err="1"/>
              <a:t>wprowadzenie</a:t>
            </a:r>
            <a:r>
              <a:rPr lang="en-US" sz="2400" dirty="0"/>
              <a:t> </a:t>
            </a:r>
            <a:r>
              <a:rPr lang="en-US" sz="2400" dirty="0" err="1"/>
              <a:t>rankingów</a:t>
            </a:r>
            <a:endParaRPr lang="en-US" dirty="0"/>
          </a:p>
          <a:p>
            <a:pPr marL="457200" indent="-457200">
              <a:buFont typeface="Courier New" panose="020B0604020202020204" pitchFamily="34" charset="0"/>
              <a:buChar char="o"/>
            </a:pPr>
            <a:r>
              <a:rPr lang="en-US" sz="2400" err="1"/>
              <a:t>Warstwa</a:t>
            </a:r>
            <a:r>
              <a:rPr lang="en-US" sz="2400" dirty="0"/>
              <a:t> audio-</a:t>
            </a:r>
            <a:r>
              <a:rPr lang="en-US" sz="2400" err="1"/>
              <a:t>wizualna</a:t>
            </a:r>
            <a:endParaRPr lang="en-US" sz="2400"/>
          </a:p>
          <a:p>
            <a:pPr marL="457200" indent="-457200">
              <a:buFont typeface="Courier New" panose="020B0604020202020204" pitchFamily="34" charset="0"/>
              <a:buChar char="o"/>
            </a:pPr>
            <a:r>
              <a:rPr lang="en-US" sz="2400" err="1"/>
              <a:t>Rozbudowa</a:t>
            </a:r>
            <a:r>
              <a:rPr lang="en-US" sz="2400" dirty="0"/>
              <a:t> </a:t>
            </a:r>
            <a:r>
              <a:rPr lang="en-US" sz="2400" err="1"/>
              <a:t>treści</a:t>
            </a:r>
            <a:r>
              <a:rPr lang="en-US" sz="2400" dirty="0"/>
              <a:t> </a:t>
            </a:r>
            <a:r>
              <a:rPr lang="en-US" sz="2400" err="1"/>
              <a:t>edukacyjnych</a:t>
            </a:r>
            <a:endParaRPr lang="en-US" sz="2400"/>
          </a:p>
          <a:p>
            <a:pPr marL="457200" indent="-457200">
              <a:buFont typeface="Courier New" panose="020B0604020202020204" pitchFamily="34" charset="0"/>
              <a:buChar char="o"/>
            </a:pPr>
            <a:r>
              <a:rPr lang="en-US" sz="2400" err="1"/>
              <a:t>Optymalizacja</a:t>
            </a:r>
            <a:r>
              <a:rPr lang="en-US" sz="2400" dirty="0"/>
              <a:t> </a:t>
            </a:r>
          </a:p>
          <a:p>
            <a:pPr marL="457200" indent="-457200">
              <a:buFont typeface="Courier New" panose="020B0604020202020204" pitchFamily="34" charset="0"/>
              <a:buChar char="o"/>
            </a:pPr>
            <a:r>
              <a:rPr lang="en-US" sz="2400" err="1"/>
              <a:t>Personalizacja</a:t>
            </a: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35377757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1" width="350" row="0">
    <wetp:webextensionref xmlns:r="http://schemas.openxmlformats.org/officeDocument/2006/relationships" r:id="rId1"/>
  </wetp:taskpane>
  <wetp:taskpane dockstate="right" visibility="1" width="350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23284840-3D27-4FD8-9137-0E94EDB7B39E}">
  <we:reference id="WA200005566" version="3.0.0.3" store="en-us" storeType="omex"/>
  <we:alternateReferences>
    <we:reference id="WA200005566" version="3.0.0.3" store="omex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7022A779-BE32-4D6B-939F-2E3663D729ED}">
  <we:reference id="WA200007130" version="1.0.0.1" store="en-US" storeType="omex"/>
  <we:alternateReferences>
    <we:reference id="WA200007130" version="1.0.0.1" store="en-US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office theme</vt:lpstr>
      <vt:lpstr>Aplikacja dla dzieci do nauki tabliczki mnożenia</vt:lpstr>
      <vt:lpstr>Zespół projektowy</vt:lpstr>
      <vt:lpstr>PowerPoint Presentation</vt:lpstr>
      <vt:lpstr>PowerPoint Presentation</vt:lpstr>
      <vt:lpstr>PowerPoint Presentation</vt:lpstr>
      <vt:lpstr>PowerPoint Presentation</vt:lpstr>
      <vt:lpstr>Wersjonowanie i współpraca zespołowa – GitHub</vt:lpstr>
      <vt:lpstr>GitHub Issues – organizacja pracy zespołowej</vt:lpstr>
      <vt:lpstr>Proces wprowadzania zmian – Pull Requesty</vt:lpstr>
      <vt:lpstr>PowerPoint Presentation</vt:lpstr>
      <vt:lpstr>PowerPoint Presentation</vt:lpstr>
      <vt:lpstr>PowerPoint Presentation</vt:lpstr>
      <vt:lpstr>PowerPoint Presentation</vt:lpstr>
      <vt:lpstr>Architektura aplikacji  </vt:lpstr>
      <vt:lpstr>Backend i zarządzanie danymi</vt:lpstr>
      <vt:lpstr>PowerPoint Presentation</vt:lpstr>
      <vt:lpstr>Baza danych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613</cp:revision>
  <dcterms:created xsi:type="dcterms:W3CDTF">2026-01-19T23:08:51Z</dcterms:created>
  <dcterms:modified xsi:type="dcterms:W3CDTF">2026-01-20T20:44:18Z</dcterms:modified>
</cp:coreProperties>
</file>